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entation.xml" ContentType="application/vnd.openxmlformats-officedocument.presentationml.presentation.main+xml"/>
  <Override PartName="/ppt/notesSlides/notesSlide1.xml" ContentType="application/vnd.openxmlformats-officedocument.presentationml.notesSlid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3.xml" ContentType="application/vnd.openxmlformats-officedocument.presentationml.notesSlide+xml"/>
  <Override PartName="/ppt/notesSlides/notesSlide2.xml" ContentType="application/vnd.openxmlformats-officedocument.presentationml.notesSlide+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4"/>
  </p:notesMasterIdLst>
  <p:sldIdLst>
    <p:sldId id="256" r:id="rId2"/>
    <p:sldId id="258" r:id="rId3"/>
    <p:sldId id="259" r:id="rId4"/>
    <p:sldId id="263" r:id="rId5"/>
    <p:sldId id="260" r:id="rId6"/>
    <p:sldId id="271" r:id="rId7"/>
    <p:sldId id="261" r:id="rId8"/>
    <p:sldId id="274" r:id="rId9"/>
    <p:sldId id="262" r:id="rId10"/>
    <p:sldId id="275" r:id="rId11"/>
    <p:sldId id="269" r:id="rId12"/>
    <p:sldId id="270" r:id="rId13"/>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56" autoAdjust="0"/>
    <p:restoredTop sz="80490" autoAdjust="0"/>
  </p:normalViewPr>
  <p:slideViewPr>
    <p:cSldViewPr>
      <p:cViewPr>
        <p:scale>
          <a:sx n="97" d="100"/>
          <a:sy n="97" d="100"/>
        </p:scale>
        <p:origin x="864" y="-616"/>
      </p:cViewPr>
      <p:guideLst>
        <p:guide orient="horz" pos="2160"/>
        <p:guide pos="2880"/>
      </p:guideLst>
    </p:cSldViewPr>
  </p:slideViewPr>
  <p:outlineViewPr>
    <p:cViewPr>
      <p:scale>
        <a:sx n="33" d="100"/>
        <a:sy n="33" d="100"/>
      </p:scale>
      <p:origin x="0" y="0"/>
    </p:cViewPr>
  </p:outlineViewPr>
  <p:notesTextViewPr>
    <p:cViewPr>
      <p:scale>
        <a:sx n="50" d="100"/>
        <a:sy n="5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8AB545-A7A2-C64E-BEC8-51F178C6B1AA}" type="datetimeFigureOut">
              <a:rPr lang="de-DE" smtClean="0"/>
              <a:t>12.09.24</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Edit master text format</a:t>
            </a:r>
          </a:p>
          <a:p>
            <a:pPr lvl="1"/>
            <a:r>
              <a:rPr lang="de-DE"/>
              <a:t>Second level</a:t>
            </a:r>
          </a:p>
          <a:p>
            <a:pPr lvl="2"/>
            <a:r>
              <a:rPr lang="de-DE"/>
              <a:t>Third level</a:t>
            </a:r>
          </a:p>
          <a:p>
            <a:pPr lvl="3"/>
            <a:r>
              <a:rPr lang="de-DE"/>
              <a:t>Fourth level</a:t>
            </a:r>
          </a:p>
          <a:p>
            <a:pPr lvl="4"/>
            <a:r>
              <a:rPr lang="de-DE"/>
              <a:t>Fifth level</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7837A-BE0C-8E44-AC6E-3BD867A160FB}" type="slidenum">
              <a:rPr lang="de-DE" smtClean="0"/>
              <a:t>‹Nr.›</a:t>
            </a:fld>
            <a:endParaRPr lang="de-DE"/>
          </a:p>
        </p:txBody>
      </p:sp>
    </p:spTree>
    <p:extLst>
      <p:ext uri="{BB962C8B-B14F-4D97-AF65-F5344CB8AC3E}">
        <p14:creationId xmlns:p14="http://schemas.microsoft.com/office/powerpoint/2010/main" val="3471038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Reflection at the start of a submission in the responsibility module.</a:t>
            </a:r>
          </a:p>
        </p:txBody>
      </p:sp>
      <p:sp>
        <p:nvSpPr>
          <p:cNvPr id="4" name="Foliennummernplatzhalter 3"/>
          <p:cNvSpPr>
            <a:spLocks noGrp="1"/>
          </p:cNvSpPr>
          <p:nvPr>
            <p:ph type="sldNum" sz="quarter" idx="5"/>
          </p:nvPr>
        </p:nvSpPr>
        <p:spPr/>
        <p:txBody>
          <a:bodyPr/>
          <a:lstStyle/>
          <a:p>
            <a:fld id="{91C7837A-BE0C-8E44-AC6E-3BD867A160FB}" type="slidenum">
              <a:rPr lang="de-DE" smtClean="0"/>
              <a:t>3</a:t>
            </a:fld>
            <a:endParaRPr lang="de-DE"/>
          </a:p>
        </p:txBody>
      </p:sp>
    </p:spTree>
    <p:extLst>
      <p:ext uri="{BB962C8B-B14F-4D97-AF65-F5344CB8AC3E}">
        <p14:creationId xmlns:p14="http://schemas.microsoft.com/office/powerpoint/2010/main" val="26115628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To understand as a coherent text, the assignment/question from the </a:t>
            </a:r>
            <a:r>
              <a:rPr lang="de-DE" dirty="0" err="1"/>
              <a:t>critique modulek</a:t>
            </a:r>
            <a:r>
              <a:rPr lang="de-DE" dirty="0"/>
              <a:t>:</a:t>
            </a:r>
            <a:br>
              <a:rPr lang="de-DE" dirty="0"/>
            </a:br>
            <a:br>
              <a:rPr lang="de-DE" dirty="0"/>
            </a:br>
            <a:r>
              <a:rPr lang="de-DE" sz="1800" dirty="0">
                <a:effectLst/>
                <a:latin typeface="Calibri" panose="020F0502020204030204" pitchFamily="34" charset="0"/>
                <a:ea typeface="Times New Roman" panose="02020603050405020304" pitchFamily="18" charset="0"/>
                <a:cs typeface="Times New Roman" panose="02020603050405020304" pitchFamily="18" charset="0"/>
              </a:rPr>
              <a:t>"Reflect on possible connections between your major and the critique module. Describe possible points of contact. Also use your initial reflection for this. What expectations do you have in relation to your major? Remember that these expectations can relate to content, but also to procedures or working and learning strategies. Pick out one of the aspects described. Explain why this point is important or interesting to you. Feel free to draw on your existing knowledge and experience. Now think about what you would like to and can take with you from the above in your future studies. Hypothesize how the content of the module can enrich your view of typical issues in your major."</a:t>
            </a:r>
            <a:endParaRPr lang="de-DE" sz="1800" dirty="0">
              <a:effectLst/>
              <a:latin typeface="Arial" panose="020B0604020202020204" pitchFamily="34" charset="0"/>
              <a:ea typeface="Calibri" panose="020F0502020204030204" pitchFamily="34" charset="0"/>
              <a:cs typeface="Times New Roman" panose="02020603050405020304" pitchFamily="18" charset="0"/>
            </a:endParaRPr>
          </a:p>
          <a:p>
            <a:endParaRPr lang="de-DE" dirty="0"/>
          </a:p>
        </p:txBody>
      </p:sp>
      <p:sp>
        <p:nvSpPr>
          <p:cNvPr id="4" name="Foliennummernplatzhalter 3"/>
          <p:cNvSpPr>
            <a:spLocks noGrp="1"/>
          </p:cNvSpPr>
          <p:nvPr>
            <p:ph type="sldNum" sz="quarter" idx="5"/>
          </p:nvPr>
        </p:nvSpPr>
        <p:spPr/>
        <p:txBody>
          <a:bodyPr/>
          <a:lstStyle/>
          <a:p>
            <a:fld id="{91C7837A-BE0C-8E44-AC6E-3BD867A160FB}" type="slidenum">
              <a:rPr lang="de-DE" smtClean="0"/>
              <a:t>4</a:t>
            </a:fld>
            <a:endParaRPr lang="de-DE"/>
          </a:p>
        </p:txBody>
      </p:sp>
    </p:spTree>
    <p:extLst>
      <p:ext uri="{BB962C8B-B14F-4D97-AF65-F5344CB8AC3E}">
        <p14:creationId xmlns:p14="http://schemas.microsoft.com/office/powerpoint/2010/main" val="7721015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91C7837A-BE0C-8E44-AC6E-3BD867A160FB}" type="slidenum">
              <a:rPr lang="de-DE" smtClean="0"/>
              <a:t>7</a:t>
            </a:fld>
            <a:endParaRPr lang="de-DE"/>
          </a:p>
        </p:txBody>
      </p:sp>
    </p:spTree>
    <p:extLst>
      <p:ext uri="{BB962C8B-B14F-4D97-AF65-F5344CB8AC3E}">
        <p14:creationId xmlns:p14="http://schemas.microsoft.com/office/powerpoint/2010/main" val="254372243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9.svg"/><Relationship Id="rId9"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9.svg"/><Relationship Id="rId9"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1.jpeg"/><Relationship Id="rId4" Type="http://schemas.openxmlformats.org/officeDocument/2006/relationships/image" Target="../media/image2.png"/><Relationship Id="rId9" Type="http://schemas.openxmlformats.org/officeDocument/2006/relationships/image" Target="../media/image7.sv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image" Target="../media/image10.png"/><Relationship Id="rId16" Type="http://schemas.openxmlformats.org/officeDocument/2006/relationships/image" Target="../media/image24.png"/><Relationship Id="rId20" Type="http://schemas.openxmlformats.org/officeDocument/2006/relationships/image" Target="../media/image28.png"/><Relationship Id="rId29" Type="http://schemas.openxmlformats.org/officeDocument/2006/relationships/image" Target="../media/image37.png"/><Relationship Id="rId1" Type="http://schemas.openxmlformats.org/officeDocument/2006/relationships/slideMaster" Target="../slideMasters/slideMaster1.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10" Type="http://schemas.openxmlformats.org/officeDocument/2006/relationships/image" Target="../media/image18.png"/><Relationship Id="rId19" Type="http://schemas.openxmlformats.org/officeDocument/2006/relationships/image" Target="../media/image27.png"/><Relationship Id="rId31" Type="http://schemas.openxmlformats.org/officeDocument/2006/relationships/image" Target="../media/image39.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3581400"/>
          </a:xfrm>
        </p:spPr>
        <p:txBody>
          <a:bodyPr anchor="b"/>
          <a:lstStyle>
            <a:lvl1pPr algn="ctr">
              <a:defRPr sz="6000"/>
            </a:lvl1pPr>
          </a:lstStyle>
          <a:p>
            <a:r>
              <a:rPr lang="de-DE" dirty="0"/>
              <a:t>Titel</a:t>
            </a:r>
          </a:p>
        </p:txBody>
      </p:sp>
      <p:sp>
        <p:nvSpPr>
          <p:cNvPr id="3" name="Untertitel 2">
            <a:extLst>
              <a:ext uri="{FF2B5EF4-FFF2-40B4-BE49-F238E27FC236}">
                <a16:creationId xmlns:a16="http://schemas.microsoft.com/office/drawing/2014/main" id="{235F8C20-5144-BCD6-046F-3A4637BEE2F7}"/>
              </a:ext>
            </a:extLst>
          </p:cNvPr>
          <p:cNvSpPr>
            <a:spLocks noGrp="1"/>
          </p:cNvSpPr>
          <p:nvPr>
            <p:ph type="subTitle" idx="1" hasCustomPrompt="1"/>
          </p:nvPr>
        </p:nvSpPr>
        <p:spPr>
          <a:xfrm>
            <a:off x="2205643" y="7982337"/>
            <a:ext cx="6777643" cy="7831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Tutor*in: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4" name="Untertitel 2">
            <a:extLst>
              <a:ext uri="{FF2B5EF4-FFF2-40B4-BE49-F238E27FC236}">
                <a16:creationId xmlns:a16="http://schemas.microsoft.com/office/drawing/2014/main" id="{098E5780-8526-6089-883C-304A7B1FEF87}"/>
              </a:ext>
            </a:extLst>
          </p:cNvPr>
          <p:cNvSpPr txBox="1">
            <a:spLocks/>
          </p:cNvSpPr>
          <p:nvPr userDrawn="1"/>
        </p:nvSpPr>
        <p:spPr>
          <a:xfrm>
            <a:off x="2205642" y="6228658"/>
            <a:ext cx="13716000" cy="12760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dirty="0"/>
              <a:t>Master-Untertitelformat bearbeiten</a:t>
            </a:r>
          </a:p>
        </p:txBody>
      </p:sp>
      <p:sp>
        <p:nvSpPr>
          <p:cNvPr id="5" name="Untertitel 2">
            <a:extLst>
              <a:ext uri="{FF2B5EF4-FFF2-40B4-BE49-F238E27FC236}">
                <a16:creationId xmlns:a16="http://schemas.microsoft.com/office/drawing/2014/main" id="{9A44B3A5-D45E-6AC8-EA59-A853F9E8010A}"/>
              </a:ext>
            </a:extLst>
          </p:cNvPr>
          <p:cNvSpPr txBox="1">
            <a:spLocks/>
          </p:cNvSpPr>
          <p:nvPr userDrawn="1"/>
        </p:nvSpPr>
        <p:spPr>
          <a:xfrm>
            <a:off x="9144000" y="7982337"/>
            <a:ext cx="6777643" cy="78319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dirty="0"/>
              <a:t>Datum: </a:t>
            </a:r>
          </a:p>
        </p:txBody>
      </p:sp>
    </p:spTree>
    <p:extLst>
      <p:ext uri="{BB962C8B-B14F-4D97-AF65-F5344CB8AC3E}">
        <p14:creationId xmlns:p14="http://schemas.microsoft.com/office/powerpoint/2010/main" val="3538319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nchor="b"/>
          <a:lstStyle>
            <a:lvl1pPr>
              <a:defRPr sz="6000"/>
            </a:lvl1pPr>
          </a:lstStyle>
          <a:p>
            <a:r>
              <a:rPr lang="de-DE" dirty="0"/>
              <a:t>Agenda</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2018666" y="506518"/>
            <a:ext cx="2809405" cy="2643335"/>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1" name="Freeform 2">
            <a:extLst>
              <a:ext uri="{FF2B5EF4-FFF2-40B4-BE49-F238E27FC236}">
                <a16:creationId xmlns:a16="http://schemas.microsoft.com/office/drawing/2014/main" id="{9161E3FC-3BC4-55BC-EC0E-B8D63DB7B1E7}"/>
              </a:ext>
            </a:extLst>
          </p:cNvPr>
          <p:cNvSpPr/>
          <p:nvPr userDrawn="1"/>
        </p:nvSpPr>
        <p:spPr>
          <a:xfrm>
            <a:off x="-562784" y="4424673"/>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3" name="Freeform 4">
            <a:extLst>
              <a:ext uri="{FF2B5EF4-FFF2-40B4-BE49-F238E27FC236}">
                <a16:creationId xmlns:a16="http://schemas.microsoft.com/office/drawing/2014/main" id="{B73C15CE-7BD2-833F-6D37-C3BE622A4E85}"/>
              </a:ext>
            </a:extLst>
          </p:cNvPr>
          <p:cNvSpPr/>
          <p:nvPr userDrawn="1"/>
        </p:nvSpPr>
        <p:spPr>
          <a:xfrm>
            <a:off x="-1766" y="-260603"/>
            <a:ext cx="3894251" cy="4068485"/>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14998235" y="987245"/>
            <a:ext cx="3473526" cy="291463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126546" y="7226320"/>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14548476" y="-705407"/>
            <a:ext cx="3201123" cy="3188050"/>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366738" y="7821452"/>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17050506" y="-563810"/>
            <a:ext cx="2158222" cy="2864923"/>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 name="Inhaltsplatzhalter 2">
            <a:extLst>
              <a:ext uri="{FF2B5EF4-FFF2-40B4-BE49-F238E27FC236}">
                <a16:creationId xmlns:a16="http://schemas.microsoft.com/office/drawing/2014/main" id="{E3A5BB02-AE5B-0564-222E-54F98BC7CAF8}"/>
              </a:ext>
            </a:extLst>
          </p:cNvPr>
          <p:cNvSpPr>
            <a:spLocks noGrp="1"/>
          </p:cNvSpPr>
          <p:nvPr>
            <p:ph idx="1" hasCustomPrompt="1"/>
          </p:nvPr>
        </p:nvSpPr>
        <p:spPr>
          <a:xfrm>
            <a:off x="4666760" y="2718492"/>
            <a:ext cx="9742165" cy="6480000"/>
          </a:xfrm>
        </p:spPr>
        <p:txBody>
          <a:bodyPr/>
          <a:lstStyle>
            <a:lvl1pPr marL="514350" indent="-514350">
              <a:buFont typeface="+mj-lt"/>
              <a:buAutoNum type="arabicPeriod"/>
              <a:defRPr sz="3600"/>
            </a:lvl1pPr>
            <a:lvl2pPr marL="971550" indent="-514350">
              <a:buFont typeface="+mj-lt"/>
              <a:buAutoNum type="romanLcPeriod"/>
              <a:defRPr sz="3600"/>
            </a:lvl2pPr>
          </a:lstStyle>
          <a:p>
            <a:pPr lvl="0"/>
            <a:r>
              <a:rPr lang="de-DE" dirty="0"/>
              <a:t> </a:t>
            </a:r>
          </a:p>
          <a:p>
            <a:pPr lvl="1"/>
            <a:r>
              <a:rPr lang="de-DE" dirty="0"/>
              <a:t>  </a:t>
            </a:r>
          </a:p>
          <a:p>
            <a:pPr lvl="0"/>
            <a:r>
              <a:rPr lang="de-DE" dirty="0"/>
              <a:t>  </a:t>
            </a:r>
          </a:p>
          <a:p>
            <a:pPr lvl="1"/>
            <a:r>
              <a:rPr lang="de-DE" dirty="0"/>
              <a:t>  </a:t>
            </a:r>
          </a:p>
          <a:p>
            <a:pPr lvl="1"/>
            <a:r>
              <a:rPr lang="de-DE" dirty="0"/>
              <a:t> </a:t>
            </a:r>
          </a:p>
          <a:p>
            <a:pPr lvl="0"/>
            <a:r>
              <a:rPr lang="de-DE" dirty="0"/>
              <a:t>  </a:t>
            </a:r>
          </a:p>
          <a:p>
            <a:pPr lvl="1"/>
            <a:r>
              <a:rPr lang="de-DE" dirty="0"/>
              <a:t> </a:t>
            </a:r>
          </a:p>
          <a:p>
            <a:pPr lvl="1"/>
            <a:r>
              <a:rPr lang="de-DE" dirty="0"/>
              <a:t> </a:t>
            </a:r>
          </a:p>
          <a:p>
            <a:pPr lvl="1"/>
            <a:r>
              <a:rPr lang="de-DE" dirty="0"/>
              <a:t> </a:t>
            </a:r>
          </a:p>
          <a:p>
            <a:pPr lvl="0"/>
            <a:r>
              <a:rPr lang="de-DE" dirty="0"/>
              <a:t> </a:t>
            </a:r>
          </a:p>
          <a:p>
            <a:pPr lvl="0"/>
            <a:endParaRPr lang="de-DE" dirty="0"/>
          </a:p>
        </p:txBody>
      </p:sp>
    </p:spTree>
    <p:extLst>
      <p:ext uri="{BB962C8B-B14F-4D97-AF65-F5344CB8AC3E}">
        <p14:creationId xmlns:p14="http://schemas.microsoft.com/office/powerpoint/2010/main" val="3544296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eck-I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3F13051-CF4E-443B-29BC-001C474A56A9}"/>
              </a:ext>
            </a:extLst>
          </p:cNvPr>
          <p:cNvSpPr/>
          <p:nvPr userDrawn="1"/>
        </p:nvSpPr>
        <p:spPr>
          <a:xfrm>
            <a:off x="1895176" y="2183393"/>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483674"/>
          </a:xfrm>
        </p:spPr>
        <p:txBody>
          <a:bodyPr lIns="90000" anchor="ctr"/>
          <a:lstStyle>
            <a:lvl1pPr>
              <a:defRPr sz="6000"/>
            </a:lvl1pPr>
          </a:lstStyle>
          <a:p>
            <a:r>
              <a:rPr lang="de-DE" dirty="0"/>
              <a:t>Check-In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3991362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EBE749-CE66-C75E-E6F2-FFD0724629CD}"/>
              </a:ext>
            </a:extLst>
          </p:cNvPr>
          <p:cNvSpPr>
            <a:spLocks noGrp="1"/>
          </p:cNvSpPr>
          <p:nvPr>
            <p:ph type="title" hasCustomPrompt="1"/>
          </p:nvPr>
        </p:nvSpPr>
        <p:spPr>
          <a:xfrm>
            <a:off x="1944000" y="1301860"/>
            <a:ext cx="14400000" cy="1260000"/>
          </a:xfrm>
        </p:spPr>
        <p:txBody>
          <a:bodyPr/>
          <a:lstStyle/>
          <a:p>
            <a:r>
              <a:rPr lang="de-DE" dirty="0"/>
              <a:t>Überschrift</a:t>
            </a:r>
          </a:p>
        </p:txBody>
      </p:sp>
      <p:sp>
        <p:nvSpPr>
          <p:cNvPr id="3" name="Inhaltsplatzhalter 2">
            <a:extLst>
              <a:ext uri="{FF2B5EF4-FFF2-40B4-BE49-F238E27FC236}">
                <a16:creationId xmlns:a16="http://schemas.microsoft.com/office/drawing/2014/main" id="{EE1324FA-E215-DE5C-2D6F-0CD868303378}"/>
              </a:ext>
            </a:extLst>
          </p:cNvPr>
          <p:cNvSpPr>
            <a:spLocks noGrp="1"/>
          </p:cNvSpPr>
          <p:nvPr>
            <p:ph idx="1"/>
          </p:nvPr>
        </p:nvSpPr>
        <p:spPr>
          <a:xfrm>
            <a:off x="1944000" y="2738828"/>
            <a:ext cx="14400000" cy="64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Freeform 2">
            <a:extLst>
              <a:ext uri="{FF2B5EF4-FFF2-40B4-BE49-F238E27FC236}">
                <a16:creationId xmlns:a16="http://schemas.microsoft.com/office/drawing/2014/main" id="{BE0289C6-007F-CC39-352D-152520C8FEE2}"/>
              </a:ext>
            </a:extLst>
          </p:cNvPr>
          <p:cNvSpPr/>
          <p:nvPr userDrawn="1"/>
        </p:nvSpPr>
        <p:spPr>
          <a:xfrm>
            <a:off x="-806140" y="-803735"/>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20151D67-84F6-087A-13ED-2BF5A2A4837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5926566D-A50F-E915-FB4C-1392EE78A825}"/>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FD49F164-DAE8-6727-6DAB-B303AC9C1A18}"/>
              </a:ext>
            </a:extLst>
          </p:cNvPr>
          <p:cNvSpPr/>
          <p:nvPr userDrawn="1"/>
        </p:nvSpPr>
        <p:spPr>
          <a:xfrm>
            <a:off x="-241193" y="146185"/>
            <a:ext cx="2085371" cy="2032289"/>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8BC7A24B-F3D9-A693-9531-5D0A3B32C020}"/>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BC3FB793-4DEF-326C-B9F2-AAFE13EF7B3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E1DBF27E-8ABB-7894-AF4C-68B34C6EF44A}"/>
              </a:ext>
            </a:extLst>
          </p:cNvPr>
          <p:cNvSpPr/>
          <p:nvPr userDrawn="1"/>
        </p:nvSpPr>
        <p:spPr>
          <a:xfrm rot="-458312">
            <a:off x="16771767" y="216258"/>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BF99FDA7-CEAC-A470-15A2-8AF647F45C2E}"/>
              </a:ext>
            </a:extLst>
          </p:cNvPr>
          <p:cNvSpPr/>
          <p:nvPr userDrawn="1"/>
        </p:nvSpPr>
        <p:spPr>
          <a:xfrm rot="1296289">
            <a:off x="15646620" y="-376703"/>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4B80B37-6A71-F39A-8153-BF8EBFA9CA05}"/>
              </a:ext>
            </a:extLst>
          </p:cNvPr>
          <p:cNvSpPr/>
          <p:nvPr userDrawn="1"/>
        </p:nvSpPr>
        <p:spPr>
          <a:xfrm rot="2310652">
            <a:off x="-811538" y="3739758"/>
            <a:ext cx="2509961" cy="2095591"/>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C39BFFC2-02E0-2076-5648-D928091BA4F6}"/>
              </a:ext>
            </a:extLst>
          </p:cNvPr>
          <p:cNvSpPr/>
          <p:nvPr userDrawn="1"/>
        </p:nvSpPr>
        <p:spPr>
          <a:xfrm rot="7628197">
            <a:off x="17318415" y="2283638"/>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565003B8-E35C-4A98-29B0-022ACADD0DE8}"/>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Tree>
    <p:extLst>
      <p:ext uri="{BB962C8B-B14F-4D97-AF65-F5344CB8AC3E}">
        <p14:creationId xmlns:p14="http://schemas.microsoft.com/office/powerpoint/2010/main" val="2415485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3955611"/>
          </a:xfrm>
        </p:spPr>
        <p:txBody>
          <a:bodyPr lIns="90000" anchor="b"/>
          <a:lstStyle>
            <a:lvl1pPr>
              <a:defRPr sz="6000"/>
            </a:lvl1pPr>
          </a:lstStyle>
          <a:p>
            <a:r>
              <a:rPr lang="de-DE" dirty="0"/>
              <a:t>Überschrift</a:t>
            </a:r>
          </a:p>
        </p:txBody>
      </p:sp>
      <p:sp>
        <p:nvSpPr>
          <p:cNvPr id="3" name="Textplatzhalter 2">
            <a:extLst>
              <a:ext uri="{FF2B5EF4-FFF2-40B4-BE49-F238E27FC236}">
                <a16:creationId xmlns:a16="http://schemas.microsoft.com/office/drawing/2014/main" id="{AF384CE9-ADC6-C3BB-E2FC-2F28B70A474A}"/>
              </a:ext>
            </a:extLst>
          </p:cNvPr>
          <p:cNvSpPr>
            <a:spLocks noGrp="1"/>
          </p:cNvSpPr>
          <p:nvPr>
            <p:ph type="body" idx="1"/>
          </p:nvPr>
        </p:nvSpPr>
        <p:spPr>
          <a:xfrm>
            <a:off x="1906800" y="6491289"/>
            <a:ext cx="14400000" cy="2079814"/>
          </a:xfrm>
        </p:spPr>
        <p:txBody>
          <a:bodyPr lIns="90000"/>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3153761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use">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AFDF0A71-9CBE-84BC-7998-A4155D1C9C56}"/>
              </a:ext>
            </a:extLst>
          </p:cNvPr>
          <p:cNvSpPr/>
          <p:nvPr userDrawn="1"/>
        </p:nvSpPr>
        <p:spPr>
          <a:xfrm>
            <a:off x="1906799" y="2171700"/>
            <a:ext cx="14399999" cy="639940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399403"/>
          </a:xfrm>
        </p:spPr>
        <p:txBody>
          <a:bodyPr lIns="90000" anchor="ctr"/>
          <a:lstStyle>
            <a:lvl1pPr>
              <a:defRPr sz="6000"/>
            </a:lvl1pPr>
          </a:lstStyle>
          <a:p>
            <a:r>
              <a:rPr lang="de-DE" dirty="0"/>
              <a:t>PAUSE</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2297046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ergizer">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4315B97D-904D-C50B-4A96-2667B117C251}"/>
              </a:ext>
            </a:extLst>
          </p:cNvPr>
          <p:cNvSpPr/>
          <p:nvPr userDrawn="1"/>
        </p:nvSpPr>
        <p:spPr>
          <a:xfrm>
            <a:off x="1906799" y="2171700"/>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399403"/>
          </a:xfrm>
        </p:spPr>
        <p:txBody>
          <a:bodyPr lIns="90000" anchor="ctr"/>
          <a:lstStyle>
            <a:lvl1pPr>
              <a:defRPr sz="6000"/>
            </a:lvl1pPr>
          </a:lstStyle>
          <a:p>
            <a:r>
              <a:rPr lang="de-DE" dirty="0"/>
              <a:t>ENERGIZER</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1799457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73C3F7-A725-A168-57F5-A5ACAC911705}"/>
              </a:ext>
            </a:extLst>
          </p:cNvPr>
          <p:cNvSpPr>
            <a:spLocks noGrp="1"/>
          </p:cNvSpPr>
          <p:nvPr>
            <p:ph type="title" hasCustomPrompt="1"/>
          </p:nvPr>
        </p:nvSpPr>
        <p:spPr>
          <a:xfrm>
            <a:off x="1944000" y="1366765"/>
            <a:ext cx="14400000" cy="1260000"/>
          </a:xfrm>
        </p:spPr>
        <p:txBody>
          <a:bodyPr/>
          <a:lstStyle/>
          <a:p>
            <a:r>
              <a:rPr lang="de-DE" dirty="0"/>
              <a:t>Überschrift</a:t>
            </a:r>
          </a:p>
        </p:txBody>
      </p:sp>
      <p:sp>
        <p:nvSpPr>
          <p:cNvPr id="3" name="Inhaltsplatzhalter 2">
            <a:extLst>
              <a:ext uri="{FF2B5EF4-FFF2-40B4-BE49-F238E27FC236}">
                <a16:creationId xmlns:a16="http://schemas.microsoft.com/office/drawing/2014/main" id="{DBBFAA9C-C85A-A03F-D628-0BFBEFFCD9FB}"/>
              </a:ext>
            </a:extLst>
          </p:cNvPr>
          <p:cNvSpPr>
            <a:spLocks noGrp="1"/>
          </p:cNvSpPr>
          <p:nvPr>
            <p:ph sz="half" idx="1"/>
          </p:nvPr>
        </p:nvSpPr>
        <p:spPr>
          <a:xfrm>
            <a:off x="1944000" y="2738438"/>
            <a:ext cx="7123800" cy="6527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A3D0397D-4828-69AF-16C0-77D8182A2601}"/>
              </a:ext>
            </a:extLst>
          </p:cNvPr>
          <p:cNvSpPr>
            <a:spLocks noGrp="1"/>
          </p:cNvSpPr>
          <p:nvPr>
            <p:ph sz="half" idx="2"/>
          </p:nvPr>
        </p:nvSpPr>
        <p:spPr>
          <a:xfrm>
            <a:off x="9220200" y="2738438"/>
            <a:ext cx="7123800" cy="6527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Freeform 2">
            <a:extLst>
              <a:ext uri="{FF2B5EF4-FFF2-40B4-BE49-F238E27FC236}">
                <a16:creationId xmlns:a16="http://schemas.microsoft.com/office/drawing/2014/main" id="{72414888-863A-7F49-938F-5E972A82EA70}"/>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5">
            <a:extLst>
              <a:ext uri="{FF2B5EF4-FFF2-40B4-BE49-F238E27FC236}">
                <a16:creationId xmlns:a16="http://schemas.microsoft.com/office/drawing/2014/main" id="{92922934-2D9F-FFEA-894A-C9CB5345C80F}"/>
              </a:ext>
            </a:extLst>
          </p:cNvPr>
          <p:cNvSpPr/>
          <p:nvPr userDrawn="1"/>
        </p:nvSpPr>
        <p:spPr>
          <a:xfrm>
            <a:off x="-241193" y="146185"/>
            <a:ext cx="2085371" cy="2032289"/>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6">
            <a:extLst>
              <a:ext uri="{FF2B5EF4-FFF2-40B4-BE49-F238E27FC236}">
                <a16:creationId xmlns:a16="http://schemas.microsoft.com/office/drawing/2014/main" id="{8B06EBE0-28F0-2460-421C-812848A0CF4B}"/>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6" name="Freeform 10">
            <a:extLst>
              <a:ext uri="{FF2B5EF4-FFF2-40B4-BE49-F238E27FC236}">
                <a16:creationId xmlns:a16="http://schemas.microsoft.com/office/drawing/2014/main" id="{A4327127-659A-AEE9-A699-17689FB4515C}"/>
              </a:ext>
            </a:extLst>
          </p:cNvPr>
          <p:cNvSpPr/>
          <p:nvPr userDrawn="1"/>
        </p:nvSpPr>
        <p:spPr>
          <a:xfrm rot="-2487859">
            <a:off x="1653257" y="-539706"/>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1">
            <a:extLst>
              <a:ext uri="{FF2B5EF4-FFF2-40B4-BE49-F238E27FC236}">
                <a16:creationId xmlns:a16="http://schemas.microsoft.com/office/drawing/2014/main" id="{E1420116-728D-9DD6-C96F-FEB09C92235D}"/>
              </a:ext>
            </a:extLst>
          </p:cNvPr>
          <p:cNvSpPr/>
          <p:nvPr userDrawn="1"/>
        </p:nvSpPr>
        <p:spPr>
          <a:xfrm rot="1296289">
            <a:off x="-407556" y="850423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9" name="Freeform 13">
            <a:extLst>
              <a:ext uri="{FF2B5EF4-FFF2-40B4-BE49-F238E27FC236}">
                <a16:creationId xmlns:a16="http://schemas.microsoft.com/office/drawing/2014/main" id="{243BE1EB-BFDE-6083-A284-87D7CF37DB8D}"/>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20" name="Freeform 3">
            <a:extLst>
              <a:ext uri="{FF2B5EF4-FFF2-40B4-BE49-F238E27FC236}">
                <a16:creationId xmlns:a16="http://schemas.microsoft.com/office/drawing/2014/main" id="{FA284C4F-77FA-8BBB-7032-15B26047A961}"/>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1" name="Freeform 5">
            <a:extLst>
              <a:ext uri="{FF2B5EF4-FFF2-40B4-BE49-F238E27FC236}">
                <a16:creationId xmlns:a16="http://schemas.microsoft.com/office/drawing/2014/main" id="{EF206E22-45CF-248B-6797-2BB7CFC8EBDF}"/>
              </a:ext>
            </a:extLst>
          </p:cNvPr>
          <p:cNvSpPr/>
          <p:nvPr userDrawn="1"/>
        </p:nvSpPr>
        <p:spPr>
          <a:xfrm rot="16008410">
            <a:off x="16401541" y="714471"/>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2" name="Freeform 7">
            <a:extLst>
              <a:ext uri="{FF2B5EF4-FFF2-40B4-BE49-F238E27FC236}">
                <a16:creationId xmlns:a16="http://schemas.microsoft.com/office/drawing/2014/main" id="{17FC525E-1B82-33A4-4138-CFFD1DF018B2}"/>
              </a:ext>
            </a:extLst>
          </p:cNvPr>
          <p:cNvSpPr/>
          <p:nvPr userDrawn="1"/>
        </p:nvSpPr>
        <p:spPr>
          <a:xfrm rot="7860679">
            <a:off x="16917043" y="6687679"/>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23" name="Freeform 9">
            <a:extLst>
              <a:ext uri="{FF2B5EF4-FFF2-40B4-BE49-F238E27FC236}">
                <a16:creationId xmlns:a16="http://schemas.microsoft.com/office/drawing/2014/main" id="{1DD168A7-BF44-B367-A030-F04BE42823FB}"/>
              </a:ext>
            </a:extLst>
          </p:cNvPr>
          <p:cNvSpPr/>
          <p:nvPr userDrawn="1"/>
        </p:nvSpPr>
        <p:spPr>
          <a:xfrm rot="1296289">
            <a:off x="15384349" y="-545919"/>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24" name="Freeform 10">
            <a:extLst>
              <a:ext uri="{FF2B5EF4-FFF2-40B4-BE49-F238E27FC236}">
                <a16:creationId xmlns:a16="http://schemas.microsoft.com/office/drawing/2014/main" id="{B1895A35-2902-C1EF-0731-B1979F77C793}"/>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25" name="Freeform 12">
            <a:extLst>
              <a:ext uri="{FF2B5EF4-FFF2-40B4-BE49-F238E27FC236}">
                <a16:creationId xmlns:a16="http://schemas.microsoft.com/office/drawing/2014/main" id="{E78247A3-9477-C8B5-82A9-1C29B4E555F6}"/>
              </a:ext>
            </a:extLst>
          </p:cNvPr>
          <p:cNvSpPr/>
          <p:nvPr userDrawn="1"/>
        </p:nvSpPr>
        <p:spPr>
          <a:xfrm rot="2046247">
            <a:off x="17723193" y="-357480"/>
            <a:ext cx="1707091" cy="19362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4003133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7A6022-A198-7B99-5333-A92C521AFCC1}"/>
              </a:ext>
            </a:extLst>
          </p:cNvPr>
          <p:cNvSpPr>
            <a:spLocks noGrp="1"/>
          </p:cNvSpPr>
          <p:nvPr>
            <p:ph type="title" hasCustomPrompt="1"/>
          </p:nvPr>
        </p:nvSpPr>
        <p:spPr>
          <a:xfrm>
            <a:off x="1944000" y="1174623"/>
            <a:ext cx="14400000" cy="1260000"/>
          </a:xfrm>
        </p:spPr>
        <p:txBody>
          <a:bodyPr/>
          <a:lstStyle/>
          <a:p>
            <a:r>
              <a:rPr lang="de-DE" dirty="0"/>
              <a:t>Überschrift</a:t>
            </a:r>
          </a:p>
        </p:txBody>
      </p:sp>
      <p:sp>
        <p:nvSpPr>
          <p:cNvPr id="3" name="Textplatzhalter 2">
            <a:extLst>
              <a:ext uri="{FF2B5EF4-FFF2-40B4-BE49-F238E27FC236}">
                <a16:creationId xmlns:a16="http://schemas.microsoft.com/office/drawing/2014/main" id="{A4A61611-BC98-8FC7-6998-CB2FCAF8790D}"/>
              </a:ext>
            </a:extLst>
          </p:cNvPr>
          <p:cNvSpPr>
            <a:spLocks noGrp="1"/>
          </p:cNvSpPr>
          <p:nvPr>
            <p:ph type="body" idx="1"/>
          </p:nvPr>
        </p:nvSpPr>
        <p:spPr>
          <a:xfrm>
            <a:off x="1944000" y="2522538"/>
            <a:ext cx="7052362"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016CEA97-79C7-8C43-A7ED-2FC6094367AD}"/>
              </a:ext>
            </a:extLst>
          </p:cNvPr>
          <p:cNvSpPr>
            <a:spLocks noGrp="1"/>
          </p:cNvSpPr>
          <p:nvPr>
            <p:ph sz="half" idx="2"/>
          </p:nvPr>
        </p:nvSpPr>
        <p:spPr>
          <a:xfrm>
            <a:off x="1944000" y="3757613"/>
            <a:ext cx="7052362" cy="55276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6F4D4B16-AEDF-5032-88F4-0CB7020E1576}"/>
              </a:ext>
            </a:extLst>
          </p:cNvPr>
          <p:cNvSpPr>
            <a:spLocks noGrp="1"/>
          </p:cNvSpPr>
          <p:nvPr>
            <p:ph type="body" sz="quarter" idx="3"/>
          </p:nvPr>
        </p:nvSpPr>
        <p:spPr>
          <a:xfrm>
            <a:off x="9258301" y="2522538"/>
            <a:ext cx="7085700"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59F08C4B-3B79-0941-39EA-7FCD122BB9DC}"/>
              </a:ext>
            </a:extLst>
          </p:cNvPr>
          <p:cNvSpPr>
            <a:spLocks noGrp="1"/>
          </p:cNvSpPr>
          <p:nvPr>
            <p:ph sz="quarter" idx="4"/>
          </p:nvPr>
        </p:nvSpPr>
        <p:spPr>
          <a:xfrm>
            <a:off x="9258301" y="3757613"/>
            <a:ext cx="7085700" cy="55276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1" name="Freeform 3">
            <a:extLst>
              <a:ext uri="{FF2B5EF4-FFF2-40B4-BE49-F238E27FC236}">
                <a16:creationId xmlns:a16="http://schemas.microsoft.com/office/drawing/2014/main" id="{155CCDE1-46E7-C56E-E499-CAC8BE54C302}"/>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4">
            <a:extLst>
              <a:ext uri="{FF2B5EF4-FFF2-40B4-BE49-F238E27FC236}">
                <a16:creationId xmlns:a16="http://schemas.microsoft.com/office/drawing/2014/main" id="{35889E93-2A5D-58AD-C395-D2FD5A443DED}"/>
              </a:ext>
            </a:extLst>
          </p:cNvPr>
          <p:cNvSpPr/>
          <p:nvPr userDrawn="1"/>
        </p:nvSpPr>
        <p:spPr>
          <a:xfrm>
            <a:off x="16605940" y="6291738"/>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7">
            <a:extLst>
              <a:ext uri="{FF2B5EF4-FFF2-40B4-BE49-F238E27FC236}">
                <a16:creationId xmlns:a16="http://schemas.microsoft.com/office/drawing/2014/main" id="{496CF57D-CA1A-A609-3F9C-8F5C6C7CF86E}"/>
              </a:ext>
            </a:extLst>
          </p:cNvPr>
          <p:cNvSpPr/>
          <p:nvPr userDrawn="1"/>
        </p:nvSpPr>
        <p:spPr>
          <a:xfrm rot="7860679">
            <a:off x="16672693" y="5865697"/>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6" name="Freeform 8">
            <a:extLst>
              <a:ext uri="{FF2B5EF4-FFF2-40B4-BE49-F238E27FC236}">
                <a16:creationId xmlns:a16="http://schemas.microsoft.com/office/drawing/2014/main" id="{EEEBD99B-9609-C10D-B938-37A1D1276820}"/>
              </a:ext>
            </a:extLst>
          </p:cNvPr>
          <p:cNvSpPr/>
          <p:nvPr userDrawn="1"/>
        </p:nvSpPr>
        <p:spPr>
          <a:xfrm rot="-458312">
            <a:off x="16710104" y="1053145"/>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7" name="Freeform 9">
            <a:extLst>
              <a:ext uri="{FF2B5EF4-FFF2-40B4-BE49-F238E27FC236}">
                <a16:creationId xmlns:a16="http://schemas.microsoft.com/office/drawing/2014/main" id="{3E104128-F882-CD53-0D5D-FECF05E8306F}"/>
              </a:ext>
            </a:extLst>
          </p:cNvPr>
          <p:cNvSpPr/>
          <p:nvPr userDrawn="1"/>
        </p:nvSpPr>
        <p:spPr>
          <a:xfrm rot="1296289">
            <a:off x="15390336" y="-527401"/>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20" name="Freeform 12">
            <a:extLst>
              <a:ext uri="{FF2B5EF4-FFF2-40B4-BE49-F238E27FC236}">
                <a16:creationId xmlns:a16="http://schemas.microsoft.com/office/drawing/2014/main" id="{2F05AF10-F9C8-3261-CB2F-ECE3F6CFA40E}"/>
              </a:ext>
            </a:extLst>
          </p:cNvPr>
          <p:cNvSpPr/>
          <p:nvPr userDrawn="1"/>
        </p:nvSpPr>
        <p:spPr>
          <a:xfrm rot="7628197">
            <a:off x="17157286" y="131932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21" name="Freeform 13">
            <a:extLst>
              <a:ext uri="{FF2B5EF4-FFF2-40B4-BE49-F238E27FC236}">
                <a16:creationId xmlns:a16="http://schemas.microsoft.com/office/drawing/2014/main" id="{ED978E30-DF37-EF1E-4EDA-D257DB52A802}"/>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22" name="Freeform 2">
            <a:extLst>
              <a:ext uri="{FF2B5EF4-FFF2-40B4-BE49-F238E27FC236}">
                <a16:creationId xmlns:a16="http://schemas.microsoft.com/office/drawing/2014/main" id="{BC28FAE3-EF77-16F7-D36F-89291BDBA23F}"/>
              </a:ext>
            </a:extLst>
          </p:cNvPr>
          <p:cNvSpPr/>
          <p:nvPr userDrawn="1"/>
        </p:nvSpPr>
        <p:spPr>
          <a:xfrm>
            <a:off x="-1249582" y="4137531"/>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3" name="Freeform 11">
            <a:extLst>
              <a:ext uri="{FF2B5EF4-FFF2-40B4-BE49-F238E27FC236}">
                <a16:creationId xmlns:a16="http://schemas.microsoft.com/office/drawing/2014/main" id="{CEB1C3FA-1EEC-56C1-1AF2-E589AD20F890}"/>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4" name="Freeform 6">
            <a:extLst>
              <a:ext uri="{FF2B5EF4-FFF2-40B4-BE49-F238E27FC236}">
                <a16:creationId xmlns:a16="http://schemas.microsoft.com/office/drawing/2014/main" id="{B2B7A818-0250-2839-7F03-AE94C1840AFE}"/>
              </a:ext>
            </a:extLst>
          </p:cNvPr>
          <p:cNvSpPr/>
          <p:nvPr userDrawn="1"/>
        </p:nvSpPr>
        <p:spPr>
          <a:xfrm rot="7860679">
            <a:off x="-755376" y="4673141"/>
            <a:ext cx="1600955" cy="1645696"/>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dirty="0"/>
          </a:p>
        </p:txBody>
      </p:sp>
      <p:sp>
        <p:nvSpPr>
          <p:cNvPr id="24" name="Freeform 10">
            <a:extLst>
              <a:ext uri="{FF2B5EF4-FFF2-40B4-BE49-F238E27FC236}">
                <a16:creationId xmlns:a16="http://schemas.microsoft.com/office/drawing/2014/main" id="{7C0607F9-ADE3-ED8B-F55F-39BB06FB9595}"/>
              </a:ext>
            </a:extLst>
          </p:cNvPr>
          <p:cNvSpPr/>
          <p:nvPr userDrawn="1"/>
        </p:nvSpPr>
        <p:spPr>
          <a:xfrm rot="-2487859">
            <a:off x="754582" y="-207773"/>
            <a:ext cx="1882775" cy="168495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25" name="Freeform 4">
            <a:extLst>
              <a:ext uri="{FF2B5EF4-FFF2-40B4-BE49-F238E27FC236}">
                <a16:creationId xmlns:a16="http://schemas.microsoft.com/office/drawing/2014/main" id="{64108208-23A2-8DFE-FE94-2A9E0DE10064}"/>
              </a:ext>
            </a:extLst>
          </p:cNvPr>
          <p:cNvSpPr/>
          <p:nvPr userDrawn="1"/>
        </p:nvSpPr>
        <p:spPr>
          <a:xfrm>
            <a:off x="-613526" y="-932654"/>
            <a:ext cx="2609805" cy="259339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Tree>
    <p:extLst>
      <p:ext uri="{BB962C8B-B14F-4D97-AF65-F5344CB8AC3E}">
        <p14:creationId xmlns:p14="http://schemas.microsoft.com/office/powerpoint/2010/main" val="1573916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lstStyle/>
          <a:p>
            <a:r>
              <a:rPr lang="de-DE" dirty="0"/>
              <a:t>Überschrift</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634233" y="-130796"/>
            <a:ext cx="2100921" cy="202041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1" name="Freeform 2">
            <a:extLst>
              <a:ext uri="{FF2B5EF4-FFF2-40B4-BE49-F238E27FC236}">
                <a16:creationId xmlns:a16="http://schemas.microsoft.com/office/drawing/2014/main" id="{9161E3FC-3BC4-55BC-EC0E-B8D63DB7B1E7}"/>
              </a:ext>
            </a:extLst>
          </p:cNvPr>
          <p:cNvSpPr/>
          <p:nvPr userDrawn="1"/>
        </p:nvSpPr>
        <p:spPr>
          <a:xfrm>
            <a:off x="92944" y="603209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3" name="Freeform 4">
            <a:extLst>
              <a:ext uri="{FF2B5EF4-FFF2-40B4-BE49-F238E27FC236}">
                <a16:creationId xmlns:a16="http://schemas.microsoft.com/office/drawing/2014/main" id="{B73C15CE-7BD2-833F-6D37-C3BE622A4E85}"/>
              </a:ext>
            </a:extLst>
          </p:cNvPr>
          <p:cNvSpPr/>
          <p:nvPr userDrawn="1"/>
        </p:nvSpPr>
        <p:spPr>
          <a:xfrm>
            <a:off x="-817599" y="-741416"/>
            <a:ext cx="2912187" cy="310971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15833994" y="712804"/>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126546" y="7226320"/>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15384349" y="-545919"/>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296953" y="7886423"/>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17723193" y="-357480"/>
            <a:ext cx="1707091" cy="19362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Tree>
    <p:extLst>
      <p:ext uri="{BB962C8B-B14F-4D97-AF65-F5344CB8AC3E}">
        <p14:creationId xmlns:p14="http://schemas.microsoft.com/office/powerpoint/2010/main" val="201178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17" name="Freeform 10">
            <a:extLst>
              <a:ext uri="{FF2B5EF4-FFF2-40B4-BE49-F238E27FC236}">
                <a16:creationId xmlns:a16="http://schemas.microsoft.com/office/drawing/2014/main" id="{39212D54-E1E5-07A5-E13A-D94B11CC73CB}"/>
              </a:ext>
            </a:extLst>
          </p:cNvPr>
          <p:cNvSpPr/>
          <p:nvPr userDrawn="1"/>
        </p:nvSpPr>
        <p:spPr>
          <a:xfrm rot="-2487859">
            <a:off x="1848993" y="-392157"/>
            <a:ext cx="2100921" cy="202041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5" name="Freeform 2">
            <a:extLst>
              <a:ext uri="{FF2B5EF4-FFF2-40B4-BE49-F238E27FC236}">
                <a16:creationId xmlns:a16="http://schemas.microsoft.com/office/drawing/2014/main" id="{7138968B-20AA-CAF8-700F-BAB93331E2BF}"/>
              </a:ext>
            </a:extLst>
          </p:cNvPr>
          <p:cNvSpPr/>
          <p:nvPr userDrawn="1"/>
        </p:nvSpPr>
        <p:spPr>
          <a:xfrm>
            <a:off x="351158" y="5589207"/>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6" name="Freeform 3">
            <a:extLst>
              <a:ext uri="{FF2B5EF4-FFF2-40B4-BE49-F238E27FC236}">
                <a16:creationId xmlns:a16="http://schemas.microsoft.com/office/drawing/2014/main" id="{529E3E70-0077-8ABC-C836-0F50A60F7BFD}"/>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7" name="Freeform 4">
            <a:extLst>
              <a:ext uri="{FF2B5EF4-FFF2-40B4-BE49-F238E27FC236}">
                <a16:creationId xmlns:a16="http://schemas.microsoft.com/office/drawing/2014/main" id="{9CF66559-D777-73EC-5EEC-F85C25559919}"/>
              </a:ext>
            </a:extLst>
          </p:cNvPr>
          <p:cNvSpPr/>
          <p:nvPr userDrawn="1"/>
        </p:nvSpPr>
        <p:spPr>
          <a:xfrm>
            <a:off x="-817599" y="-741417"/>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8" name="Freeform 5">
            <a:extLst>
              <a:ext uri="{FF2B5EF4-FFF2-40B4-BE49-F238E27FC236}">
                <a16:creationId xmlns:a16="http://schemas.microsoft.com/office/drawing/2014/main" id="{650D41EF-FF4F-AD39-D072-DA92CD711E07}"/>
              </a:ext>
            </a:extLst>
          </p:cNvPr>
          <p:cNvSpPr/>
          <p:nvPr userDrawn="1"/>
        </p:nvSpPr>
        <p:spPr>
          <a:xfrm rot="16008410">
            <a:off x="15358696" y="2451781"/>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9" name="Freeform 6">
            <a:extLst>
              <a:ext uri="{FF2B5EF4-FFF2-40B4-BE49-F238E27FC236}">
                <a16:creationId xmlns:a16="http://schemas.microsoft.com/office/drawing/2014/main" id="{F621165A-D9E9-AFC9-8B13-32E2C07D5C16}"/>
              </a:ext>
            </a:extLst>
          </p:cNvPr>
          <p:cNvSpPr/>
          <p:nvPr userDrawn="1"/>
        </p:nvSpPr>
        <p:spPr>
          <a:xfrm rot="7860679">
            <a:off x="702797" y="573633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0" name="Freeform 7">
            <a:extLst>
              <a:ext uri="{FF2B5EF4-FFF2-40B4-BE49-F238E27FC236}">
                <a16:creationId xmlns:a16="http://schemas.microsoft.com/office/drawing/2014/main" id="{0BB7A524-6050-E014-BA58-27ABC302D830}"/>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1" name="Freeform 8">
            <a:extLst>
              <a:ext uri="{FF2B5EF4-FFF2-40B4-BE49-F238E27FC236}">
                <a16:creationId xmlns:a16="http://schemas.microsoft.com/office/drawing/2014/main" id="{EA399C87-A7CA-F8A4-8F37-8B3B816A02D4}"/>
              </a:ext>
            </a:extLst>
          </p:cNvPr>
          <p:cNvSpPr/>
          <p:nvPr userDrawn="1"/>
        </p:nvSpPr>
        <p:spPr>
          <a:xfrm rot="-458312">
            <a:off x="15741562" y="989320"/>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9">
            <a:extLst>
              <a:ext uri="{FF2B5EF4-FFF2-40B4-BE49-F238E27FC236}">
                <a16:creationId xmlns:a16="http://schemas.microsoft.com/office/drawing/2014/main" id="{A521874F-32FC-DCEF-0872-46FCFE4B5C46}"/>
              </a:ext>
            </a:extLst>
          </p:cNvPr>
          <p:cNvSpPr/>
          <p:nvPr userDrawn="1"/>
        </p:nvSpPr>
        <p:spPr>
          <a:xfrm rot="1296289">
            <a:off x="14830585" y="-257242"/>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3" name="Freeform 10">
            <a:extLst>
              <a:ext uri="{FF2B5EF4-FFF2-40B4-BE49-F238E27FC236}">
                <a16:creationId xmlns:a16="http://schemas.microsoft.com/office/drawing/2014/main" id="{67DDB4D3-61D7-854C-133A-D14CBB020B2E}"/>
              </a:ext>
            </a:extLst>
          </p:cNvPr>
          <p:cNvSpPr/>
          <p:nvPr userDrawn="1"/>
        </p:nvSpPr>
        <p:spPr>
          <a:xfrm rot="-2487859">
            <a:off x="17027787" y="496651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11">
            <a:extLst>
              <a:ext uri="{FF2B5EF4-FFF2-40B4-BE49-F238E27FC236}">
                <a16:creationId xmlns:a16="http://schemas.microsoft.com/office/drawing/2014/main" id="{880A42D8-0EF5-016E-B82E-40B3FD20D517}"/>
              </a:ext>
            </a:extLst>
          </p:cNvPr>
          <p:cNvSpPr/>
          <p:nvPr userDrawn="1"/>
        </p:nvSpPr>
        <p:spPr>
          <a:xfrm rot="1296289">
            <a:off x="619918" y="6991212"/>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5" name="Freeform 12">
            <a:extLst>
              <a:ext uri="{FF2B5EF4-FFF2-40B4-BE49-F238E27FC236}">
                <a16:creationId xmlns:a16="http://schemas.microsoft.com/office/drawing/2014/main" id="{CF364CAB-26D9-242D-2173-35EED9694FFA}"/>
              </a:ext>
            </a:extLst>
          </p:cNvPr>
          <p:cNvSpPr/>
          <p:nvPr userDrawn="1"/>
        </p:nvSpPr>
        <p:spPr>
          <a:xfrm rot="2046247">
            <a:off x="16212870" y="1083509"/>
            <a:ext cx="2213171" cy="2273738"/>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3">
            <a:extLst>
              <a:ext uri="{FF2B5EF4-FFF2-40B4-BE49-F238E27FC236}">
                <a16:creationId xmlns:a16="http://schemas.microsoft.com/office/drawing/2014/main" id="{16DFAD4E-E1FC-D536-8781-C7766040C289}"/>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Tree>
    <p:extLst>
      <p:ext uri="{BB962C8B-B14F-4D97-AF65-F5344CB8AC3E}">
        <p14:creationId xmlns:p14="http://schemas.microsoft.com/office/powerpoint/2010/main" val="2780893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016E78-2793-B012-CB0C-646A6A5A90DC}"/>
              </a:ext>
            </a:extLst>
          </p:cNvPr>
          <p:cNvSpPr>
            <a:spLocks noGrp="1"/>
          </p:cNvSpPr>
          <p:nvPr>
            <p:ph type="title" hasCustomPrompt="1"/>
          </p:nvPr>
        </p:nvSpPr>
        <p:spPr>
          <a:xfrm>
            <a:off x="1944000" y="1481138"/>
            <a:ext cx="5235566" cy="1260000"/>
          </a:xfrm>
        </p:spPr>
        <p:txBody>
          <a:bodyPr anchor="b"/>
          <a:lstStyle>
            <a:lvl1pPr>
              <a:defRPr sz="3200"/>
            </a:lvl1pPr>
          </a:lstStyle>
          <a:p>
            <a:r>
              <a:rPr lang="de-DE" dirty="0"/>
              <a:t>Überschrift</a:t>
            </a:r>
          </a:p>
        </p:txBody>
      </p:sp>
      <p:sp>
        <p:nvSpPr>
          <p:cNvPr id="3" name="Inhaltsplatzhalter 2">
            <a:extLst>
              <a:ext uri="{FF2B5EF4-FFF2-40B4-BE49-F238E27FC236}">
                <a16:creationId xmlns:a16="http://schemas.microsoft.com/office/drawing/2014/main" id="{41BB85FD-ECDA-36AA-2F63-F92D935D9790}"/>
              </a:ext>
            </a:extLst>
          </p:cNvPr>
          <p:cNvSpPr>
            <a:spLocks noGrp="1"/>
          </p:cNvSpPr>
          <p:nvPr>
            <p:ph idx="1"/>
          </p:nvPr>
        </p:nvSpPr>
        <p:spPr>
          <a:xfrm>
            <a:off x="7775574" y="1481138"/>
            <a:ext cx="8568425" cy="7310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3">
            <a:extLst>
              <a:ext uri="{FF2B5EF4-FFF2-40B4-BE49-F238E27FC236}">
                <a16:creationId xmlns:a16="http://schemas.microsoft.com/office/drawing/2014/main" id="{0858A1FB-E57C-5418-EBE1-354F98671459}"/>
              </a:ext>
            </a:extLst>
          </p:cNvPr>
          <p:cNvSpPr>
            <a:spLocks noGrp="1"/>
          </p:cNvSpPr>
          <p:nvPr>
            <p:ph type="body" sz="half" idx="2"/>
          </p:nvPr>
        </p:nvSpPr>
        <p:spPr>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19" name="Freeform 13">
            <a:extLst>
              <a:ext uri="{FF2B5EF4-FFF2-40B4-BE49-F238E27FC236}">
                <a16:creationId xmlns:a16="http://schemas.microsoft.com/office/drawing/2014/main" id="{F47AD150-4E7B-64E2-B586-D89BE502678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22" name="Freeform 2">
            <a:extLst>
              <a:ext uri="{FF2B5EF4-FFF2-40B4-BE49-F238E27FC236}">
                <a16:creationId xmlns:a16="http://schemas.microsoft.com/office/drawing/2014/main" id="{B785267F-9B21-E2D1-8B7C-5852346519D4}"/>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3" name="Freeform 3">
            <a:extLst>
              <a:ext uri="{FF2B5EF4-FFF2-40B4-BE49-F238E27FC236}">
                <a16:creationId xmlns:a16="http://schemas.microsoft.com/office/drawing/2014/main" id="{DEC9A8E5-7307-5793-E10D-501433896A88}"/>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4" name="Freeform 5">
            <a:extLst>
              <a:ext uri="{FF2B5EF4-FFF2-40B4-BE49-F238E27FC236}">
                <a16:creationId xmlns:a16="http://schemas.microsoft.com/office/drawing/2014/main" id="{A2353211-40FC-5740-32CD-1C4B636D7A37}"/>
              </a:ext>
            </a:extLst>
          </p:cNvPr>
          <p:cNvSpPr/>
          <p:nvPr userDrawn="1"/>
        </p:nvSpPr>
        <p:spPr>
          <a:xfrm>
            <a:off x="-344695" y="-103733"/>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25" name="Freeform 6">
            <a:extLst>
              <a:ext uri="{FF2B5EF4-FFF2-40B4-BE49-F238E27FC236}">
                <a16:creationId xmlns:a16="http://schemas.microsoft.com/office/drawing/2014/main" id="{B03E0420-8A6D-6BE6-D535-527AD41A1A23}"/>
              </a:ext>
            </a:extLst>
          </p:cNvPr>
          <p:cNvSpPr/>
          <p:nvPr userDrawn="1"/>
        </p:nvSpPr>
        <p:spPr>
          <a:xfrm rot="7860679">
            <a:off x="184890" y="17076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26" name="Freeform 8">
            <a:extLst>
              <a:ext uri="{FF2B5EF4-FFF2-40B4-BE49-F238E27FC236}">
                <a16:creationId xmlns:a16="http://schemas.microsoft.com/office/drawing/2014/main" id="{AE95795B-3C8A-0529-1C07-E4386818A618}"/>
              </a:ext>
            </a:extLst>
          </p:cNvPr>
          <p:cNvSpPr/>
          <p:nvPr userDrawn="1"/>
        </p:nvSpPr>
        <p:spPr>
          <a:xfrm rot="-458312">
            <a:off x="16929227" y="-285243"/>
            <a:ext cx="3155791" cy="3843267"/>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7" name="Freeform 9">
            <a:extLst>
              <a:ext uri="{FF2B5EF4-FFF2-40B4-BE49-F238E27FC236}">
                <a16:creationId xmlns:a16="http://schemas.microsoft.com/office/drawing/2014/main" id="{7CD293D5-CCCD-DB27-0368-65760863B577}"/>
              </a:ext>
            </a:extLst>
          </p:cNvPr>
          <p:cNvSpPr/>
          <p:nvPr userDrawn="1"/>
        </p:nvSpPr>
        <p:spPr>
          <a:xfrm rot="1296289">
            <a:off x="15429160" y="-255544"/>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28" name="Freeform 10">
            <a:extLst>
              <a:ext uri="{FF2B5EF4-FFF2-40B4-BE49-F238E27FC236}">
                <a16:creationId xmlns:a16="http://schemas.microsoft.com/office/drawing/2014/main" id="{1D3F4BBB-70D6-DB0B-303C-DA23C05C8358}"/>
              </a:ext>
            </a:extLst>
          </p:cNvPr>
          <p:cNvSpPr/>
          <p:nvPr userDrawn="1"/>
        </p:nvSpPr>
        <p:spPr>
          <a:xfrm rot="-2487859">
            <a:off x="1742939" y="-107165"/>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29" name="Freeform 11">
            <a:extLst>
              <a:ext uri="{FF2B5EF4-FFF2-40B4-BE49-F238E27FC236}">
                <a16:creationId xmlns:a16="http://schemas.microsoft.com/office/drawing/2014/main" id="{A91B5530-0FF0-FD42-3AB8-DF8DB9D91CC9}"/>
              </a:ext>
            </a:extLst>
          </p:cNvPr>
          <p:cNvSpPr/>
          <p:nvPr userDrawn="1"/>
        </p:nvSpPr>
        <p:spPr>
          <a:xfrm rot="1296289">
            <a:off x="-1078000" y="5865358"/>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0" name="Freeform 12">
            <a:extLst>
              <a:ext uri="{FF2B5EF4-FFF2-40B4-BE49-F238E27FC236}">
                <a16:creationId xmlns:a16="http://schemas.microsoft.com/office/drawing/2014/main" id="{23FCDB0A-FE28-5239-063A-55FF77DAEA5E}"/>
              </a:ext>
            </a:extLst>
          </p:cNvPr>
          <p:cNvSpPr/>
          <p:nvPr userDrawn="1"/>
        </p:nvSpPr>
        <p:spPr>
          <a:xfrm rot="1597264">
            <a:off x="17342788" y="120854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1" name="Freeform 5">
            <a:extLst>
              <a:ext uri="{FF2B5EF4-FFF2-40B4-BE49-F238E27FC236}">
                <a16:creationId xmlns:a16="http://schemas.microsoft.com/office/drawing/2014/main" id="{AF83C77C-7708-6BFD-1A3A-1A7FE688E2D6}"/>
              </a:ext>
            </a:extLst>
          </p:cNvPr>
          <p:cNvSpPr/>
          <p:nvPr userDrawn="1"/>
        </p:nvSpPr>
        <p:spPr>
          <a:xfrm rot="7999432">
            <a:off x="17045216" y="6735395"/>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2" name="Freeform 7">
            <a:extLst>
              <a:ext uri="{FF2B5EF4-FFF2-40B4-BE49-F238E27FC236}">
                <a16:creationId xmlns:a16="http://schemas.microsoft.com/office/drawing/2014/main" id="{45E5D326-E072-5757-7F26-55041BCADC38}"/>
              </a:ext>
            </a:extLst>
          </p:cNvPr>
          <p:cNvSpPr/>
          <p:nvPr userDrawn="1"/>
        </p:nvSpPr>
        <p:spPr>
          <a:xfrm rot="7860679">
            <a:off x="16251956" y="8185608"/>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Tree>
    <p:extLst>
      <p:ext uri="{BB962C8B-B14F-4D97-AF65-F5344CB8AC3E}">
        <p14:creationId xmlns:p14="http://schemas.microsoft.com/office/powerpoint/2010/main" val="141122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 mit Überschrift">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2A5FF1BE-6E89-BD9B-6F40-A62ECDE55D5C}"/>
              </a:ext>
            </a:extLst>
          </p:cNvPr>
          <p:cNvSpPr>
            <a:spLocks noGrp="1"/>
          </p:cNvSpPr>
          <p:nvPr>
            <p:ph type="pic" idx="1"/>
          </p:nvPr>
        </p:nvSpPr>
        <p:spPr>
          <a:xfrm>
            <a:off x="7775575" y="1481138"/>
            <a:ext cx="8568424" cy="7310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dirty="0"/>
          </a:p>
        </p:txBody>
      </p:sp>
      <p:sp>
        <p:nvSpPr>
          <p:cNvPr id="8" name="Freeform 2">
            <a:extLst>
              <a:ext uri="{FF2B5EF4-FFF2-40B4-BE49-F238E27FC236}">
                <a16:creationId xmlns:a16="http://schemas.microsoft.com/office/drawing/2014/main" id="{90BB0451-57CE-6C95-DCE7-EB3A0D295758}"/>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3">
            <a:extLst>
              <a:ext uri="{FF2B5EF4-FFF2-40B4-BE49-F238E27FC236}">
                <a16:creationId xmlns:a16="http://schemas.microsoft.com/office/drawing/2014/main" id="{5CA1BBC5-0EE1-A6FB-D24A-FE0784B1A512}"/>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5">
            <a:extLst>
              <a:ext uri="{FF2B5EF4-FFF2-40B4-BE49-F238E27FC236}">
                <a16:creationId xmlns:a16="http://schemas.microsoft.com/office/drawing/2014/main" id="{AAC90572-095E-D207-28CC-5CC7CE8AAB54}"/>
              </a:ext>
            </a:extLst>
          </p:cNvPr>
          <p:cNvSpPr/>
          <p:nvPr userDrawn="1"/>
        </p:nvSpPr>
        <p:spPr>
          <a:xfrm>
            <a:off x="-344695" y="-103733"/>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6">
            <a:extLst>
              <a:ext uri="{FF2B5EF4-FFF2-40B4-BE49-F238E27FC236}">
                <a16:creationId xmlns:a16="http://schemas.microsoft.com/office/drawing/2014/main" id="{6F91B3CD-CC8F-0B3A-D18E-D660FC7D92FD}"/>
              </a:ext>
            </a:extLst>
          </p:cNvPr>
          <p:cNvSpPr/>
          <p:nvPr userDrawn="1"/>
        </p:nvSpPr>
        <p:spPr>
          <a:xfrm rot="7860679">
            <a:off x="184890" y="17076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4" name="Freeform 8">
            <a:extLst>
              <a:ext uri="{FF2B5EF4-FFF2-40B4-BE49-F238E27FC236}">
                <a16:creationId xmlns:a16="http://schemas.microsoft.com/office/drawing/2014/main" id="{9163308A-5476-0EE0-5224-021FE11335A9}"/>
              </a:ext>
            </a:extLst>
          </p:cNvPr>
          <p:cNvSpPr/>
          <p:nvPr userDrawn="1"/>
        </p:nvSpPr>
        <p:spPr>
          <a:xfrm rot="-458312">
            <a:off x="16929227" y="-285243"/>
            <a:ext cx="3155791" cy="3843267"/>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5" name="Freeform 9">
            <a:extLst>
              <a:ext uri="{FF2B5EF4-FFF2-40B4-BE49-F238E27FC236}">
                <a16:creationId xmlns:a16="http://schemas.microsoft.com/office/drawing/2014/main" id="{E41D98E6-757A-F89B-A562-5CC2FF52C434}"/>
              </a:ext>
            </a:extLst>
          </p:cNvPr>
          <p:cNvSpPr/>
          <p:nvPr userDrawn="1"/>
        </p:nvSpPr>
        <p:spPr>
          <a:xfrm rot="1296289">
            <a:off x="15429160" y="-255544"/>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0">
            <a:extLst>
              <a:ext uri="{FF2B5EF4-FFF2-40B4-BE49-F238E27FC236}">
                <a16:creationId xmlns:a16="http://schemas.microsoft.com/office/drawing/2014/main" id="{25F7D7F9-A4A2-443D-DB6B-12FBDA0EBEF5}"/>
              </a:ext>
            </a:extLst>
          </p:cNvPr>
          <p:cNvSpPr/>
          <p:nvPr userDrawn="1"/>
        </p:nvSpPr>
        <p:spPr>
          <a:xfrm rot="-2487859">
            <a:off x="1742939" y="-107165"/>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1">
            <a:extLst>
              <a:ext uri="{FF2B5EF4-FFF2-40B4-BE49-F238E27FC236}">
                <a16:creationId xmlns:a16="http://schemas.microsoft.com/office/drawing/2014/main" id="{16B66D66-EF89-D409-F216-68548596F9D9}"/>
              </a:ext>
            </a:extLst>
          </p:cNvPr>
          <p:cNvSpPr/>
          <p:nvPr userDrawn="1"/>
        </p:nvSpPr>
        <p:spPr>
          <a:xfrm rot="1296289">
            <a:off x="-1078000" y="5865358"/>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8" name="Freeform 12">
            <a:extLst>
              <a:ext uri="{FF2B5EF4-FFF2-40B4-BE49-F238E27FC236}">
                <a16:creationId xmlns:a16="http://schemas.microsoft.com/office/drawing/2014/main" id="{5DADAE46-D778-7C30-362F-6F7AE6433EFC}"/>
              </a:ext>
            </a:extLst>
          </p:cNvPr>
          <p:cNvSpPr/>
          <p:nvPr userDrawn="1"/>
        </p:nvSpPr>
        <p:spPr>
          <a:xfrm rot="1597264">
            <a:off x="17342788" y="120854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9" name="Freeform 13">
            <a:extLst>
              <a:ext uri="{FF2B5EF4-FFF2-40B4-BE49-F238E27FC236}">
                <a16:creationId xmlns:a16="http://schemas.microsoft.com/office/drawing/2014/main" id="{88CBCFF4-7254-B7D0-3D1F-F21E7E31B92C}"/>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20" name="Titel 1">
            <a:extLst>
              <a:ext uri="{FF2B5EF4-FFF2-40B4-BE49-F238E27FC236}">
                <a16:creationId xmlns:a16="http://schemas.microsoft.com/office/drawing/2014/main" id="{02BC145F-1719-414C-C71E-C2EC49EB0A6C}"/>
              </a:ext>
            </a:extLst>
          </p:cNvPr>
          <p:cNvSpPr txBox="1">
            <a:spLocks/>
          </p:cNvSpPr>
          <p:nvPr userDrawn="1"/>
        </p:nvSpPr>
        <p:spPr>
          <a:xfrm>
            <a:off x="1944000" y="1481138"/>
            <a:ext cx="5235566" cy="1260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de-DE" dirty="0"/>
              <a:t>Überschrift</a:t>
            </a:r>
          </a:p>
        </p:txBody>
      </p:sp>
      <p:sp>
        <p:nvSpPr>
          <p:cNvPr id="22" name="Textplatzhalter 3">
            <a:extLst>
              <a:ext uri="{FF2B5EF4-FFF2-40B4-BE49-F238E27FC236}">
                <a16:creationId xmlns:a16="http://schemas.microsoft.com/office/drawing/2014/main" id="{C519E988-B3EA-8638-30E0-6D5CC7C1CA3E}"/>
              </a:ext>
            </a:extLst>
          </p:cNvPr>
          <p:cNvSpPr>
            <a:spLocks noGrp="1"/>
          </p:cNvSpPr>
          <p:nvPr>
            <p:ph type="body" sz="half" idx="11"/>
          </p:nvPr>
        </p:nvSpPr>
        <p:spPr>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24" name="Freeform 5">
            <a:extLst>
              <a:ext uri="{FF2B5EF4-FFF2-40B4-BE49-F238E27FC236}">
                <a16:creationId xmlns:a16="http://schemas.microsoft.com/office/drawing/2014/main" id="{BFAEB560-E424-6593-FE5E-1B75DEA3BB45}"/>
              </a:ext>
            </a:extLst>
          </p:cNvPr>
          <p:cNvSpPr/>
          <p:nvPr userDrawn="1"/>
        </p:nvSpPr>
        <p:spPr>
          <a:xfrm rot="7999432">
            <a:off x="17045216" y="6735395"/>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3" name="Freeform 7">
            <a:extLst>
              <a:ext uri="{FF2B5EF4-FFF2-40B4-BE49-F238E27FC236}">
                <a16:creationId xmlns:a16="http://schemas.microsoft.com/office/drawing/2014/main" id="{AB5C5D13-66A6-41D5-C8D9-D17B7D1DDE76}"/>
              </a:ext>
            </a:extLst>
          </p:cNvPr>
          <p:cNvSpPr/>
          <p:nvPr userDrawn="1"/>
        </p:nvSpPr>
        <p:spPr>
          <a:xfrm rot="7860679">
            <a:off x="16251956" y="8185608"/>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12115070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rage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2186282" y="2403128"/>
            <a:ext cx="13716000" cy="623793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6230294"/>
          </a:xfrm>
        </p:spPr>
        <p:txBody>
          <a:bodyPr anchor="ctr"/>
          <a:lstStyle>
            <a:lvl1pPr algn="ctr">
              <a:defRPr sz="6000"/>
            </a:lvl1pPr>
          </a:lstStyle>
          <a:p>
            <a:r>
              <a:rPr lang="de-DE" dirty="0"/>
              <a:t>Gibt es offene Fragen?</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41687282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ie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2205643" y="2394218"/>
            <a:ext cx="13716000" cy="623793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6221384"/>
          </a:xfrm>
        </p:spPr>
        <p:txBody>
          <a:bodyPr anchor="ctr"/>
          <a:lstStyle>
            <a:lvl1pPr algn="ctr">
              <a:defRPr sz="6000"/>
            </a:lvl1pPr>
          </a:lstStyle>
          <a:p>
            <a:r>
              <a:rPr lang="de-DE" dirty="0"/>
              <a:t>Schön das Ihr da wart!</a:t>
            </a:r>
            <a:br>
              <a:rPr lang="de-DE" dirty="0"/>
            </a:br>
            <a:r>
              <a:rPr lang="de-DE" dirty="0"/>
              <a:t>Bis nächste Woche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3076106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7E3A0CB0-E9D5-E099-7793-E4F66CD0D4D7}"/>
              </a:ext>
            </a:extLst>
          </p:cNvPr>
          <p:cNvPicPr>
            <a:picLocks noChangeAspect="1"/>
          </p:cNvPicPr>
          <p:nvPr userDrawn="1"/>
        </p:nvPicPr>
        <p:blipFill>
          <a:blip r:embed="rId2"/>
          <a:stretch>
            <a:fillRect/>
          </a:stretch>
        </p:blipFill>
        <p:spPr>
          <a:xfrm>
            <a:off x="15876905" y="4807323"/>
            <a:ext cx="2373813" cy="1592764"/>
          </a:xfrm>
          <a:prstGeom prst="rect">
            <a:avLst/>
          </a:prstGeom>
        </p:spPr>
      </p:pic>
      <p:pic>
        <p:nvPicPr>
          <p:cNvPr id="18" name="Grafik 17">
            <a:extLst>
              <a:ext uri="{FF2B5EF4-FFF2-40B4-BE49-F238E27FC236}">
                <a16:creationId xmlns:a16="http://schemas.microsoft.com/office/drawing/2014/main" id="{6F9AFEAC-D5A8-503D-7C40-CF3CBCA3C0B0}"/>
              </a:ext>
            </a:extLst>
          </p:cNvPr>
          <p:cNvPicPr>
            <a:picLocks noChangeAspect="1"/>
          </p:cNvPicPr>
          <p:nvPr userDrawn="1"/>
        </p:nvPicPr>
        <p:blipFill>
          <a:blip r:embed="rId3"/>
          <a:stretch>
            <a:fillRect/>
          </a:stretch>
        </p:blipFill>
        <p:spPr>
          <a:xfrm>
            <a:off x="12021566" y="6891802"/>
            <a:ext cx="1502640" cy="1592764"/>
          </a:xfrm>
          <a:prstGeom prst="rect">
            <a:avLst/>
          </a:prstGeom>
        </p:spPr>
      </p:pic>
      <p:pic>
        <p:nvPicPr>
          <p:cNvPr id="19" name="Grafik 18">
            <a:extLst>
              <a:ext uri="{FF2B5EF4-FFF2-40B4-BE49-F238E27FC236}">
                <a16:creationId xmlns:a16="http://schemas.microsoft.com/office/drawing/2014/main" id="{3EA40C45-80E3-9DBE-0D88-9108036EE692}"/>
              </a:ext>
            </a:extLst>
          </p:cNvPr>
          <p:cNvPicPr>
            <a:picLocks noChangeAspect="1"/>
          </p:cNvPicPr>
          <p:nvPr userDrawn="1"/>
        </p:nvPicPr>
        <p:blipFill>
          <a:blip r:embed="rId4"/>
          <a:stretch>
            <a:fillRect/>
          </a:stretch>
        </p:blipFill>
        <p:spPr>
          <a:xfrm>
            <a:off x="13639800" y="6638689"/>
            <a:ext cx="1949303" cy="1592764"/>
          </a:xfrm>
          <a:prstGeom prst="rect">
            <a:avLst/>
          </a:prstGeom>
        </p:spPr>
      </p:pic>
      <p:pic>
        <p:nvPicPr>
          <p:cNvPr id="20" name="Grafik 19">
            <a:extLst>
              <a:ext uri="{FF2B5EF4-FFF2-40B4-BE49-F238E27FC236}">
                <a16:creationId xmlns:a16="http://schemas.microsoft.com/office/drawing/2014/main" id="{EF5E2560-0A3A-94A2-5A16-9B894912A2B0}"/>
              </a:ext>
            </a:extLst>
          </p:cNvPr>
          <p:cNvPicPr>
            <a:picLocks noChangeAspect="1"/>
          </p:cNvPicPr>
          <p:nvPr userDrawn="1"/>
        </p:nvPicPr>
        <p:blipFill>
          <a:blip r:embed="rId5"/>
          <a:stretch>
            <a:fillRect/>
          </a:stretch>
        </p:blipFill>
        <p:spPr>
          <a:xfrm>
            <a:off x="9677723" y="6922092"/>
            <a:ext cx="2258684" cy="1592764"/>
          </a:xfrm>
          <a:prstGeom prst="rect">
            <a:avLst/>
          </a:prstGeom>
        </p:spPr>
      </p:pic>
      <p:pic>
        <p:nvPicPr>
          <p:cNvPr id="21" name="Grafik 20">
            <a:extLst>
              <a:ext uri="{FF2B5EF4-FFF2-40B4-BE49-F238E27FC236}">
                <a16:creationId xmlns:a16="http://schemas.microsoft.com/office/drawing/2014/main" id="{ACE314E4-F661-2E60-D488-01881579C4E6}"/>
              </a:ext>
            </a:extLst>
          </p:cNvPr>
          <p:cNvPicPr>
            <a:picLocks noChangeAspect="1"/>
          </p:cNvPicPr>
          <p:nvPr userDrawn="1"/>
        </p:nvPicPr>
        <p:blipFill>
          <a:blip r:embed="rId6"/>
          <a:stretch>
            <a:fillRect/>
          </a:stretch>
        </p:blipFill>
        <p:spPr>
          <a:xfrm>
            <a:off x="11326904" y="5064484"/>
            <a:ext cx="2033866" cy="1592764"/>
          </a:xfrm>
          <a:prstGeom prst="rect">
            <a:avLst/>
          </a:prstGeom>
        </p:spPr>
      </p:pic>
      <p:pic>
        <p:nvPicPr>
          <p:cNvPr id="22" name="Grafik 21">
            <a:extLst>
              <a:ext uri="{FF2B5EF4-FFF2-40B4-BE49-F238E27FC236}">
                <a16:creationId xmlns:a16="http://schemas.microsoft.com/office/drawing/2014/main" id="{CC1A16C3-D223-9B94-BC6D-9D2FC378475A}"/>
              </a:ext>
            </a:extLst>
          </p:cNvPr>
          <p:cNvPicPr>
            <a:picLocks noChangeAspect="1"/>
          </p:cNvPicPr>
          <p:nvPr userDrawn="1"/>
        </p:nvPicPr>
        <p:blipFill>
          <a:blip r:embed="rId7"/>
          <a:stretch>
            <a:fillRect/>
          </a:stretch>
        </p:blipFill>
        <p:spPr>
          <a:xfrm>
            <a:off x="14485268" y="3220983"/>
            <a:ext cx="1775341" cy="1592764"/>
          </a:xfrm>
          <a:prstGeom prst="rect">
            <a:avLst/>
          </a:prstGeom>
        </p:spPr>
      </p:pic>
      <p:pic>
        <p:nvPicPr>
          <p:cNvPr id="23" name="Grafik 22">
            <a:extLst>
              <a:ext uri="{FF2B5EF4-FFF2-40B4-BE49-F238E27FC236}">
                <a16:creationId xmlns:a16="http://schemas.microsoft.com/office/drawing/2014/main" id="{35FDDE54-74CC-5209-2E8E-94F46737BDFE}"/>
              </a:ext>
            </a:extLst>
          </p:cNvPr>
          <p:cNvPicPr>
            <a:picLocks noChangeAspect="1"/>
          </p:cNvPicPr>
          <p:nvPr userDrawn="1"/>
        </p:nvPicPr>
        <p:blipFill>
          <a:blip r:embed="rId8"/>
          <a:stretch>
            <a:fillRect/>
          </a:stretch>
        </p:blipFill>
        <p:spPr>
          <a:xfrm>
            <a:off x="16220430" y="8526750"/>
            <a:ext cx="2080242" cy="1592764"/>
          </a:xfrm>
          <a:prstGeom prst="rect">
            <a:avLst/>
          </a:prstGeom>
        </p:spPr>
      </p:pic>
      <p:pic>
        <p:nvPicPr>
          <p:cNvPr id="24" name="Grafik 23">
            <a:extLst>
              <a:ext uri="{FF2B5EF4-FFF2-40B4-BE49-F238E27FC236}">
                <a16:creationId xmlns:a16="http://schemas.microsoft.com/office/drawing/2014/main" id="{4559DBB7-12D0-1FD0-FC5C-934CA88C7871}"/>
              </a:ext>
            </a:extLst>
          </p:cNvPr>
          <p:cNvPicPr>
            <a:picLocks noChangeAspect="1"/>
          </p:cNvPicPr>
          <p:nvPr userDrawn="1"/>
        </p:nvPicPr>
        <p:blipFill>
          <a:blip r:embed="rId9"/>
          <a:stretch>
            <a:fillRect/>
          </a:stretch>
        </p:blipFill>
        <p:spPr>
          <a:xfrm>
            <a:off x="2349260" y="4800008"/>
            <a:ext cx="2193219" cy="1592764"/>
          </a:xfrm>
          <a:prstGeom prst="rect">
            <a:avLst/>
          </a:prstGeom>
        </p:spPr>
      </p:pic>
      <p:pic>
        <p:nvPicPr>
          <p:cNvPr id="25" name="Grafik 24" descr="Ein Bild, das Mann, stehend, Schnee, haltend enthält.&#10;&#10;Automatisch generierte Beschreibung">
            <a:extLst>
              <a:ext uri="{FF2B5EF4-FFF2-40B4-BE49-F238E27FC236}">
                <a16:creationId xmlns:a16="http://schemas.microsoft.com/office/drawing/2014/main" id="{C6AD4F95-6B05-C91C-C7FC-AA231BBD4F40}"/>
              </a:ext>
            </a:extLst>
          </p:cNvPr>
          <p:cNvPicPr>
            <a:picLocks noChangeAspect="1"/>
          </p:cNvPicPr>
          <p:nvPr userDrawn="1"/>
        </p:nvPicPr>
        <p:blipFill>
          <a:blip r:embed="rId10"/>
          <a:stretch>
            <a:fillRect/>
          </a:stretch>
        </p:blipFill>
        <p:spPr>
          <a:xfrm>
            <a:off x="16093202" y="3146603"/>
            <a:ext cx="2157516" cy="1592764"/>
          </a:xfrm>
          <a:prstGeom prst="rect">
            <a:avLst/>
          </a:prstGeom>
        </p:spPr>
      </p:pic>
      <p:grpSp>
        <p:nvGrpSpPr>
          <p:cNvPr id="27" name="Google Shape;418;p40">
            <a:extLst>
              <a:ext uri="{FF2B5EF4-FFF2-40B4-BE49-F238E27FC236}">
                <a16:creationId xmlns:a16="http://schemas.microsoft.com/office/drawing/2014/main" id="{E2968DC3-638A-2497-5ACE-FC13D198B378}"/>
              </a:ext>
            </a:extLst>
          </p:cNvPr>
          <p:cNvGrpSpPr>
            <a:grpSpLocks noChangeAspect="1"/>
          </p:cNvGrpSpPr>
          <p:nvPr userDrawn="1"/>
        </p:nvGrpSpPr>
        <p:grpSpPr>
          <a:xfrm>
            <a:off x="2970519" y="3831316"/>
            <a:ext cx="1196899" cy="839754"/>
            <a:chOff x="559275" y="1683950"/>
            <a:chExt cx="466500" cy="327300"/>
          </a:xfrm>
        </p:grpSpPr>
        <p:sp>
          <p:nvSpPr>
            <p:cNvPr id="28" name="Google Shape;419;p40">
              <a:extLst>
                <a:ext uri="{FF2B5EF4-FFF2-40B4-BE49-F238E27FC236}">
                  <a16:creationId xmlns:a16="http://schemas.microsoft.com/office/drawing/2014/main" id="{D4E07169-9311-A919-A5B1-3A2BC489A820}"/>
                </a:ext>
              </a:extLst>
            </p:cNvPr>
            <p:cNvSpPr/>
            <p:nvPr/>
          </p:nvSpPr>
          <p:spPr>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20;p40">
              <a:extLst>
                <a:ext uri="{FF2B5EF4-FFF2-40B4-BE49-F238E27FC236}">
                  <a16:creationId xmlns:a16="http://schemas.microsoft.com/office/drawing/2014/main" id="{503B8EED-9682-4157-D085-145252C22655}"/>
                </a:ext>
              </a:extLst>
            </p:cNvPr>
            <p:cNvSpPr/>
            <p:nvPr/>
          </p:nvSpPr>
          <p:spPr>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421;p40">
            <a:extLst>
              <a:ext uri="{FF2B5EF4-FFF2-40B4-BE49-F238E27FC236}">
                <a16:creationId xmlns:a16="http://schemas.microsoft.com/office/drawing/2014/main" id="{BE107EB6-45D4-F910-C895-A11AE900F660}"/>
              </a:ext>
            </a:extLst>
          </p:cNvPr>
          <p:cNvGrpSpPr>
            <a:grpSpLocks noChangeAspect="1"/>
          </p:cNvGrpSpPr>
          <p:nvPr userDrawn="1"/>
        </p:nvGrpSpPr>
        <p:grpSpPr>
          <a:xfrm>
            <a:off x="910516" y="742994"/>
            <a:ext cx="1205798" cy="1180532"/>
            <a:chOff x="1233350" y="1619250"/>
            <a:chExt cx="466500" cy="456725"/>
          </a:xfrm>
        </p:grpSpPr>
        <p:sp>
          <p:nvSpPr>
            <p:cNvPr id="31" name="Google Shape;422;p40">
              <a:extLst>
                <a:ext uri="{FF2B5EF4-FFF2-40B4-BE49-F238E27FC236}">
                  <a16:creationId xmlns:a16="http://schemas.microsoft.com/office/drawing/2014/main" id="{006AC4A0-2301-F011-43E4-1034601DD5D6}"/>
                </a:ext>
              </a:extLst>
            </p:cNvPr>
            <p:cNvSpPr/>
            <p:nvPr/>
          </p:nvSpPr>
          <p:spPr>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23;p40">
              <a:extLst>
                <a:ext uri="{FF2B5EF4-FFF2-40B4-BE49-F238E27FC236}">
                  <a16:creationId xmlns:a16="http://schemas.microsoft.com/office/drawing/2014/main" id="{60AAD319-02B2-666F-121E-42411FF22D72}"/>
                </a:ext>
              </a:extLst>
            </p:cNvPr>
            <p:cNvSpPr/>
            <p:nvPr/>
          </p:nvSpPr>
          <p:spPr>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24;p40">
              <a:extLst>
                <a:ext uri="{FF2B5EF4-FFF2-40B4-BE49-F238E27FC236}">
                  <a16:creationId xmlns:a16="http://schemas.microsoft.com/office/drawing/2014/main" id="{44DD9E97-9119-8124-24B5-C0B800995E2E}"/>
                </a:ext>
              </a:extLst>
            </p:cNvPr>
            <p:cNvSpPr/>
            <p:nvPr/>
          </p:nvSpPr>
          <p:spPr>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25;p40">
              <a:extLst>
                <a:ext uri="{FF2B5EF4-FFF2-40B4-BE49-F238E27FC236}">
                  <a16:creationId xmlns:a16="http://schemas.microsoft.com/office/drawing/2014/main" id="{100C8D06-9AEA-8401-04DC-63DB0F2CAFAC}"/>
                </a:ext>
              </a:extLst>
            </p:cNvPr>
            <p:cNvSpPr/>
            <p:nvPr/>
          </p:nvSpPr>
          <p:spPr>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426;p40">
            <a:extLst>
              <a:ext uri="{FF2B5EF4-FFF2-40B4-BE49-F238E27FC236}">
                <a16:creationId xmlns:a16="http://schemas.microsoft.com/office/drawing/2014/main" id="{86012837-28A8-42E6-68F8-3AFCF165B609}"/>
              </a:ext>
            </a:extLst>
          </p:cNvPr>
          <p:cNvGrpSpPr>
            <a:grpSpLocks noChangeAspect="1"/>
          </p:cNvGrpSpPr>
          <p:nvPr userDrawn="1"/>
        </p:nvGrpSpPr>
        <p:grpSpPr>
          <a:xfrm>
            <a:off x="6088394" y="3574688"/>
            <a:ext cx="974938" cy="974938"/>
            <a:chOff x="1922075" y="1629000"/>
            <a:chExt cx="437200" cy="437200"/>
          </a:xfrm>
        </p:grpSpPr>
        <p:sp>
          <p:nvSpPr>
            <p:cNvPr id="36" name="Google Shape;427;p40">
              <a:extLst>
                <a:ext uri="{FF2B5EF4-FFF2-40B4-BE49-F238E27FC236}">
                  <a16:creationId xmlns:a16="http://schemas.microsoft.com/office/drawing/2014/main" id="{6764EFCE-92F1-8642-0498-86DD8044119E}"/>
                </a:ext>
              </a:extLst>
            </p:cNvPr>
            <p:cNvSpPr/>
            <p:nvPr/>
          </p:nvSpPr>
          <p:spPr>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28;p40">
              <a:extLst>
                <a:ext uri="{FF2B5EF4-FFF2-40B4-BE49-F238E27FC236}">
                  <a16:creationId xmlns:a16="http://schemas.microsoft.com/office/drawing/2014/main" id="{D94B9682-90C7-4D36-A683-146DF7F296A3}"/>
                </a:ext>
              </a:extLst>
            </p:cNvPr>
            <p:cNvSpPr/>
            <p:nvPr/>
          </p:nvSpPr>
          <p:spPr>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 name="Google Shape;429;p40">
            <a:extLst>
              <a:ext uri="{FF2B5EF4-FFF2-40B4-BE49-F238E27FC236}">
                <a16:creationId xmlns:a16="http://schemas.microsoft.com/office/drawing/2014/main" id="{D48921D5-D733-0731-440C-0B989FD7E933}"/>
              </a:ext>
            </a:extLst>
          </p:cNvPr>
          <p:cNvGrpSpPr>
            <a:grpSpLocks noChangeAspect="1"/>
          </p:cNvGrpSpPr>
          <p:nvPr userDrawn="1"/>
        </p:nvGrpSpPr>
        <p:grpSpPr>
          <a:xfrm>
            <a:off x="4514349" y="3536998"/>
            <a:ext cx="1005134" cy="1005134"/>
            <a:chOff x="2594325" y="1627175"/>
            <a:chExt cx="440850" cy="440850"/>
          </a:xfrm>
        </p:grpSpPr>
        <p:sp>
          <p:nvSpPr>
            <p:cNvPr id="39" name="Google Shape;430;p40">
              <a:extLst>
                <a:ext uri="{FF2B5EF4-FFF2-40B4-BE49-F238E27FC236}">
                  <a16:creationId xmlns:a16="http://schemas.microsoft.com/office/drawing/2014/main" id="{D3F9DF86-A4E3-1AB6-7530-BA688BF05453}"/>
                </a:ext>
              </a:extLst>
            </p:cNvPr>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31;p40">
              <a:extLst>
                <a:ext uri="{FF2B5EF4-FFF2-40B4-BE49-F238E27FC236}">
                  <a16:creationId xmlns:a16="http://schemas.microsoft.com/office/drawing/2014/main" id="{38ABD5BF-A56E-F107-7C2C-893D44E1ED88}"/>
                </a:ext>
              </a:extLst>
            </p:cNvPr>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32;p40">
              <a:extLst>
                <a:ext uri="{FF2B5EF4-FFF2-40B4-BE49-F238E27FC236}">
                  <a16:creationId xmlns:a16="http://schemas.microsoft.com/office/drawing/2014/main" id="{54FDEDA8-B57D-D039-0C8D-D9EF4911BE4E}"/>
                </a:ext>
              </a:extLst>
            </p:cNvPr>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 name="Google Shape;488;p40">
            <a:extLst>
              <a:ext uri="{FF2B5EF4-FFF2-40B4-BE49-F238E27FC236}">
                <a16:creationId xmlns:a16="http://schemas.microsoft.com/office/drawing/2014/main" id="{7ED12B17-1993-D628-7799-0159ECA94621}"/>
              </a:ext>
            </a:extLst>
          </p:cNvPr>
          <p:cNvSpPr>
            <a:spLocks noChangeAspect="1"/>
          </p:cNvSpPr>
          <p:nvPr userDrawn="1"/>
        </p:nvSpPr>
        <p:spPr>
          <a:xfrm>
            <a:off x="6225064" y="1724791"/>
            <a:ext cx="1245939" cy="1599223"/>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89;p40">
            <a:extLst>
              <a:ext uri="{FF2B5EF4-FFF2-40B4-BE49-F238E27FC236}">
                <a16:creationId xmlns:a16="http://schemas.microsoft.com/office/drawing/2014/main" id="{C237BCA3-79DE-8D6E-1CEF-A0F9100C268E}"/>
              </a:ext>
            </a:extLst>
          </p:cNvPr>
          <p:cNvSpPr>
            <a:spLocks noChangeAspect="1"/>
          </p:cNvSpPr>
          <p:nvPr userDrawn="1"/>
        </p:nvSpPr>
        <p:spPr>
          <a:xfrm>
            <a:off x="4980938" y="1713050"/>
            <a:ext cx="903927" cy="1566072"/>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 name="Google Shape;490;p40">
            <a:extLst>
              <a:ext uri="{FF2B5EF4-FFF2-40B4-BE49-F238E27FC236}">
                <a16:creationId xmlns:a16="http://schemas.microsoft.com/office/drawing/2014/main" id="{44661FAB-0382-6414-522D-17D926C9039C}"/>
              </a:ext>
            </a:extLst>
          </p:cNvPr>
          <p:cNvGrpSpPr>
            <a:grpSpLocks noChangeAspect="1"/>
          </p:cNvGrpSpPr>
          <p:nvPr userDrawn="1"/>
        </p:nvGrpSpPr>
        <p:grpSpPr>
          <a:xfrm>
            <a:off x="7906067" y="1750254"/>
            <a:ext cx="1622856" cy="1562899"/>
            <a:chOff x="2583325" y="2972875"/>
            <a:chExt cx="462850" cy="445750"/>
          </a:xfrm>
        </p:grpSpPr>
        <p:sp>
          <p:nvSpPr>
            <p:cNvPr id="45" name="Google Shape;491;p40">
              <a:extLst>
                <a:ext uri="{FF2B5EF4-FFF2-40B4-BE49-F238E27FC236}">
                  <a16:creationId xmlns:a16="http://schemas.microsoft.com/office/drawing/2014/main" id="{CD8B1178-8556-58A7-6C61-8230E44A88D1}"/>
                </a:ext>
              </a:extLst>
            </p:cNvPr>
            <p:cNvSpPr/>
            <p:nvPr/>
          </p:nvSpPr>
          <p:spPr>
            <a:xfrm>
              <a:off x="2701775"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92;p40">
              <a:extLst>
                <a:ext uri="{FF2B5EF4-FFF2-40B4-BE49-F238E27FC236}">
                  <a16:creationId xmlns:a16="http://schemas.microsoft.com/office/drawing/2014/main" id="{D4FAA2DC-1C82-D242-D22B-E4F855F5EF6D}"/>
                </a:ext>
              </a:extLst>
            </p:cNvPr>
            <p:cNvSpPr/>
            <p:nvPr/>
          </p:nvSpPr>
          <p:spPr>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8" name="Grafik 57">
            <a:extLst>
              <a:ext uri="{FF2B5EF4-FFF2-40B4-BE49-F238E27FC236}">
                <a16:creationId xmlns:a16="http://schemas.microsoft.com/office/drawing/2014/main" id="{FFB91F42-563A-857E-ADB7-A2E30A242D65}"/>
              </a:ext>
            </a:extLst>
          </p:cNvPr>
          <p:cNvPicPr>
            <a:picLocks noChangeAspect="1"/>
          </p:cNvPicPr>
          <p:nvPr userDrawn="1"/>
        </p:nvPicPr>
        <p:blipFill>
          <a:blip r:embed="rId11"/>
          <a:stretch/>
        </p:blipFill>
        <p:spPr bwMode="auto">
          <a:xfrm>
            <a:off x="10142224" y="3651773"/>
            <a:ext cx="1726057" cy="1158428"/>
          </a:xfrm>
          <a:prstGeom prst="rect">
            <a:avLst/>
          </a:prstGeom>
        </p:spPr>
      </p:pic>
      <p:pic>
        <p:nvPicPr>
          <p:cNvPr id="1026" name="Picture 2">
            <a:extLst>
              <a:ext uri="{FF2B5EF4-FFF2-40B4-BE49-F238E27FC236}">
                <a16:creationId xmlns:a16="http://schemas.microsoft.com/office/drawing/2014/main" id="{A805B4E8-9696-B68F-92F9-40125CB5CBC1}"/>
              </a:ext>
            </a:extLst>
          </p:cNvPr>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11700124" y="890575"/>
            <a:ext cx="2921000" cy="2108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2D5DAD8-AA8F-28C4-CBA3-9566777CF941}"/>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4529618" y="1217924"/>
            <a:ext cx="3721100" cy="20828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9E89FE1-B766-3D6E-AA9F-15331AADCC47}"/>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3755809" y="4850217"/>
            <a:ext cx="1726057" cy="145352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B72872D-A5BF-026C-D2EA-08D5BCAC6C8D}"/>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12232967" y="3095399"/>
            <a:ext cx="1887615" cy="175481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2CB4904A-0C43-3B98-0730-12DF8DD96E54}"/>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8675959" y="5412782"/>
            <a:ext cx="2620189" cy="107481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F54383CC-19F7-BFAF-9B67-AAB145D7E560}"/>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11417133" y="8901354"/>
            <a:ext cx="2390510" cy="1157224"/>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63BBA0AB-BEBB-21E6-04D6-1E1D4A2A2867}"/>
              </a:ext>
            </a:extLst>
          </p:cNvPr>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7303731" y="6936730"/>
            <a:ext cx="2288833" cy="1587749"/>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a:extLst>
              <a:ext uri="{FF2B5EF4-FFF2-40B4-BE49-F238E27FC236}">
                <a16:creationId xmlns:a16="http://schemas.microsoft.com/office/drawing/2014/main" id="{4516BB9C-6534-0611-1C86-FB414A1A7A25}"/>
              </a:ext>
            </a:extLst>
          </p:cNvPr>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16184729" y="6678395"/>
            <a:ext cx="1949303" cy="151945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A88FC152-7268-69BB-7621-E5132DEA47B7}"/>
              </a:ext>
            </a:extLst>
          </p:cNvPr>
          <p:cNvPicPr>
            <a:picLocks noChangeAspect="1" noChangeArrowheads="1"/>
          </p:cNvPicPr>
          <p:nvPr userDrawn="1"/>
        </p:nvPicPr>
        <p:blipFill>
          <a:blip r:embed="rId20">
            <a:extLst>
              <a:ext uri="{28A0092B-C50C-407E-A947-70E740481C1C}">
                <a14:useLocalDpi xmlns:a14="http://schemas.microsoft.com/office/drawing/2010/main" val="0"/>
              </a:ext>
            </a:extLst>
          </a:blip>
          <a:srcRect/>
          <a:stretch>
            <a:fillRect/>
          </a:stretch>
        </p:blipFill>
        <p:spPr bwMode="auto">
          <a:xfrm>
            <a:off x="5525448" y="6847298"/>
            <a:ext cx="1562381" cy="1577404"/>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a:extLst>
              <a:ext uri="{FF2B5EF4-FFF2-40B4-BE49-F238E27FC236}">
                <a16:creationId xmlns:a16="http://schemas.microsoft.com/office/drawing/2014/main" id="{77E04DC4-2858-564A-AE69-5FA3BADB2010}"/>
              </a:ext>
            </a:extLst>
          </p:cNvPr>
          <p:cNvPicPr>
            <a:picLocks noChangeAspect="1" noChangeArrowheads="1"/>
          </p:cNvPicPr>
          <p:nvPr userDrawn="1"/>
        </p:nvPicPr>
        <p:blipFill>
          <a:blip r:embed="rId21">
            <a:extLst>
              <a:ext uri="{28A0092B-C50C-407E-A947-70E740481C1C}">
                <a14:useLocalDpi xmlns:a14="http://schemas.microsoft.com/office/drawing/2010/main" val="0"/>
              </a:ext>
            </a:extLst>
          </a:blip>
          <a:srcRect/>
          <a:stretch>
            <a:fillRect/>
          </a:stretch>
        </p:blipFill>
        <p:spPr bwMode="auto">
          <a:xfrm>
            <a:off x="9443146" y="9086104"/>
            <a:ext cx="1646901" cy="979116"/>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23">
            <a:extLst>
              <a:ext uri="{FF2B5EF4-FFF2-40B4-BE49-F238E27FC236}">
                <a16:creationId xmlns:a16="http://schemas.microsoft.com/office/drawing/2014/main" id="{3252BC43-E7BD-710C-A290-251F91050F87}"/>
              </a:ext>
            </a:extLst>
          </p:cNvPr>
          <p:cNvPicPr>
            <a:picLocks noChangeAspect="1" noChangeArrowheads="1"/>
          </p:cNvPicPr>
          <p:nvPr userDrawn="1"/>
        </p:nvPicPr>
        <p:blipFill>
          <a:blip r:embed="rId22">
            <a:extLst>
              <a:ext uri="{28A0092B-C50C-407E-A947-70E740481C1C}">
                <a14:useLocalDpi xmlns:a14="http://schemas.microsoft.com/office/drawing/2010/main" val="0"/>
              </a:ext>
            </a:extLst>
          </a:blip>
          <a:srcRect/>
          <a:stretch>
            <a:fillRect/>
          </a:stretch>
        </p:blipFill>
        <p:spPr bwMode="auto">
          <a:xfrm>
            <a:off x="4958330" y="8641236"/>
            <a:ext cx="1939938" cy="1363792"/>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5765752B-A385-7379-1871-746ED911515A}"/>
              </a:ext>
            </a:extLst>
          </p:cNvPr>
          <p:cNvPicPr>
            <a:picLocks noChangeAspect="1" noChangeArrowheads="1"/>
          </p:cNvPicPr>
          <p:nvPr userDrawn="1"/>
        </p:nvPicPr>
        <p:blipFill>
          <a:blip r:embed="rId23">
            <a:extLst>
              <a:ext uri="{28A0092B-C50C-407E-A947-70E740481C1C}">
                <a14:useLocalDpi xmlns:a14="http://schemas.microsoft.com/office/drawing/2010/main" val="0"/>
              </a:ext>
            </a:extLst>
          </a:blip>
          <a:srcRect/>
          <a:stretch>
            <a:fillRect/>
          </a:stretch>
        </p:blipFill>
        <p:spPr bwMode="auto">
          <a:xfrm>
            <a:off x="7255942" y="8924883"/>
            <a:ext cx="1706562" cy="1137709"/>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1A133E14-E11F-3439-BE67-B088A1B717C3}"/>
              </a:ext>
            </a:extLst>
          </p:cNvPr>
          <p:cNvPicPr>
            <a:picLocks noChangeAspect="1" noChangeArrowheads="1"/>
          </p:cNvPicPr>
          <p:nvPr userDrawn="1"/>
        </p:nvPicPr>
        <p:blipFill>
          <a:blip r:embed="rId24">
            <a:extLst>
              <a:ext uri="{28A0092B-C50C-407E-A947-70E740481C1C}">
                <a14:useLocalDpi xmlns:a14="http://schemas.microsoft.com/office/drawing/2010/main" val="0"/>
              </a:ext>
            </a:extLst>
          </a:blip>
          <a:srcRect/>
          <a:stretch>
            <a:fillRect/>
          </a:stretch>
        </p:blipFill>
        <p:spPr bwMode="auto">
          <a:xfrm>
            <a:off x="14059336" y="8424702"/>
            <a:ext cx="2033866" cy="1538664"/>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a:extLst>
              <a:ext uri="{FF2B5EF4-FFF2-40B4-BE49-F238E27FC236}">
                <a16:creationId xmlns:a16="http://schemas.microsoft.com/office/drawing/2014/main" id="{4A84675B-44FB-5F5D-4E1A-E9C1B770FD5B}"/>
              </a:ext>
            </a:extLst>
          </p:cNvPr>
          <p:cNvPicPr>
            <a:picLocks noChangeAspect="1" noChangeArrowheads="1"/>
          </p:cNvPicPr>
          <p:nvPr userDrawn="1"/>
        </p:nvPicPr>
        <p:blipFill>
          <a:blip r:embed="rId25">
            <a:extLst>
              <a:ext uri="{28A0092B-C50C-407E-A947-70E740481C1C}">
                <a14:useLocalDpi xmlns:a14="http://schemas.microsoft.com/office/drawing/2010/main" val="0"/>
              </a:ext>
            </a:extLst>
          </a:blip>
          <a:srcRect/>
          <a:stretch>
            <a:fillRect/>
          </a:stretch>
        </p:blipFill>
        <p:spPr bwMode="auto">
          <a:xfrm>
            <a:off x="4693598" y="4800301"/>
            <a:ext cx="16637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29">
            <a:extLst>
              <a:ext uri="{FF2B5EF4-FFF2-40B4-BE49-F238E27FC236}">
                <a16:creationId xmlns:a16="http://schemas.microsoft.com/office/drawing/2014/main" id="{0457828F-C838-CBC5-58C0-55B7A98CAA91}"/>
              </a:ext>
            </a:extLst>
          </p:cNvPr>
          <p:cNvPicPr>
            <a:picLocks noChangeAspect="1" noChangeArrowheads="1"/>
          </p:cNvPicPr>
          <p:nvPr userDrawn="1"/>
        </p:nvPicPr>
        <p:blipFill>
          <a:blip r:embed="rId26">
            <a:extLst>
              <a:ext uri="{28A0092B-C50C-407E-A947-70E740481C1C}">
                <a14:useLocalDpi xmlns:a14="http://schemas.microsoft.com/office/drawing/2010/main" val="0"/>
              </a:ext>
            </a:extLst>
          </a:blip>
          <a:srcRect/>
          <a:stretch>
            <a:fillRect/>
          </a:stretch>
        </p:blipFill>
        <p:spPr bwMode="auto">
          <a:xfrm>
            <a:off x="6494308" y="5049355"/>
            <a:ext cx="1803400" cy="1562100"/>
          </a:xfrm>
          <a:prstGeom prst="rect">
            <a:avLst/>
          </a:prstGeom>
          <a:noFill/>
          <a:extLst>
            <a:ext uri="{909E8E84-426E-40DD-AFC4-6F175D3DCCD1}">
              <a14:hiddenFill xmlns:a14="http://schemas.microsoft.com/office/drawing/2010/main">
                <a:solidFill>
                  <a:srgbClr val="FFFFFF"/>
                </a:solidFill>
              </a14:hiddenFill>
            </a:ext>
          </a:extLst>
        </p:spPr>
      </p:pic>
      <p:pic>
        <p:nvPicPr>
          <p:cNvPr id="1055" name="Picture 31">
            <a:extLst>
              <a:ext uri="{FF2B5EF4-FFF2-40B4-BE49-F238E27FC236}">
                <a16:creationId xmlns:a16="http://schemas.microsoft.com/office/drawing/2014/main" id="{BEA7027E-96E3-F6DC-7457-15884382C4E0}"/>
              </a:ext>
            </a:extLst>
          </p:cNvPr>
          <p:cNvPicPr>
            <a:picLocks noChangeAspect="1" noChangeArrowheads="1"/>
          </p:cNvPicPr>
          <p:nvPr userDrawn="1"/>
        </p:nvPicPr>
        <p:blipFill>
          <a:blip r:embed="rId27">
            <a:extLst>
              <a:ext uri="{28A0092B-C50C-407E-A947-70E740481C1C}">
                <a14:useLocalDpi xmlns:a14="http://schemas.microsoft.com/office/drawing/2010/main" val="0"/>
              </a:ext>
            </a:extLst>
          </a:blip>
          <a:srcRect/>
          <a:stretch>
            <a:fillRect/>
          </a:stretch>
        </p:blipFill>
        <p:spPr bwMode="auto">
          <a:xfrm>
            <a:off x="2382363" y="8468714"/>
            <a:ext cx="1658539" cy="1494652"/>
          </a:xfrm>
          <a:prstGeom prst="rect">
            <a:avLst/>
          </a:prstGeom>
          <a:noFill/>
          <a:extLst>
            <a:ext uri="{909E8E84-426E-40DD-AFC4-6F175D3DCCD1}">
              <a14:hiddenFill xmlns:a14="http://schemas.microsoft.com/office/drawing/2010/main">
                <a:solidFill>
                  <a:srgbClr val="FFFFFF"/>
                </a:solidFill>
              </a14:hiddenFill>
            </a:ext>
          </a:extLst>
        </p:spPr>
      </p:pic>
      <p:pic>
        <p:nvPicPr>
          <p:cNvPr id="1057" name="Picture 33">
            <a:extLst>
              <a:ext uri="{FF2B5EF4-FFF2-40B4-BE49-F238E27FC236}">
                <a16:creationId xmlns:a16="http://schemas.microsoft.com/office/drawing/2014/main" id="{E4E65B55-224F-E51E-929B-C616F58CA485}"/>
              </a:ext>
            </a:extLst>
          </p:cNvPr>
          <p:cNvPicPr>
            <a:picLocks noChangeAspect="1" noChangeArrowheads="1"/>
          </p:cNvPicPr>
          <p:nvPr userDrawn="1"/>
        </p:nvPicPr>
        <p:blipFill>
          <a:blip r:embed="rId28">
            <a:extLst>
              <a:ext uri="{28A0092B-C50C-407E-A947-70E740481C1C}">
                <a14:useLocalDpi xmlns:a14="http://schemas.microsoft.com/office/drawing/2010/main" val="0"/>
              </a:ext>
            </a:extLst>
          </a:blip>
          <a:srcRect/>
          <a:stretch>
            <a:fillRect/>
          </a:stretch>
        </p:blipFill>
        <p:spPr bwMode="auto">
          <a:xfrm>
            <a:off x="2775411" y="6582177"/>
            <a:ext cx="2565400" cy="1612900"/>
          </a:xfrm>
          <a:prstGeom prst="rect">
            <a:avLst/>
          </a:prstGeom>
          <a:noFill/>
          <a:extLst>
            <a:ext uri="{909E8E84-426E-40DD-AFC4-6F175D3DCCD1}">
              <a14:hiddenFill xmlns:a14="http://schemas.microsoft.com/office/drawing/2010/main">
                <a:solidFill>
                  <a:srgbClr val="FFFFFF"/>
                </a:solidFill>
              </a14:hiddenFill>
            </a:ext>
          </a:extLst>
        </p:spPr>
      </p:pic>
      <p:pic>
        <p:nvPicPr>
          <p:cNvPr id="1059" name="Picture 35">
            <a:extLst>
              <a:ext uri="{FF2B5EF4-FFF2-40B4-BE49-F238E27FC236}">
                <a16:creationId xmlns:a16="http://schemas.microsoft.com/office/drawing/2014/main" id="{F375770D-1F75-FA8B-30CD-6ED7F25A7280}"/>
              </a:ext>
            </a:extLst>
          </p:cNvPr>
          <p:cNvPicPr>
            <a:picLocks noChangeAspect="1" noChangeArrowheads="1"/>
          </p:cNvPicPr>
          <p:nvPr userDrawn="1"/>
        </p:nvPicPr>
        <p:blipFill>
          <a:blip r:embed="rId29">
            <a:extLst>
              <a:ext uri="{28A0092B-C50C-407E-A947-70E740481C1C}">
                <a14:useLocalDpi xmlns:a14="http://schemas.microsoft.com/office/drawing/2010/main" val="0"/>
              </a:ext>
            </a:extLst>
          </a:blip>
          <a:srcRect/>
          <a:stretch>
            <a:fillRect/>
          </a:stretch>
        </p:blipFill>
        <p:spPr bwMode="auto">
          <a:xfrm>
            <a:off x="9831262" y="2000770"/>
            <a:ext cx="1868862" cy="1211023"/>
          </a:xfrm>
          <a:prstGeom prst="rect">
            <a:avLst/>
          </a:prstGeom>
          <a:noFill/>
          <a:extLst>
            <a:ext uri="{909E8E84-426E-40DD-AFC4-6F175D3DCCD1}">
              <a14:hiddenFill xmlns:a14="http://schemas.microsoft.com/office/drawing/2010/main">
                <a:solidFill>
                  <a:srgbClr val="FFFFFF"/>
                </a:solidFill>
              </a14:hiddenFill>
            </a:ext>
          </a:extLst>
        </p:spPr>
      </p:pic>
      <p:pic>
        <p:nvPicPr>
          <p:cNvPr id="1061" name="Picture 37">
            <a:extLst>
              <a:ext uri="{FF2B5EF4-FFF2-40B4-BE49-F238E27FC236}">
                <a16:creationId xmlns:a16="http://schemas.microsoft.com/office/drawing/2014/main" id="{1D0C0EBA-5A68-0EE5-F218-E7F7096B328E}"/>
              </a:ext>
            </a:extLst>
          </p:cNvPr>
          <p:cNvPicPr>
            <a:picLocks noChangeAspect="1" noChangeArrowheads="1"/>
          </p:cNvPicPr>
          <p:nvPr userDrawn="1"/>
        </p:nvPicPr>
        <p:blipFill>
          <a:blip r:embed="rId30">
            <a:extLst>
              <a:ext uri="{28A0092B-C50C-407E-A947-70E740481C1C}">
                <a14:useLocalDpi xmlns:a14="http://schemas.microsoft.com/office/drawing/2010/main" val="0"/>
              </a:ext>
            </a:extLst>
          </a:blip>
          <a:srcRect/>
          <a:stretch>
            <a:fillRect/>
          </a:stretch>
        </p:blipFill>
        <p:spPr bwMode="auto">
          <a:xfrm>
            <a:off x="7359737" y="3540548"/>
            <a:ext cx="2377773" cy="1319821"/>
          </a:xfrm>
          <a:prstGeom prst="rect">
            <a:avLst/>
          </a:prstGeom>
          <a:noFill/>
          <a:extLst>
            <a:ext uri="{909E8E84-426E-40DD-AFC4-6F175D3DCCD1}">
              <a14:hiddenFill xmlns:a14="http://schemas.microsoft.com/office/drawing/2010/main">
                <a:solidFill>
                  <a:srgbClr val="FFFFFF"/>
                </a:solidFill>
              </a14:hiddenFill>
            </a:ext>
          </a:extLst>
        </p:spPr>
      </p:pic>
      <p:pic>
        <p:nvPicPr>
          <p:cNvPr id="1063" name="Picture 39">
            <a:extLst>
              <a:ext uri="{FF2B5EF4-FFF2-40B4-BE49-F238E27FC236}">
                <a16:creationId xmlns:a16="http://schemas.microsoft.com/office/drawing/2014/main" id="{BC89B3E6-A176-0E23-5AB9-D799200C381F}"/>
              </a:ext>
            </a:extLst>
          </p:cNvPr>
          <p:cNvPicPr>
            <a:picLocks noChangeAspect="1" noChangeArrowheads="1"/>
          </p:cNvPicPr>
          <p:nvPr userDrawn="1"/>
        </p:nvPicPr>
        <p:blipFill>
          <a:blip r:embed="rId31">
            <a:extLst>
              <a:ext uri="{28A0092B-C50C-407E-A947-70E740481C1C}">
                <a14:useLocalDpi xmlns:a14="http://schemas.microsoft.com/office/drawing/2010/main" val="0"/>
              </a:ext>
            </a:extLst>
          </a:blip>
          <a:srcRect/>
          <a:stretch>
            <a:fillRect/>
          </a:stretch>
        </p:blipFill>
        <p:spPr bwMode="auto">
          <a:xfrm>
            <a:off x="197038" y="6967110"/>
            <a:ext cx="2098998" cy="1547746"/>
          </a:xfrm>
          <a:prstGeom prst="rect">
            <a:avLst/>
          </a:prstGeom>
          <a:noFill/>
          <a:extLst>
            <a:ext uri="{909E8E84-426E-40DD-AFC4-6F175D3DCCD1}">
              <a14:hiddenFill xmlns:a14="http://schemas.microsoft.com/office/drawing/2010/main">
                <a:solidFill>
                  <a:srgbClr val="FFFFFF"/>
                </a:solidFill>
              </a14:hiddenFill>
            </a:ext>
          </a:extLst>
        </p:spPr>
      </p:pic>
      <p:pic>
        <p:nvPicPr>
          <p:cNvPr id="1065" name="Picture 41">
            <a:extLst>
              <a:ext uri="{FF2B5EF4-FFF2-40B4-BE49-F238E27FC236}">
                <a16:creationId xmlns:a16="http://schemas.microsoft.com/office/drawing/2014/main" id="{7D91AAE0-509C-AE87-7A0C-2AE9116F83B1}"/>
              </a:ext>
            </a:extLst>
          </p:cNvPr>
          <p:cNvPicPr>
            <a:picLocks noChangeAspect="1" noChangeArrowheads="1"/>
          </p:cNvPicPr>
          <p:nvPr userDrawn="1"/>
        </p:nvPicPr>
        <p:blipFill>
          <a:blip r:embed="rId32">
            <a:extLst>
              <a:ext uri="{28A0092B-C50C-407E-A947-70E740481C1C}">
                <a14:useLocalDpi xmlns:a14="http://schemas.microsoft.com/office/drawing/2010/main" val="0"/>
              </a:ext>
            </a:extLst>
          </a:blip>
          <a:srcRect/>
          <a:stretch>
            <a:fillRect/>
          </a:stretch>
        </p:blipFill>
        <p:spPr bwMode="auto">
          <a:xfrm>
            <a:off x="27529" y="8712074"/>
            <a:ext cx="2167269" cy="1429476"/>
          </a:xfrm>
          <a:prstGeom prst="rect">
            <a:avLst/>
          </a:prstGeom>
          <a:noFill/>
          <a:extLst>
            <a:ext uri="{909E8E84-426E-40DD-AFC4-6F175D3DCCD1}">
              <a14:hiddenFill xmlns:a14="http://schemas.microsoft.com/office/drawing/2010/main">
                <a:solidFill>
                  <a:srgbClr val="FFFFFF"/>
                </a:solidFill>
              </a14:hiddenFill>
            </a:ext>
          </a:extLst>
        </p:spPr>
      </p:pic>
      <p:sp>
        <p:nvSpPr>
          <p:cNvPr id="60" name="Textfeld 59">
            <a:extLst>
              <a:ext uri="{FF2B5EF4-FFF2-40B4-BE49-F238E27FC236}">
                <a16:creationId xmlns:a16="http://schemas.microsoft.com/office/drawing/2014/main" id="{36A8B709-8CC6-C6AC-D0ED-E7F706206975}"/>
              </a:ext>
            </a:extLst>
          </p:cNvPr>
          <p:cNvSpPr txBox="1"/>
          <p:nvPr userDrawn="1"/>
        </p:nvSpPr>
        <p:spPr>
          <a:xfrm>
            <a:off x="305392" y="2225969"/>
            <a:ext cx="2416046" cy="369332"/>
          </a:xfrm>
          <a:prstGeom prst="rect">
            <a:avLst/>
          </a:prstGeom>
          <a:noFill/>
        </p:spPr>
        <p:txBody>
          <a:bodyPr wrap="none" rtlCol="0">
            <a:spAutoFit/>
          </a:bodyPr>
          <a:lstStyle/>
          <a:p>
            <a:r>
              <a:rPr lang="de-DE" dirty="0"/>
              <a:t>Icon für extra Material</a:t>
            </a:r>
          </a:p>
        </p:txBody>
      </p:sp>
    </p:spTree>
    <p:extLst>
      <p:ext uri="{BB962C8B-B14F-4D97-AF65-F5344CB8AC3E}">
        <p14:creationId xmlns:p14="http://schemas.microsoft.com/office/powerpoint/2010/main" val="1633780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27CF1F7-0937-F9F7-257C-5A064E5738E4}"/>
              </a:ext>
            </a:extLst>
          </p:cNvPr>
          <p:cNvSpPr>
            <a:spLocks noGrp="1"/>
          </p:cNvSpPr>
          <p:nvPr>
            <p:ph type="title"/>
          </p:nvPr>
        </p:nvSpPr>
        <p:spPr>
          <a:xfrm>
            <a:off x="1944000" y="1322140"/>
            <a:ext cx="14400000" cy="1260000"/>
          </a:xfrm>
          <a:prstGeom prst="rect">
            <a:avLst/>
          </a:prstGeom>
        </p:spPr>
        <p:txBody>
          <a:bodyPr vert="horz" lIns="91440" tIns="45720" rIns="91440" bIns="45720" rtlCol="0" anchor="ctr" anchorCtr="1">
            <a:normAutofit/>
          </a:bodyPr>
          <a:lstStyle/>
          <a:p>
            <a:r>
              <a:rPr lang="de-DE" dirty="0"/>
              <a:t>Edit master title format</a:t>
            </a:r>
          </a:p>
        </p:txBody>
      </p:sp>
      <p:sp>
        <p:nvSpPr>
          <p:cNvPr id="3" name="Textplatzhalter 2">
            <a:extLst>
              <a:ext uri="{FF2B5EF4-FFF2-40B4-BE49-F238E27FC236}">
                <a16:creationId xmlns:a16="http://schemas.microsoft.com/office/drawing/2014/main" id="{05F10457-F989-7DA5-F7A2-573216F11C1C}"/>
              </a:ext>
            </a:extLst>
          </p:cNvPr>
          <p:cNvSpPr>
            <a:spLocks noGrp="1"/>
          </p:cNvSpPr>
          <p:nvPr>
            <p:ph type="body" idx="1"/>
          </p:nvPr>
        </p:nvSpPr>
        <p:spPr>
          <a:xfrm>
            <a:off x="1944000" y="2769111"/>
            <a:ext cx="14400000" cy="6480000"/>
          </a:xfrm>
          <a:prstGeom prst="rect">
            <a:avLst/>
          </a:prstGeom>
        </p:spPr>
        <p:txBody>
          <a:bodyPr vert="horz" lIns="91440" tIns="45720" rIns="91440" bIns="45720" rtlCol="0">
            <a:normAutofit/>
          </a:bodyPr>
          <a:lstStyle/>
          <a:p>
            <a:pPr lvl="0"/>
            <a:r>
              <a:rPr lang="de-DE"/>
              <a:t>Edit master text format</a:t>
            </a:r>
          </a:p>
          <a:p>
            <a:pPr lvl="1"/>
            <a:r>
              <a:rPr lang="de-DE"/>
              <a:t>Second level</a:t>
            </a:r>
          </a:p>
          <a:p>
            <a:pPr lvl="2"/>
            <a:r>
              <a:rPr lang="de-DE"/>
              <a:t>Third level</a:t>
            </a:r>
          </a:p>
          <a:p>
            <a:pPr lvl="3"/>
            <a:r>
              <a:rPr lang="de-DE"/>
              <a:t>Fourth level</a:t>
            </a:r>
          </a:p>
          <a:p>
            <a:pPr lvl="4"/>
            <a:r>
              <a:rPr lang="de-DE"/>
              <a:t>Fifth level</a:t>
            </a:r>
          </a:p>
        </p:txBody>
      </p:sp>
      <p:sp>
        <p:nvSpPr>
          <p:cNvPr id="18" name="Freeform 13">
            <a:extLst>
              <a:ext uri="{FF2B5EF4-FFF2-40B4-BE49-F238E27FC236}">
                <a16:creationId xmlns:a16="http://schemas.microsoft.com/office/drawing/2014/main" id="{958ADD56-CB6F-8E99-36ED-1E96FDC0D4A7}"/>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8"/>
            <a:stretch>
              <a:fillRect/>
            </a:stretch>
          </a:blipFill>
        </p:spPr>
        <p:txBody>
          <a:bodyPr/>
          <a:lstStyle/>
          <a:p>
            <a:endParaRPr lang="de-DE"/>
          </a:p>
        </p:txBody>
      </p:sp>
    </p:spTree>
    <p:extLst>
      <p:ext uri="{BB962C8B-B14F-4D97-AF65-F5344CB8AC3E}">
        <p14:creationId xmlns:p14="http://schemas.microsoft.com/office/powerpoint/2010/main" val="3020001494"/>
      </p:ext>
    </p:extLst>
  </p:cSld>
  <p:clrMap bg1="lt1" tx1="dk1" bg2="lt2" tx2="dk2" accent1="accent1" accent2="accent2" accent3="accent3" accent4="accent4" accent5="accent5" accent6="accent6" hlink="hlink" folHlink="folHlink"/>
  <p:sldLayoutIdLst>
    <p:sldLayoutId id="2147483661" r:id="rId1"/>
    <p:sldLayoutId id="2147483670" r:id="rId2"/>
    <p:sldLayoutId id="2147483673" r:id="rId3"/>
    <p:sldLayoutId id="2147483662" r:id="rId4"/>
    <p:sldLayoutId id="2147483663" r:id="rId5"/>
    <p:sldLayoutId id="2147483671" r:id="rId6"/>
    <p:sldLayoutId id="2147483672" r:id="rId7"/>
    <p:sldLayoutId id="2147483664" r:id="rId8"/>
    <p:sldLayoutId id="2147483665" r:id="rId9"/>
    <p:sldLayoutId id="2147483666" r:id="rId10"/>
    <p:sldLayoutId id="2147483667" r:id="rId11"/>
    <p:sldLayoutId id="2147483668" r:id="rId12"/>
    <p:sldLayoutId id="2147483669" r:id="rId13"/>
    <p:sldLayoutId id="2147483674" r:id="rId14"/>
    <p:sldLayoutId id="2147483676" r:id="rId15"/>
    <p:sldLayoutId id="2147483675"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629D2E-CA01-9782-F867-19335E23C86D}"/>
              </a:ext>
            </a:extLst>
          </p:cNvPr>
          <p:cNvSpPr>
            <a:spLocks noGrp="1"/>
          </p:cNvSpPr>
          <p:nvPr>
            <p:ph type="ctrTitle"/>
          </p:nvPr>
        </p:nvSpPr>
        <p:spPr/>
        <p:txBody>
          <a:bodyPr/>
          <a:lstStyle/>
          <a:p>
            <a:r>
              <a:rPr lang="de-DE" dirty="0"/>
              <a:t>3.2 Reflection &amp; Linking </a:t>
            </a:r>
            <a:br>
              <a:rPr lang="de-DE" dirty="0"/>
            </a:br>
            <a:r>
              <a:rPr lang="de-DE" dirty="0"/>
              <a:t>Major - Module</a:t>
            </a:r>
          </a:p>
        </p:txBody>
      </p:sp>
      <p:sp>
        <p:nvSpPr>
          <p:cNvPr id="3" name="Untertitel 2">
            <a:extLst>
              <a:ext uri="{FF2B5EF4-FFF2-40B4-BE49-F238E27FC236}">
                <a16:creationId xmlns:a16="http://schemas.microsoft.com/office/drawing/2014/main" id="{6CB3BB7D-61A1-DFC7-EA97-FDD7A6839BF1}"/>
              </a:ext>
            </a:extLst>
          </p:cNvPr>
          <p:cNvSpPr>
            <a:spLocks noGrp="1"/>
          </p:cNvSpPr>
          <p:nvPr>
            <p:ph type="subTitle" idx="1"/>
          </p:nvPr>
        </p:nvSpPr>
        <p:spPr/>
        <p:txBody>
          <a:bodyPr/>
          <a:lstStyle/>
          <a:p>
            <a:endParaRPr lang="de-DE" dirty="0"/>
          </a:p>
        </p:txBody>
      </p:sp>
    </p:spTree>
    <p:extLst>
      <p:ext uri="{BB962C8B-B14F-4D97-AF65-F5344CB8AC3E}">
        <p14:creationId xmlns:p14="http://schemas.microsoft.com/office/powerpoint/2010/main" val="219094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54EE25-6DB5-A8B3-73ED-80E08B7CE1A5}"/>
              </a:ext>
            </a:extLst>
          </p:cNvPr>
          <p:cNvSpPr>
            <a:spLocks noGrp="1"/>
          </p:cNvSpPr>
          <p:nvPr>
            <p:ph type="title"/>
          </p:nvPr>
        </p:nvSpPr>
        <p:spPr/>
        <p:txBody>
          <a:bodyPr/>
          <a:lstStyle/>
          <a:p>
            <a:endParaRPr lang="de-DE"/>
          </a:p>
        </p:txBody>
      </p:sp>
    </p:spTree>
    <p:extLst>
      <p:ext uri="{BB962C8B-B14F-4D97-AF65-F5344CB8AC3E}">
        <p14:creationId xmlns:p14="http://schemas.microsoft.com/office/powerpoint/2010/main" val="4098951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FE7BC2-CC26-1799-8444-917E8520B348}"/>
              </a:ext>
            </a:extLst>
          </p:cNvPr>
          <p:cNvSpPr>
            <a:spLocks noGrp="1"/>
          </p:cNvSpPr>
          <p:nvPr>
            <p:ph type="title"/>
          </p:nvPr>
        </p:nvSpPr>
        <p:spPr/>
        <p:txBody>
          <a:bodyPr/>
          <a:lstStyle/>
          <a:p>
            <a:r>
              <a:rPr lang="de-DE" dirty="0"/>
              <a:t>Guided reflection</a:t>
            </a:r>
          </a:p>
        </p:txBody>
      </p:sp>
      <p:sp>
        <p:nvSpPr>
          <p:cNvPr id="3" name="Inhaltsplatzhalter 2">
            <a:extLst>
              <a:ext uri="{FF2B5EF4-FFF2-40B4-BE49-F238E27FC236}">
                <a16:creationId xmlns:a16="http://schemas.microsoft.com/office/drawing/2014/main" id="{0C7B010D-E664-70F4-31A1-DE1BBFD897E7}"/>
              </a:ext>
            </a:extLst>
          </p:cNvPr>
          <p:cNvSpPr>
            <a:spLocks noGrp="1"/>
          </p:cNvSpPr>
          <p:nvPr>
            <p:ph idx="1"/>
          </p:nvPr>
        </p:nvSpPr>
        <p:spPr/>
        <p:txBody>
          <a:bodyPr/>
          <a:lstStyle/>
          <a:p>
            <a:pPr marL="0" indent="0" algn="ctr">
              <a:buNone/>
            </a:pPr>
            <a:r>
              <a:rPr lang="de-DE" sz="4000" dirty="0"/>
              <a:t>Material: </a:t>
            </a:r>
            <a:br>
              <a:rPr lang="de-DE" dirty="0"/>
            </a:br>
            <a:endParaRPr lang="de-DE" dirty="0"/>
          </a:p>
          <a:p>
            <a:pPr marL="0" indent="0" algn="ctr">
              <a:buNone/>
            </a:pPr>
            <a:r>
              <a:rPr lang="de-DE" dirty="0"/>
              <a:t>On paper - paper, (colored) pen(</a:t>
            </a:r>
            <a:r>
              <a:rPr lang="de-DE" dirty="0" err="1"/>
              <a:t>s</a:t>
            </a:r>
            <a:r>
              <a:rPr lang="de-DE" dirty="0"/>
              <a:t>)</a:t>
            </a:r>
          </a:p>
          <a:p>
            <a:pPr marL="0" indent="0" algn="ctr">
              <a:buNone/>
            </a:pPr>
            <a:endParaRPr lang="de-DE" dirty="0"/>
          </a:p>
          <a:p>
            <a:pPr marL="0" indent="0" algn="ctr">
              <a:buNone/>
            </a:pPr>
            <a:r>
              <a:rPr lang="de-DE" dirty="0"/>
              <a:t>or </a:t>
            </a:r>
          </a:p>
          <a:p>
            <a:pPr marL="0" indent="0" algn="ctr">
              <a:buNone/>
            </a:pPr>
            <a:endParaRPr lang="de-DE" dirty="0"/>
          </a:p>
          <a:p>
            <a:pPr marL="0" indent="0" algn="ctr">
              <a:buNone/>
            </a:pPr>
            <a:r>
              <a:rPr lang="de-DE" dirty="0"/>
              <a:t>With for example Miro - Laptop; Tablet</a:t>
            </a:r>
          </a:p>
          <a:p>
            <a:endParaRPr lang="de-DE" dirty="0"/>
          </a:p>
        </p:txBody>
      </p:sp>
    </p:spTree>
    <p:extLst>
      <p:ext uri="{BB962C8B-B14F-4D97-AF65-F5344CB8AC3E}">
        <p14:creationId xmlns:p14="http://schemas.microsoft.com/office/powerpoint/2010/main" val="2892134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5AAE746-9580-7F37-0208-ADECD5D8514D}"/>
              </a:ext>
            </a:extLst>
          </p:cNvPr>
          <p:cNvSpPr>
            <a:spLocks noGrp="1"/>
          </p:cNvSpPr>
          <p:nvPr>
            <p:ph type="title"/>
          </p:nvPr>
        </p:nvSpPr>
        <p:spPr/>
        <p:txBody>
          <a:bodyPr>
            <a:normAutofit/>
          </a:bodyPr>
          <a:lstStyle/>
          <a:p>
            <a:r>
              <a:rPr lang="de-DE" dirty="0"/>
              <a:t>Task definition</a:t>
            </a:r>
          </a:p>
        </p:txBody>
      </p:sp>
      <p:sp>
        <p:nvSpPr>
          <p:cNvPr id="6" name="Inhaltsplatzhalter 5">
            <a:extLst>
              <a:ext uri="{FF2B5EF4-FFF2-40B4-BE49-F238E27FC236}">
                <a16:creationId xmlns:a16="http://schemas.microsoft.com/office/drawing/2014/main" id="{AEB1C438-829C-638E-D4DC-BFC9231CC31B}"/>
              </a:ext>
            </a:extLst>
          </p:cNvPr>
          <p:cNvSpPr>
            <a:spLocks noGrp="1"/>
          </p:cNvSpPr>
          <p:nvPr>
            <p:ph idx="1"/>
          </p:nvPr>
        </p:nvSpPr>
        <p:spPr/>
        <p:txBody>
          <a:bodyPr>
            <a:noAutofit/>
          </a:bodyPr>
          <a:lstStyle/>
          <a:p>
            <a:pPr>
              <a:lnSpc>
                <a:spcPct val="150000"/>
              </a:lnSpc>
            </a:pPr>
            <a:r>
              <a:rPr lang="de-DE" sz="2400" b="1" dirty="0"/>
              <a:t>Points of contact between major and critique module:</a:t>
            </a:r>
            <a:endParaRPr lang="de-DE" sz="2400" dirty="0"/>
          </a:p>
          <a:p>
            <a:pPr lvl="1">
              <a:lnSpc>
                <a:spcPct val="150000"/>
              </a:lnSpc>
            </a:pPr>
            <a:r>
              <a:rPr lang="de-DE" dirty="0"/>
              <a:t>Inclusion of the initial reflection from the critique module</a:t>
            </a:r>
          </a:p>
          <a:p>
            <a:pPr lvl="1">
              <a:lnSpc>
                <a:spcPct val="150000"/>
              </a:lnSpc>
            </a:pPr>
            <a:r>
              <a:rPr lang="de-DE" dirty="0"/>
              <a:t>Possible points of contact: Contents, methods, learning strategies</a:t>
            </a:r>
          </a:p>
          <a:p>
            <a:pPr>
              <a:lnSpc>
                <a:spcPct val="150000"/>
              </a:lnSpc>
            </a:pPr>
            <a:r>
              <a:rPr lang="de-DE" sz="2400" b="1" dirty="0"/>
              <a:t>Expectations of the major:</a:t>
            </a:r>
            <a:endParaRPr lang="de-DE" sz="2400" dirty="0"/>
          </a:p>
          <a:p>
            <a:pPr lvl="1">
              <a:lnSpc>
                <a:spcPct val="150000"/>
              </a:lnSpc>
            </a:pPr>
            <a:r>
              <a:rPr lang="de-DE" dirty="0"/>
              <a:t>Focus on one aspect: content, procedures or strategies</a:t>
            </a:r>
          </a:p>
          <a:p>
            <a:pPr lvl="1">
              <a:lnSpc>
                <a:spcPct val="150000"/>
              </a:lnSpc>
            </a:pPr>
            <a:r>
              <a:rPr lang="de-DE" dirty="0"/>
              <a:t>Why is this point important/interesting?</a:t>
            </a:r>
          </a:p>
          <a:p>
            <a:pPr>
              <a:lnSpc>
                <a:spcPct val="150000"/>
              </a:lnSpc>
            </a:pPr>
            <a:r>
              <a:rPr lang="de-DE" sz="2400" b="1" dirty="0"/>
              <a:t>Personal relevance:</a:t>
            </a:r>
            <a:endParaRPr lang="de-DE" sz="2400" dirty="0"/>
          </a:p>
          <a:p>
            <a:pPr lvl="1">
              <a:lnSpc>
                <a:spcPct val="150000"/>
              </a:lnSpc>
            </a:pPr>
            <a:r>
              <a:rPr lang="de-DE" dirty="0"/>
              <a:t>Building on existing knowledge and experience</a:t>
            </a:r>
          </a:p>
          <a:p>
            <a:pPr lvl="1">
              <a:lnSpc>
                <a:spcPct val="150000"/>
              </a:lnSpc>
            </a:pPr>
            <a:r>
              <a:rPr lang="de-DE" dirty="0"/>
              <a:t>What knowledge should </a:t>
            </a:r>
            <a:r>
              <a:rPr lang="de-DE" dirty="0" err="1"/>
              <a:t>be</a:t>
            </a:r>
            <a:r>
              <a:rPr lang="de-DE" dirty="0"/>
              <a:t> </a:t>
            </a:r>
            <a:r>
              <a:rPr lang="de-DE" dirty="0" err="1"/>
              <a:t>considered</a:t>
            </a:r>
            <a:r>
              <a:rPr lang="de-DE" dirty="0"/>
              <a:t> </a:t>
            </a:r>
            <a:r>
              <a:rPr lang="de-DE" dirty="0" err="1"/>
              <a:t>for</a:t>
            </a:r>
            <a:r>
              <a:rPr lang="de-DE" dirty="0"/>
              <a:t> </a:t>
            </a:r>
            <a:r>
              <a:rPr lang="de-DE" dirty="0" err="1"/>
              <a:t>your</a:t>
            </a:r>
            <a:r>
              <a:rPr lang="de-DE" dirty="0"/>
              <a:t> </a:t>
            </a:r>
            <a:r>
              <a:rPr lang="de-DE" dirty="0" err="1"/>
              <a:t>future</a:t>
            </a:r>
            <a:r>
              <a:rPr lang="de-DE" dirty="0"/>
              <a:t> studies?</a:t>
            </a:r>
          </a:p>
          <a:p>
            <a:pPr>
              <a:lnSpc>
                <a:spcPct val="150000"/>
              </a:lnSpc>
            </a:pPr>
            <a:r>
              <a:rPr lang="de-DE" sz="2400" b="1" dirty="0"/>
              <a:t>Hypotheses:</a:t>
            </a:r>
            <a:endParaRPr lang="de-DE" sz="2400" dirty="0"/>
          </a:p>
          <a:p>
            <a:pPr lvl="1">
              <a:lnSpc>
                <a:spcPct val="150000"/>
              </a:lnSpc>
            </a:pPr>
            <a:r>
              <a:rPr lang="de-DE" dirty="0"/>
              <a:t>How the critique module broadens the view of major-specific issues</a:t>
            </a:r>
          </a:p>
        </p:txBody>
      </p:sp>
    </p:spTree>
    <p:extLst>
      <p:ext uri="{BB962C8B-B14F-4D97-AF65-F5344CB8AC3E}">
        <p14:creationId xmlns:p14="http://schemas.microsoft.com/office/powerpoint/2010/main" val="30676480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056264B-3D84-F85C-1DFF-920EB25B7DCA}"/>
              </a:ext>
            </a:extLst>
          </p:cNvPr>
          <p:cNvSpPr>
            <a:spLocks noGrp="1"/>
          </p:cNvSpPr>
          <p:nvPr>
            <p:ph type="title"/>
          </p:nvPr>
        </p:nvSpPr>
        <p:spPr/>
        <p:txBody>
          <a:bodyPr/>
          <a:lstStyle/>
          <a:p>
            <a:r>
              <a:rPr lang="de-DE" dirty="0"/>
              <a:t>Important notes for reflection</a:t>
            </a:r>
          </a:p>
        </p:txBody>
      </p:sp>
      <p:sp>
        <p:nvSpPr>
          <p:cNvPr id="3" name="Textplatzhalter 2">
            <a:extLst>
              <a:ext uri="{FF2B5EF4-FFF2-40B4-BE49-F238E27FC236}">
                <a16:creationId xmlns:a16="http://schemas.microsoft.com/office/drawing/2014/main" id="{56CED5EB-974F-51B8-BCC8-BB35A5B4AF05}"/>
              </a:ext>
            </a:extLst>
          </p:cNvPr>
          <p:cNvSpPr>
            <a:spLocks noGrp="1"/>
          </p:cNvSpPr>
          <p:nvPr>
            <p:ph idx="1"/>
          </p:nvPr>
        </p:nvSpPr>
        <p:spPr/>
        <p:txBody>
          <a:bodyPr>
            <a:noAutofit/>
          </a:bodyPr>
          <a:lstStyle/>
          <a:p>
            <a:pPr marL="457200" indent="-457200">
              <a:lnSpc>
                <a:spcPct val="150000"/>
              </a:lnSpc>
              <a:buFont typeface="Arial" panose="020B0604020202020204" pitchFamily="34" charset="0"/>
              <a:buChar char="•"/>
            </a:pPr>
            <a:r>
              <a:rPr lang="de-DE" sz="28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the whole process is not about finding the right answers, but about initial brainstorming</a:t>
            </a:r>
            <a:br>
              <a:rPr lang="de-DE" sz="2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br>
            <a:endParaRPr lang="de-DE" sz="2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p>
            <a:pPr marL="457200" indent="-457200">
              <a:lnSpc>
                <a:spcPct val="150000"/>
              </a:lnSpc>
              <a:buFont typeface="Arial" panose="020B0604020202020204" pitchFamily="34" charset="0"/>
              <a:buChar char="•"/>
            </a:pPr>
            <a:r>
              <a:rPr lang="de-DE" sz="28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always just write down what comes into your head, more detailed elaboration can happen afterwards when writing the one-page reflection</a:t>
            </a:r>
            <a:br>
              <a:rPr lang="de-DE" sz="28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br>
            <a:endParaRPr lang="de-DE" sz="28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p>
            <a:pPr marL="457200" indent="-457200">
              <a:lnSpc>
                <a:spcPct val="150000"/>
              </a:lnSpc>
              <a:buFont typeface="Arial" panose="020B0604020202020204" pitchFamily="34" charset="0"/>
              <a:buChar char="•"/>
            </a:pPr>
            <a:r>
              <a:rPr lang="de-DE" sz="28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It is also up to you how you mark or connect things - the ways mentioned are only suggestions</a:t>
            </a:r>
            <a:endParaRPr lang="de-DE" sz="2800" dirty="0">
              <a:solidFill>
                <a:schemeClr val="tx1"/>
              </a:solidFill>
            </a:endParaRPr>
          </a:p>
        </p:txBody>
      </p:sp>
    </p:spTree>
    <p:extLst>
      <p:ext uri="{BB962C8B-B14F-4D97-AF65-F5344CB8AC3E}">
        <p14:creationId xmlns:p14="http://schemas.microsoft.com/office/powerpoint/2010/main" val="3632360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93799C-90F4-BE6A-AA67-5CD8C79DCC50}"/>
              </a:ext>
            </a:extLst>
          </p:cNvPr>
          <p:cNvSpPr>
            <a:spLocks noGrp="1"/>
          </p:cNvSpPr>
          <p:nvPr>
            <p:ph type="title"/>
          </p:nvPr>
        </p:nvSpPr>
        <p:spPr/>
        <p:txBody>
          <a:bodyPr/>
          <a:lstStyle/>
          <a:p>
            <a:r>
              <a:rPr lang="de-DE" dirty="0"/>
              <a:t>Start of the reflection</a:t>
            </a:r>
          </a:p>
        </p:txBody>
      </p:sp>
      <p:sp>
        <p:nvSpPr>
          <p:cNvPr id="3" name="Inhaltsplatzhalter 2">
            <a:extLst>
              <a:ext uri="{FF2B5EF4-FFF2-40B4-BE49-F238E27FC236}">
                <a16:creationId xmlns:a16="http://schemas.microsoft.com/office/drawing/2014/main" id="{E7745C18-FC3A-9566-F549-2235D59B672B}"/>
              </a:ext>
            </a:extLst>
          </p:cNvPr>
          <p:cNvSpPr>
            <a:spLocks noGrp="1"/>
          </p:cNvSpPr>
          <p:nvPr>
            <p:ph idx="1"/>
          </p:nvPr>
        </p:nvSpPr>
        <p:spPr/>
        <p:txBody>
          <a:bodyPr/>
          <a:lstStyle/>
          <a:p>
            <a:pPr marL="514350" indent="-514350">
              <a:lnSpc>
                <a:spcPct val="150000"/>
              </a:lnSpc>
              <a:buFont typeface="+mj-lt"/>
              <a:buAutoNum type="arabicPeriod"/>
            </a:pPr>
            <a:r>
              <a:rPr lang="de-DE" dirty="0"/>
              <a:t>What topics from the critique module come to mind? </a:t>
            </a:r>
          </a:p>
          <a:p>
            <a:pPr lvl="1">
              <a:lnSpc>
                <a:spcPct val="150000"/>
              </a:lnSpc>
            </a:pPr>
            <a:r>
              <a:rPr lang="de-DE" dirty="0"/>
              <a:t>Cluster the topics/ words etc. on one half of the sheet/ Miro page </a:t>
            </a:r>
            <a:br>
              <a:rPr lang="de-DE" dirty="0"/>
            </a:br>
            <a:r>
              <a:rPr lang="de-DE" dirty="0"/>
              <a:t>(first alone then in exchange)</a:t>
            </a:r>
          </a:p>
          <a:p>
            <a:pPr marL="514350" indent="-514350">
              <a:lnSpc>
                <a:spcPct val="150000"/>
              </a:lnSpc>
              <a:buFont typeface="+mj-lt"/>
              <a:buAutoNum type="arabicPeriod"/>
            </a:pPr>
            <a:r>
              <a:rPr lang="de-DE" dirty="0"/>
              <a:t>What topics, approaches or work/learning strategies characterize your major? </a:t>
            </a:r>
          </a:p>
          <a:p>
            <a:pPr lvl="1">
              <a:lnSpc>
                <a:spcPct val="150000"/>
              </a:lnSpc>
            </a:pPr>
            <a:r>
              <a:rPr lang="de-DE" dirty="0"/>
              <a:t>Create a (word) cluster here too, on the other half</a:t>
            </a:r>
          </a:p>
          <a:p>
            <a:endParaRPr lang="de-DE" dirty="0"/>
          </a:p>
        </p:txBody>
      </p:sp>
    </p:spTree>
    <p:extLst>
      <p:ext uri="{BB962C8B-B14F-4D97-AF65-F5344CB8AC3E}">
        <p14:creationId xmlns:p14="http://schemas.microsoft.com/office/powerpoint/2010/main" val="1917874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D77CBA-B4F4-AE54-D2C2-163B1AD35A11}"/>
              </a:ext>
            </a:extLst>
          </p:cNvPr>
          <p:cNvSpPr>
            <a:spLocks noGrp="1"/>
          </p:cNvSpPr>
          <p:nvPr>
            <p:ph type="title"/>
          </p:nvPr>
        </p:nvSpPr>
        <p:spPr/>
        <p:txBody>
          <a:bodyPr/>
          <a:lstStyle/>
          <a:p>
            <a:endParaRPr lang="de-DE"/>
          </a:p>
        </p:txBody>
      </p:sp>
    </p:spTree>
    <p:extLst>
      <p:ext uri="{BB962C8B-B14F-4D97-AF65-F5344CB8AC3E}">
        <p14:creationId xmlns:p14="http://schemas.microsoft.com/office/powerpoint/2010/main" val="18756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93799C-90F4-BE6A-AA67-5CD8C79DCC50}"/>
              </a:ext>
            </a:extLst>
          </p:cNvPr>
          <p:cNvSpPr>
            <a:spLocks noGrp="1"/>
          </p:cNvSpPr>
          <p:nvPr>
            <p:ph type="title"/>
          </p:nvPr>
        </p:nvSpPr>
        <p:spPr/>
        <p:txBody>
          <a:bodyPr/>
          <a:lstStyle/>
          <a:p>
            <a:r>
              <a:rPr lang="de-DE" dirty="0"/>
              <a:t>Reflection</a:t>
            </a:r>
          </a:p>
        </p:txBody>
      </p:sp>
      <p:sp>
        <p:nvSpPr>
          <p:cNvPr id="3" name="Inhaltsplatzhalter 2">
            <a:extLst>
              <a:ext uri="{FF2B5EF4-FFF2-40B4-BE49-F238E27FC236}">
                <a16:creationId xmlns:a16="http://schemas.microsoft.com/office/drawing/2014/main" id="{E7745C18-FC3A-9566-F549-2235D59B672B}"/>
              </a:ext>
            </a:extLst>
          </p:cNvPr>
          <p:cNvSpPr>
            <a:spLocks noGrp="1"/>
          </p:cNvSpPr>
          <p:nvPr>
            <p:ph idx="1"/>
          </p:nvPr>
        </p:nvSpPr>
        <p:spPr/>
        <p:txBody>
          <a:bodyPr>
            <a:normAutofit/>
          </a:bodyPr>
          <a:lstStyle/>
          <a:p>
            <a:pPr marL="514350" indent="-514350">
              <a:lnSpc>
                <a:spcPct val="150000"/>
              </a:lnSpc>
              <a:buFont typeface="+mj-lt"/>
              <a:buAutoNum type="arabicPeriod" startAt="3"/>
            </a:pPr>
            <a:r>
              <a:rPr lang="de-DE" sz="3000" dirty="0" err="1">
                <a:latin typeface="+mj-lt"/>
              </a:rPr>
              <a:t>Where</a:t>
            </a:r>
            <a:r>
              <a:rPr lang="de-DE" sz="3000" dirty="0">
                <a:latin typeface="+mj-lt"/>
              </a:rPr>
              <a:t> do </a:t>
            </a:r>
            <a:r>
              <a:rPr lang="de-DE" sz="3000" dirty="0" err="1">
                <a:latin typeface="+mj-lt"/>
              </a:rPr>
              <a:t>they</a:t>
            </a:r>
            <a:r>
              <a:rPr lang="de-DE" sz="3000" dirty="0">
                <a:latin typeface="+mj-lt"/>
              </a:rPr>
              <a:t> (</a:t>
            </a:r>
            <a:r>
              <a:rPr lang="de-DE" sz="3000" dirty="0" err="1">
                <a:latin typeface="+mj-lt"/>
              </a:rPr>
              <a:t>clearly</a:t>
            </a:r>
            <a:r>
              <a:rPr lang="de-DE" sz="3000" dirty="0">
                <a:latin typeface="+mj-lt"/>
              </a:rPr>
              <a:t>) </a:t>
            </a:r>
            <a:r>
              <a:rPr lang="de-DE" sz="3000" dirty="0" err="1">
                <a:latin typeface="+mj-lt"/>
              </a:rPr>
              <a:t>overlap</a:t>
            </a:r>
            <a:r>
              <a:rPr lang="de-DE" sz="3000" dirty="0">
                <a:latin typeface="+mj-lt"/>
              </a:rPr>
              <a:t>? </a:t>
            </a:r>
          </a:p>
          <a:p>
            <a:pPr lvl="1">
              <a:lnSpc>
                <a:spcPct val="150000"/>
              </a:lnSpc>
            </a:pPr>
            <a:r>
              <a:rPr lang="de-DE" sz="2600" dirty="0">
                <a:latin typeface="+mj-lt"/>
              </a:rPr>
              <a:t>(draw thick lines here, for example, or use a strong color)</a:t>
            </a:r>
            <a:endParaRPr lang="de-DE" sz="2600" dirty="0">
              <a:latin typeface="+mj-lt"/>
              <a:cs typeface="Times New Roman" panose="02020603050405020304" pitchFamily="18" charset="0"/>
            </a:endParaRPr>
          </a:p>
          <a:p>
            <a:pPr marL="514350" indent="-514350">
              <a:lnSpc>
                <a:spcPct val="150000"/>
              </a:lnSpc>
              <a:buFont typeface="+mj-lt"/>
              <a:buAutoNum type="arabicPeriod" startAt="4"/>
            </a:pPr>
            <a:r>
              <a:rPr lang="de-DE" sz="3000" dirty="0">
                <a:effectLst/>
                <a:latin typeface="+mj-lt"/>
                <a:ea typeface="Times New Roman" panose="02020603050405020304" pitchFamily="18" charset="0"/>
                <a:cs typeface="Times New Roman" panose="02020603050405020304" pitchFamily="18" charset="0"/>
              </a:rPr>
              <a:t>Where do you see </a:t>
            </a:r>
            <a:r>
              <a:rPr lang="de-DE" sz="3000" dirty="0" err="1">
                <a:effectLst/>
                <a:latin typeface="+mj-lt"/>
                <a:ea typeface="Times New Roman" panose="02020603050405020304" pitchFamily="18" charset="0"/>
                <a:cs typeface="Times New Roman" panose="02020603050405020304" pitchFamily="18" charset="0"/>
              </a:rPr>
              <a:t>the</a:t>
            </a:r>
            <a:r>
              <a:rPr lang="de-DE" sz="3000" dirty="0">
                <a:effectLst/>
                <a:latin typeface="+mj-lt"/>
                <a:ea typeface="Times New Roman" panose="02020603050405020304" pitchFamily="18" charset="0"/>
                <a:cs typeface="Times New Roman" panose="02020603050405020304" pitchFamily="18" charset="0"/>
              </a:rPr>
              <a:t> </a:t>
            </a:r>
            <a:r>
              <a:rPr lang="de-DE" sz="3000" dirty="0" err="1">
                <a:effectLst/>
                <a:latin typeface="+mj-lt"/>
                <a:ea typeface="Times New Roman" panose="02020603050405020304" pitchFamily="18" charset="0"/>
                <a:cs typeface="Times New Roman" panose="02020603050405020304" pitchFamily="18" charset="0"/>
              </a:rPr>
              <a:t>most</a:t>
            </a:r>
            <a:r>
              <a:rPr lang="de-DE" sz="3000" dirty="0">
                <a:effectLst/>
                <a:latin typeface="+mj-lt"/>
                <a:ea typeface="Times New Roman" panose="02020603050405020304" pitchFamily="18" charset="0"/>
                <a:cs typeface="Times New Roman" panose="02020603050405020304" pitchFamily="18" charset="0"/>
              </a:rPr>
              <a:t> </a:t>
            </a:r>
            <a:r>
              <a:rPr lang="de-DE" sz="3000" dirty="0" err="1">
                <a:effectLst/>
                <a:latin typeface="+mj-lt"/>
                <a:ea typeface="Times New Roman" panose="02020603050405020304" pitchFamily="18" charset="0"/>
                <a:cs typeface="Times New Roman" panose="02020603050405020304" pitchFamily="18" charset="0"/>
              </a:rPr>
              <a:t>significant</a:t>
            </a:r>
            <a:r>
              <a:rPr lang="de-DE" sz="3000" dirty="0">
                <a:effectLst/>
                <a:latin typeface="+mj-lt"/>
                <a:ea typeface="Times New Roman" panose="02020603050405020304" pitchFamily="18" charset="0"/>
                <a:cs typeface="Times New Roman" panose="02020603050405020304" pitchFamily="18" charset="0"/>
              </a:rPr>
              <a:t> differences? </a:t>
            </a:r>
          </a:p>
          <a:p>
            <a:pPr lvl="1">
              <a:lnSpc>
                <a:spcPct val="150000"/>
              </a:lnSpc>
            </a:pPr>
            <a:r>
              <a:rPr lang="de-DE" kern="0" dirty="0">
                <a:effectLst/>
                <a:latin typeface="+mj-lt"/>
                <a:ea typeface="Times New Roman" panose="02020603050405020304" pitchFamily="18" charset="0"/>
              </a:rPr>
              <a:t>(use a </a:t>
            </a:r>
            <a:r>
              <a:rPr lang="de-DE" dirty="0">
                <a:effectLst/>
                <a:latin typeface="+mj-lt"/>
                <a:ea typeface="Times New Roman" panose="02020603050405020304" pitchFamily="18" charset="0"/>
                <a:cs typeface="Times New Roman" panose="02020603050405020304" pitchFamily="18" charset="0"/>
              </a:rPr>
              <a:t>less intense color or draw dashed lines around these areas)</a:t>
            </a:r>
            <a:endParaRPr lang="de-DE" dirty="0">
              <a:latin typeface="+mj-lt"/>
              <a:ea typeface="Times New Roman" panose="02020603050405020304" pitchFamily="18" charset="0"/>
              <a:cs typeface="Times New Roman" panose="02020603050405020304" pitchFamily="18" charset="0"/>
            </a:endParaRPr>
          </a:p>
          <a:p>
            <a:pPr marL="514350" indent="-514350">
              <a:lnSpc>
                <a:spcPct val="150000"/>
              </a:lnSpc>
              <a:buFont typeface="+mj-lt"/>
              <a:buAutoNum type="arabicPeriod" startAt="4"/>
            </a:pPr>
            <a:r>
              <a:rPr lang="de-DE" sz="2800" dirty="0">
                <a:effectLst/>
                <a:latin typeface="+mj-lt"/>
                <a:ea typeface="Times New Roman" panose="02020603050405020304" pitchFamily="18" charset="0"/>
                <a:cs typeface="Times New Roman" panose="02020603050405020304" pitchFamily="18" charset="0"/>
              </a:rPr>
              <a:t>What connections do you see that you missed before? </a:t>
            </a:r>
          </a:p>
          <a:p>
            <a:pPr lvl="1">
              <a:lnSpc>
                <a:spcPct val="150000"/>
              </a:lnSpc>
            </a:pPr>
            <a:r>
              <a:rPr lang="de-DE" dirty="0">
                <a:effectLst/>
                <a:latin typeface="+mj-lt"/>
                <a:ea typeface="Times New Roman" panose="02020603050405020304" pitchFamily="18" charset="0"/>
                <a:cs typeface="Times New Roman" panose="02020603050405020304" pitchFamily="18" charset="0"/>
              </a:rPr>
              <a:t>(use a different color or line style again)</a:t>
            </a:r>
          </a:p>
          <a:p>
            <a:pPr marL="514350" indent="-514350">
              <a:lnSpc>
                <a:spcPct val="150000"/>
              </a:lnSpc>
              <a:buFont typeface="+mj-lt"/>
              <a:buAutoNum type="arabicPeriod" startAt="4"/>
            </a:pPr>
            <a:r>
              <a:rPr lang="de-DE" sz="2800" dirty="0">
                <a:effectLst/>
                <a:latin typeface="+mj-lt"/>
                <a:ea typeface="Times New Roman" panose="02020603050405020304" pitchFamily="18" charset="0"/>
                <a:cs typeface="Times New Roman" panose="02020603050405020304" pitchFamily="18" charset="0"/>
              </a:rPr>
              <a:t>How can the known and newly found connections enrich you in your major? </a:t>
            </a:r>
          </a:p>
          <a:p>
            <a:pPr lvl="1">
              <a:lnSpc>
                <a:spcPct val="150000"/>
              </a:lnSpc>
            </a:pPr>
            <a:r>
              <a:rPr lang="de-DE" dirty="0">
                <a:effectLst/>
                <a:latin typeface="+mj-lt"/>
                <a:ea typeface="Times New Roman" panose="02020603050405020304" pitchFamily="18" charset="0"/>
                <a:cs typeface="Times New Roman" panose="02020603050405020304" pitchFamily="18" charset="0"/>
              </a:rPr>
              <a:t>(Write your thoughts on the </a:t>
            </a:r>
            <a:r>
              <a:rPr lang="de-DE" dirty="0" err="1">
                <a:effectLst/>
                <a:latin typeface="+mj-lt"/>
                <a:ea typeface="Times New Roman" panose="02020603050405020304" pitchFamily="18" charset="0"/>
                <a:cs typeface="Times New Roman" panose="02020603050405020304" pitchFamily="18" charset="0"/>
              </a:rPr>
              <a:t>map</a:t>
            </a:r>
            <a:r>
              <a:rPr lang="de-DE" dirty="0">
                <a:effectLst/>
                <a:latin typeface="+mj-lt"/>
                <a:ea typeface="Times New Roman" panose="02020603050405020304" pitchFamily="18" charset="0"/>
                <a:cs typeface="Times New Roman" panose="02020603050405020304" pitchFamily="18" charset="0"/>
              </a:rPr>
              <a:t>, for example on the lines or separately next to them, </a:t>
            </a:r>
            <a:br>
              <a:rPr lang="de-DE" dirty="0">
                <a:effectLst/>
                <a:latin typeface="+mj-lt"/>
                <a:ea typeface="Times New Roman" panose="02020603050405020304" pitchFamily="18" charset="0"/>
                <a:cs typeface="Times New Roman" panose="02020603050405020304" pitchFamily="18" charset="0"/>
              </a:rPr>
            </a:br>
            <a:r>
              <a:rPr lang="de-DE" dirty="0" err="1">
                <a:effectLst/>
                <a:latin typeface="+mj-lt"/>
                <a:ea typeface="Times New Roman" panose="02020603050405020304" pitchFamily="18" charset="0"/>
                <a:cs typeface="Times New Roman" panose="02020603050405020304" pitchFamily="18" charset="0"/>
              </a:rPr>
              <a:t>for</a:t>
            </a:r>
            <a:r>
              <a:rPr lang="de-DE" dirty="0">
                <a:effectLst/>
                <a:latin typeface="+mj-lt"/>
                <a:ea typeface="Times New Roman" panose="02020603050405020304" pitchFamily="18" charset="0"/>
                <a:cs typeface="Times New Roman" panose="02020603050405020304" pitchFamily="18" charset="0"/>
              </a:rPr>
              <a:t> example in the same </a:t>
            </a:r>
            <a:r>
              <a:rPr lang="de-DE" dirty="0" err="1">
                <a:effectLst/>
                <a:latin typeface="+mj-lt"/>
                <a:ea typeface="Times New Roman" panose="02020603050405020304" pitchFamily="18" charset="0"/>
                <a:cs typeface="Times New Roman" panose="02020603050405020304" pitchFamily="18" charset="0"/>
              </a:rPr>
              <a:t>colors</a:t>
            </a:r>
            <a:r>
              <a:rPr lang="de-DE" dirty="0">
                <a:effectLst/>
                <a:latin typeface="+mj-lt"/>
                <a:ea typeface="Times New Roman" panose="02020603050405020304" pitchFamily="18" charset="0"/>
                <a:cs typeface="Times New Roman" panose="02020603050405020304" pitchFamily="18" charset="0"/>
              </a:rPr>
              <a:t>)</a:t>
            </a:r>
            <a:endParaRPr lang="de-DE" dirty="0">
              <a:effectLst/>
              <a:latin typeface="+mj-lt"/>
              <a:ea typeface="Calibri" panose="020F0502020204030204" pitchFamily="34" charset="0"/>
              <a:cs typeface="Times New Roman" panose="02020603050405020304" pitchFamily="18" charset="0"/>
            </a:endParaRPr>
          </a:p>
          <a:p>
            <a:pPr>
              <a:lnSpc>
                <a:spcPct val="150000"/>
              </a:lnSpc>
            </a:pPr>
            <a:endParaRPr lang="de-DE" dirty="0"/>
          </a:p>
          <a:p>
            <a:endParaRPr lang="de-DE" dirty="0"/>
          </a:p>
        </p:txBody>
      </p:sp>
    </p:spTree>
    <p:extLst>
      <p:ext uri="{BB962C8B-B14F-4D97-AF65-F5344CB8AC3E}">
        <p14:creationId xmlns:p14="http://schemas.microsoft.com/office/powerpoint/2010/main" val="2137064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6A7E86-F92C-C75E-D530-2097ADB1CC3C}"/>
              </a:ext>
            </a:extLst>
          </p:cNvPr>
          <p:cNvSpPr>
            <a:spLocks noGrp="1"/>
          </p:cNvSpPr>
          <p:nvPr>
            <p:ph type="title"/>
          </p:nvPr>
        </p:nvSpPr>
        <p:spPr/>
        <p:txBody>
          <a:bodyPr/>
          <a:lstStyle/>
          <a:p>
            <a:endParaRPr lang="de-DE"/>
          </a:p>
        </p:txBody>
      </p:sp>
    </p:spTree>
    <p:extLst>
      <p:ext uri="{BB962C8B-B14F-4D97-AF65-F5344CB8AC3E}">
        <p14:creationId xmlns:p14="http://schemas.microsoft.com/office/powerpoint/2010/main" val="1803488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93799C-90F4-BE6A-AA67-5CD8C79DCC50}"/>
              </a:ext>
            </a:extLst>
          </p:cNvPr>
          <p:cNvSpPr>
            <a:spLocks noGrp="1"/>
          </p:cNvSpPr>
          <p:nvPr>
            <p:ph type="title"/>
          </p:nvPr>
        </p:nvSpPr>
        <p:spPr/>
        <p:txBody>
          <a:bodyPr/>
          <a:lstStyle/>
          <a:p>
            <a:r>
              <a:rPr lang="de-DE" dirty="0"/>
              <a:t>End of the reflection</a:t>
            </a:r>
          </a:p>
        </p:txBody>
      </p:sp>
      <p:sp>
        <p:nvSpPr>
          <p:cNvPr id="3" name="Inhaltsplatzhalter 2">
            <a:extLst>
              <a:ext uri="{FF2B5EF4-FFF2-40B4-BE49-F238E27FC236}">
                <a16:creationId xmlns:a16="http://schemas.microsoft.com/office/drawing/2014/main" id="{E7745C18-FC3A-9566-F549-2235D59B672B}"/>
              </a:ext>
            </a:extLst>
          </p:cNvPr>
          <p:cNvSpPr>
            <a:spLocks noGrp="1"/>
          </p:cNvSpPr>
          <p:nvPr>
            <p:ph idx="1"/>
          </p:nvPr>
        </p:nvSpPr>
        <p:spPr/>
        <p:txBody>
          <a:bodyPr>
            <a:normAutofit/>
          </a:bodyPr>
          <a:lstStyle/>
          <a:p>
            <a:pPr marL="514350" indent="-514350">
              <a:lnSpc>
                <a:spcPct val="150000"/>
              </a:lnSpc>
              <a:buFont typeface="+mj-lt"/>
              <a:buAutoNum type="arabicPeriod" startAt="7"/>
            </a:pPr>
            <a:r>
              <a:rPr lang="en-US" dirty="0">
                <a:effectLst/>
                <a:latin typeface="+mj-lt"/>
                <a:ea typeface="Times New Roman" panose="02020603050405020304" pitchFamily="18" charset="0"/>
                <a:cs typeface="Times New Roman" panose="02020603050405020304" pitchFamily="18" charset="0"/>
              </a:rPr>
              <a:t>What are typical questions within your major?</a:t>
            </a:r>
            <a:endParaRPr lang="de-DE" dirty="0">
              <a:effectLst/>
              <a:latin typeface="+mj-lt"/>
              <a:ea typeface="Times New Roman" panose="02020603050405020304" pitchFamily="18" charset="0"/>
              <a:cs typeface="Times New Roman" panose="02020603050405020304" pitchFamily="18" charset="0"/>
            </a:endParaRPr>
          </a:p>
          <a:p>
            <a:pPr lvl="1">
              <a:lnSpc>
                <a:spcPct val="150000"/>
              </a:lnSpc>
            </a:pPr>
            <a:r>
              <a:rPr lang="en-US" dirty="0">
                <a:effectLst/>
                <a:latin typeface="+mj-lt"/>
                <a:ea typeface="Times New Roman" panose="02020603050405020304" pitchFamily="18" charset="0"/>
                <a:cs typeface="Times New Roman" panose="02020603050405020304" pitchFamily="18" charset="0"/>
              </a:rPr>
              <a:t>(Write about 10 questions below each other.)</a:t>
            </a:r>
            <a:endParaRPr lang="de-DE" dirty="0">
              <a:latin typeface="+mj-lt"/>
              <a:ea typeface="Times New Roman" panose="02020603050405020304" pitchFamily="18" charset="0"/>
              <a:cs typeface="Times New Roman" panose="02020603050405020304" pitchFamily="18" charset="0"/>
            </a:endParaRPr>
          </a:p>
          <a:p>
            <a:pPr marL="514350" indent="-514350">
              <a:lnSpc>
                <a:spcPct val="150000"/>
              </a:lnSpc>
              <a:buFont typeface="+mj-lt"/>
              <a:buAutoNum type="arabicPeriod" startAt="7"/>
            </a:pPr>
            <a:r>
              <a:rPr lang="de-DE" sz="3200" dirty="0">
                <a:effectLst/>
                <a:latin typeface="+mj-lt"/>
                <a:ea typeface="Times New Roman" panose="02020603050405020304" pitchFamily="18" charset="0"/>
                <a:cs typeface="Times New Roman" panose="02020603050405020304" pitchFamily="18" charset="0"/>
              </a:rPr>
              <a:t>T</a:t>
            </a:r>
            <a:r>
              <a:rPr lang="en-US" sz="3200" dirty="0">
                <a:effectLst/>
                <a:latin typeface="+mj-lt"/>
                <a:ea typeface="Times New Roman" panose="02020603050405020304" pitchFamily="18" charset="0"/>
                <a:cs typeface="Times New Roman" panose="02020603050405020304" pitchFamily="18" charset="0"/>
              </a:rPr>
              <a:t>hanks to the content from the Critique module, what new perspectives on typical questions within your major can you discover?</a:t>
            </a:r>
            <a:endParaRPr lang="de-DE" dirty="0">
              <a:effectLst/>
              <a:latin typeface="+mj-lt"/>
              <a:ea typeface="Times New Roman" panose="02020603050405020304" pitchFamily="18" charset="0"/>
              <a:cs typeface="Times New Roman" panose="02020603050405020304" pitchFamily="18" charset="0"/>
            </a:endParaRPr>
          </a:p>
          <a:p>
            <a:pPr lvl="1">
              <a:lnSpc>
                <a:spcPct val="150000"/>
              </a:lnSpc>
            </a:pPr>
            <a:r>
              <a:rPr lang="en-US" dirty="0">
                <a:effectLst/>
                <a:latin typeface="+mj-lt"/>
                <a:ea typeface="Times New Roman" panose="02020603050405020304" pitchFamily="18" charset="0"/>
                <a:cs typeface="Times New Roman" panose="02020603050405020304" pitchFamily="18" charset="0"/>
              </a:rPr>
              <a:t>(Refer to your map again and write your thoughts on the individual questions.)</a:t>
            </a:r>
            <a:endParaRPr lang="de-DE" dirty="0">
              <a:effectLst/>
              <a:latin typeface="+mj-lt"/>
              <a:ea typeface="Calibri" panose="020F0502020204030204" pitchFamily="34" charset="0"/>
              <a:cs typeface="Times New Roman" panose="02020603050405020304" pitchFamily="18" charset="0"/>
            </a:endParaRPr>
          </a:p>
          <a:p>
            <a:pPr lvl="1">
              <a:lnSpc>
                <a:spcPct val="150000"/>
              </a:lnSpc>
            </a:pPr>
            <a:endParaRPr lang="de-DE" dirty="0">
              <a:latin typeface="+mj-lt"/>
            </a:endParaRPr>
          </a:p>
          <a:p>
            <a:pPr>
              <a:lnSpc>
                <a:spcPct val="150000"/>
              </a:lnSpc>
            </a:pPr>
            <a:endParaRPr lang="de-DE" dirty="0"/>
          </a:p>
          <a:p>
            <a:endParaRPr lang="de-DE" dirty="0"/>
          </a:p>
        </p:txBody>
      </p:sp>
    </p:spTree>
    <p:extLst>
      <p:ext uri="{BB962C8B-B14F-4D97-AF65-F5344CB8AC3E}">
        <p14:creationId xmlns:p14="http://schemas.microsoft.com/office/powerpoint/2010/main" val="3718069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600168-6E42-ED0F-C3D0-BDBB12D175F6}"/>
              </a:ext>
            </a:extLst>
          </p:cNvPr>
          <p:cNvSpPr>
            <a:spLocks noGrp="1"/>
          </p:cNvSpPr>
          <p:nvPr>
            <p:ph type="ctrTitle"/>
          </p:nvPr>
        </p:nvSpPr>
        <p:spPr/>
        <p:txBody>
          <a:bodyPr/>
          <a:lstStyle/>
          <a:p>
            <a:endParaRPr lang="de-DE"/>
          </a:p>
        </p:txBody>
      </p:sp>
    </p:spTree>
    <p:extLst>
      <p:ext uri="{BB962C8B-B14F-4D97-AF65-F5344CB8AC3E}">
        <p14:creationId xmlns:p14="http://schemas.microsoft.com/office/powerpoint/2010/main" val="1528444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714FA0-98A4-3EE3-4CA7-8EE8D54B0659}"/>
              </a:ext>
            </a:extLst>
          </p:cNvPr>
          <p:cNvSpPr>
            <a:spLocks noGrp="1"/>
          </p:cNvSpPr>
          <p:nvPr>
            <p:ph type="ctrTitle"/>
          </p:nvPr>
        </p:nvSpPr>
        <p:spPr/>
        <p:txBody>
          <a:bodyPr/>
          <a:lstStyle/>
          <a:p>
            <a:endParaRPr lang="de-DE" dirty="0"/>
          </a:p>
        </p:txBody>
      </p:sp>
    </p:spTree>
    <p:extLst>
      <p:ext uri="{BB962C8B-B14F-4D97-AF65-F5344CB8AC3E}">
        <p14:creationId xmlns:p14="http://schemas.microsoft.com/office/powerpoint/2010/main" val="1222240718"/>
      </p:ext>
    </p:extLst>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3" ma:contentTypeDescription="Ein neues Dokument erstellen." ma:contentTypeScope="" ma:versionID="4cba4315779cb03d474ae37b2c0aa786">
  <xsd:schema xmlns:xsd="http://www.w3.org/2001/XMLSchema" xmlns:xs="http://www.w3.org/2001/XMLSchema" xmlns:p="http://schemas.microsoft.com/office/2006/metadata/properties" xmlns:ns2="e0647eb4-fdd8-4a76-905c-ef029484ffcd" targetNamespace="http://schemas.microsoft.com/office/2006/metadata/properties" ma:root="true" ma:fieldsID="ffc498f6898bc391fabeb722ec17ef06" ns2:_="">
    <xsd:import namespace="e0647eb4-fdd8-4a76-905c-ef029484ff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34F69D6-F36D-4801-B643-8356F9687C2C}"/>
</file>

<file path=customXml/itemProps2.xml><?xml version="1.0" encoding="utf-8"?>
<ds:datastoreItem xmlns:ds="http://schemas.openxmlformats.org/officeDocument/2006/customXml" ds:itemID="{5ED72ED2-6C6D-4DC8-8073-5BD60723A4D1}"/>
</file>

<file path=customXml/itemProps3.xml><?xml version="1.0" encoding="utf-8"?>
<ds:datastoreItem xmlns:ds="http://schemas.openxmlformats.org/officeDocument/2006/customXml" ds:itemID="{179C5564-D456-4D50-8F35-B526835F6639}"/>
</file>

<file path=docProps/app.xml><?xml version="1.0" encoding="utf-8"?>
<Properties xmlns="http://schemas.openxmlformats.org/officeDocument/2006/extended-properties" xmlns:vt="http://schemas.openxmlformats.org/officeDocument/2006/docPropsVTypes">
  <Template/>
  <TotalTime>0</TotalTime>
  <Words>570</Words>
  <Application>Microsoft Macintosh PowerPoint</Application>
  <PresentationFormat>Benutzerdefiniert</PresentationFormat>
  <Paragraphs>49</Paragraphs>
  <Slides>12</Slides>
  <Notes>3</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12</vt:i4>
      </vt:variant>
    </vt:vector>
  </HeadingPairs>
  <TitlesOfParts>
    <vt:vector size="16" baseType="lpstr">
      <vt:lpstr>Calibri</vt:lpstr>
      <vt:lpstr>Aptos</vt:lpstr>
      <vt:lpstr>Arial</vt:lpstr>
      <vt:lpstr>Benutzerdefiniertes Design</vt:lpstr>
      <vt:lpstr>3.2 Reflection &amp; Linking  Major - Module</vt:lpstr>
      <vt:lpstr>PowerPoint-Präsentation</vt:lpstr>
      <vt:lpstr>Guided reflection</vt:lpstr>
      <vt:lpstr>Task definition</vt:lpstr>
      <vt:lpstr>Important notes for reflection</vt:lpstr>
      <vt:lpstr>Start of the reflection</vt:lpstr>
      <vt:lpstr>PowerPoint-Präsentation</vt:lpstr>
      <vt:lpstr>Reflection</vt:lpstr>
      <vt:lpstr>PowerPoint-Präsentation</vt:lpstr>
      <vt:lpstr>End of the reflection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keywords>, docId:5427CA3A59F90837C951A067C6EA3E16</cp:keywords>
  <cp:lastModifiedBy>Lina Bücher</cp:lastModifiedBy>
  <cp:revision>7</cp:revision>
  <dcterms:created xsi:type="dcterms:W3CDTF">2006-08-16T00:00:00Z</dcterms:created>
  <dcterms:modified xsi:type="dcterms:W3CDTF">2024-09-12T11:40:36Z</dcterms:modified>
  <dc:identifier>DAGKdR2DXUk</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