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320" r:id="rId6"/>
    <p:sldId id="311" r:id="rId7"/>
    <p:sldId id="313" r:id="rId8"/>
    <p:sldId id="314" r:id="rId9"/>
    <p:sldId id="318" r:id="rId10"/>
    <p:sldId id="316" r:id="rId11"/>
    <p:sldId id="317" r:id="rId12"/>
    <p:sldId id="321" r:id="rId13"/>
    <p:sldId id="323" r:id="rId14"/>
    <p:sldId id="305" r:id="rId15"/>
    <p:sldId id="310" r:id="rId16"/>
  </p:sldIdLst>
  <p:sldSz cx="9144000" cy="5143500" type="screen16x9"/>
  <p:notesSz cx="9144000" cy="5143500"/>
  <p:embeddedFontLst>
    <p:embeddedFont>
      <p:font typeface="Arial Narrow" panose="020B0606020202030204" pitchFamily="34" charset="0"/>
      <p:regular r:id="rId18"/>
      <p:bold r:id="rId19"/>
      <p:italic r:id="rId20"/>
      <p:boldItalic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34BEA-77D9-20E6-7FDD-0B43260DD28A}" v="189" dt="2025-11-03T16:11:52.697"/>
    <p1510:client id="{B29C2BC8-FB6F-43A7-3BE3-6BC17B93AC25}" v="567" dt="2025-11-02T16:47:02.704"/>
    <p1510:client id="{B96BC7A8-CAD7-22ED-6D16-C53094229B90}" v="1283" dt="2025-11-02T10:49:30.331"/>
    <p1510:client id="{BDDA3222-BC6A-3509-2381-2E89CF3F2C70}" v="38" dt="2025-11-03T15:50:30.985"/>
    <p1510:client id="{C5EA5059-4E12-8C17-F199-906B55550085}" v="5" dt="2025-11-04T10:18:48.339"/>
    <p1510:client id="{C9B574E4-A319-8038-34C4-DDD2357107F8}" v="35" dt="2025-11-04T10:28:21.654"/>
    <p1510:client id="{F3A7F926-EE4B-FDAC-D8EF-D07FB7050F6B}" v="560" dt="2025-11-02T10:39:43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 Stöcker" userId="54898a07-11cd-4c93-9c35-71ac6bdb9a5a" providerId="ADAL" clId="{C951B720-6B58-4379-87D5-6083C1F99786}"/>
    <pc:docChg chg="undo redo custSel addSld delSld modSld sldOrd">
      <pc:chgData name="Leon Stöcker" userId="54898a07-11cd-4c93-9c35-71ac6bdb9a5a" providerId="ADAL" clId="{C951B720-6B58-4379-87D5-6083C1F99786}" dt="2025-10-14T12:23:15.363" v="1886" actId="20577"/>
      <pc:docMkLst>
        <pc:docMk/>
      </pc:docMkLst>
      <pc:sldChg chg="addSp modSp mod">
        <pc:chgData name="Leon Stöcker" userId="54898a07-11cd-4c93-9c35-71ac6bdb9a5a" providerId="ADAL" clId="{C951B720-6B58-4379-87D5-6083C1F99786}" dt="2025-10-14T12:10:11.897" v="1838" actId="1076"/>
        <pc:sldMkLst>
          <pc:docMk/>
          <pc:sldMk cId="0" sldId="256"/>
        </pc:sldMkLst>
        <pc:spChg chg="mod">
          <ac:chgData name="Leon Stöcker" userId="54898a07-11cd-4c93-9c35-71ac6bdb9a5a" providerId="ADAL" clId="{C951B720-6B58-4379-87D5-6083C1F99786}" dt="2025-10-14T12:10:07.513" v="183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eon Stöcker" userId="54898a07-11cd-4c93-9c35-71ac6bdb9a5a" providerId="ADAL" clId="{C951B720-6B58-4379-87D5-6083C1F99786}" dt="2025-10-14T12:10:11.897" v="1838" actId="1076"/>
          <ac:spMkLst>
            <pc:docMk/>
            <pc:sldMk cId="0" sldId="256"/>
            <ac:spMk id="121" creationId="{00000000-0000-0000-0000-000000000000}"/>
          </ac:spMkLst>
        </pc:spChg>
        <pc:picChg chg="add mod">
          <ac:chgData name="Leon Stöcker" userId="54898a07-11cd-4c93-9c35-71ac6bdb9a5a" providerId="ADAL" clId="{C951B720-6B58-4379-87D5-6083C1F99786}" dt="2025-10-14T12:09:53.320" v="1834" actId="1076"/>
          <ac:picMkLst>
            <pc:docMk/>
            <pc:sldMk cId="0" sldId="256"/>
            <ac:picMk id="5" creationId="{EB55D913-3AE1-6A45-334B-177E8CB4AF26}"/>
          </ac:picMkLst>
        </pc:picChg>
      </pc:sldChg>
      <pc:sldChg chg="modNotesTx">
        <pc:chgData name="Leon Stöcker" userId="54898a07-11cd-4c93-9c35-71ac6bdb9a5a" providerId="ADAL" clId="{C951B720-6B58-4379-87D5-6083C1F99786}" dt="2025-10-14T12:23:11.137" v="1885" actId="20577"/>
        <pc:sldMkLst>
          <pc:docMk/>
          <pc:sldMk cId="1833510085" sldId="305"/>
        </pc:sldMkLst>
      </pc:sldChg>
      <pc:sldChg chg="addSp modSp mod modNotesTx">
        <pc:chgData name="Leon Stöcker" userId="54898a07-11cd-4c93-9c35-71ac6bdb9a5a" providerId="ADAL" clId="{C951B720-6B58-4379-87D5-6083C1F99786}" dt="2025-10-14T12:23:15.363" v="1886" actId="20577"/>
        <pc:sldMkLst>
          <pc:docMk/>
          <pc:sldMk cId="1289498570" sldId="310"/>
        </pc:sldMkLst>
        <pc:spChg chg="mod">
          <ac:chgData name="Leon Stöcker" userId="54898a07-11cd-4c93-9c35-71ac6bdb9a5a" providerId="ADAL" clId="{C951B720-6B58-4379-87D5-6083C1F99786}" dt="2025-10-14T12:08:25.104" v="1818" actId="1076"/>
          <ac:spMkLst>
            <pc:docMk/>
            <pc:sldMk cId="1289498570" sldId="310"/>
            <ac:spMk id="2" creationId="{959538D0-31EB-43F7-C3AD-24BA814F10E1}"/>
          </ac:spMkLst>
        </pc:spChg>
        <pc:spChg chg="mod ord">
          <ac:chgData name="Leon Stöcker" userId="54898a07-11cd-4c93-9c35-71ac6bdb9a5a" providerId="ADAL" clId="{C951B720-6B58-4379-87D5-6083C1F99786}" dt="2025-10-14T12:08:44.621" v="1822" actId="1076"/>
          <ac:spMkLst>
            <pc:docMk/>
            <pc:sldMk cId="1289498570" sldId="310"/>
            <ac:spMk id="3" creationId="{EE98C861-25AB-4787-49A7-CD0858C4F01C}"/>
          </ac:spMkLst>
        </pc:spChg>
        <pc:picChg chg="add mod ord">
          <ac:chgData name="Leon Stöcker" userId="54898a07-11cd-4c93-9c35-71ac6bdb9a5a" providerId="ADAL" clId="{C951B720-6B58-4379-87D5-6083C1F99786}" dt="2025-10-14T12:07:39.710" v="1790" actId="171"/>
          <ac:picMkLst>
            <pc:docMk/>
            <pc:sldMk cId="1289498570" sldId="310"/>
            <ac:picMk id="5" creationId="{B4719C06-666C-102D-9A0D-D87100DD98AF}"/>
          </ac:picMkLst>
        </pc:picChg>
      </pc:sldChg>
    </pc:docChg>
  </pc:docChgLst>
  <pc:docChgLst>
    <pc:chgData name="Ariane Steiner" userId="S::ariane.steiner@stud.leuphana.de::7db5a556-6c31-40f4-8dd7-55ef11ccf4a1" providerId="AD" clId="Web-{87D1D826-6CDC-8D65-4880-A47C28042AE5}"/>
    <pc:docChg chg="modSld sldOrd">
      <pc:chgData name="Ariane Steiner" userId="S::ariane.steiner@stud.leuphana.de::7db5a556-6c31-40f4-8dd7-55ef11ccf4a1" providerId="AD" clId="Web-{87D1D826-6CDC-8D65-4880-A47C28042AE5}" dt="2025-10-09T10:24:03.754" v="166"/>
      <pc:docMkLst>
        <pc:docMk/>
      </pc:docMkLst>
    </pc:docChg>
  </pc:docChgLst>
  <pc:docChgLst>
    <pc:chgData name="Leon Stöcker" userId="S::leon.stoecker@stud.leuphana.de::54898a07-11cd-4c93-9c35-71ac6bdb9a5a" providerId="AD" clId="Web-{7D79CC46-C826-FE4E-9658-1B1E32E6F7EB}"/>
    <pc:docChg chg="modSld">
      <pc:chgData name="Leon Stöcker" userId="S::leon.stoecker@stud.leuphana.de::54898a07-11cd-4c93-9c35-71ac6bdb9a5a" providerId="AD" clId="Web-{7D79CC46-C826-FE4E-9658-1B1E32E6F7EB}" dt="2025-10-15T08:33:30.638" v="13" actId="20577"/>
      <pc:docMkLst>
        <pc:docMk/>
      </pc:docMkLst>
      <pc:sldChg chg="modSp">
        <pc:chgData name="Leon Stöcker" userId="S::leon.stoecker@stud.leuphana.de::54898a07-11cd-4c93-9c35-71ac6bdb9a5a" providerId="AD" clId="Web-{7D79CC46-C826-FE4E-9658-1B1E32E6F7EB}" dt="2025-10-15T08:33:30.638" v="13" actId="20577"/>
        <pc:sldMkLst>
          <pc:docMk/>
          <pc:sldMk cId="0" sldId="256"/>
        </pc:sldMkLst>
        <pc:spChg chg="mod">
          <ac:chgData name="Leon Stöcker" userId="S::leon.stoecker@stud.leuphana.de::54898a07-11cd-4c93-9c35-71ac6bdb9a5a" providerId="AD" clId="Web-{7D79CC46-C826-FE4E-9658-1B1E32E6F7EB}" dt="2025-10-15T08:33:30.638" v="13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Ariane Steiner" userId="S::ariane.steiner@stud.leuphana.de::7db5a556-6c31-40f4-8dd7-55ef11ccf4a1" providerId="AD" clId="Web-{3F34DA3C-7CB1-5FFC-1E08-9472F180B697}"/>
    <pc:docChg chg="addSld modSld sldOrd">
      <pc:chgData name="Ariane Steiner" userId="S::ariane.steiner@stud.leuphana.de::7db5a556-6c31-40f4-8dd7-55ef11ccf4a1" providerId="AD" clId="Web-{3F34DA3C-7CB1-5FFC-1E08-9472F180B697}" dt="2025-10-14T12:19:06.858" v="10" actId="20577"/>
      <pc:docMkLst>
        <pc:docMk/>
      </pc:docMkLst>
      <pc:sldChg chg="add ord replId">
        <pc:chgData name="Ariane Steiner" userId="S::ariane.steiner@stud.leuphana.de::7db5a556-6c31-40f4-8dd7-55ef11ccf4a1" providerId="AD" clId="Web-{3F34DA3C-7CB1-5FFC-1E08-9472F180B697}" dt="2025-10-14T12:18:03.075" v="1"/>
        <pc:sldMkLst>
          <pc:docMk/>
          <pc:sldMk cId="380185279" sldId="311"/>
        </pc:sldMkLst>
      </pc:sldChg>
    </pc:docChg>
  </pc:docChgLst>
  <pc:docChgLst>
    <pc:chgData name="Natasha Shituvi" userId="S::natasha.shituvi@stud.leuphana.de::a97e0c10-4623-402e-b88f-a2aeed75bf8c" providerId="AD" clId="Web-{BDDA3222-BC6A-3509-2381-2E89CF3F2C70}"/>
    <pc:docChg chg="delSld modSld">
      <pc:chgData name="Natasha Shituvi" userId="S::natasha.shituvi@stud.leuphana.de::a97e0c10-4623-402e-b88f-a2aeed75bf8c" providerId="AD" clId="Web-{BDDA3222-BC6A-3509-2381-2E89CF3F2C70}" dt="2025-11-03T15:50:30.985" v="35" actId="20577"/>
      <pc:docMkLst>
        <pc:docMk/>
      </pc:docMkLst>
      <pc:sldChg chg="modSp del">
        <pc:chgData name="Natasha Shituvi" userId="S::natasha.shituvi@stud.leuphana.de::a97e0c10-4623-402e-b88f-a2aeed75bf8c" providerId="AD" clId="Web-{BDDA3222-BC6A-3509-2381-2E89CF3F2C70}" dt="2025-11-03T15:29:18.501" v="3" actId="20577"/>
        <pc:sldMkLst>
          <pc:docMk/>
          <pc:sldMk cId="0" sldId="256"/>
        </pc:sldMkLst>
        <pc:spChg chg="mod">
          <ac:chgData name="Natasha Shituvi" userId="S::natasha.shituvi@stud.leuphana.de::a97e0c10-4623-402e-b88f-a2aeed75bf8c" providerId="AD" clId="Web-{BDDA3222-BC6A-3509-2381-2E89CF3F2C70}" dt="2025-11-03T15:29:18.501" v="3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Natasha Shituvi" userId="S::natasha.shituvi@stud.leuphana.de::a97e0c10-4623-402e-b88f-a2aeed75bf8c" providerId="AD" clId="Web-{BDDA3222-BC6A-3509-2381-2E89CF3F2C70}" dt="2025-11-03T15:50:30.985" v="35" actId="20577"/>
        <pc:sldMkLst>
          <pc:docMk/>
          <pc:sldMk cId="3956626367" sldId="314"/>
        </pc:sldMkLst>
        <pc:spChg chg="mod">
          <ac:chgData name="Natasha Shituvi" userId="S::natasha.shituvi@stud.leuphana.de::a97e0c10-4623-402e-b88f-a2aeed75bf8c" providerId="AD" clId="Web-{BDDA3222-BC6A-3509-2381-2E89CF3F2C70}" dt="2025-11-03T15:37:29.756" v="33" actId="20577"/>
          <ac:spMkLst>
            <pc:docMk/>
            <pc:sldMk cId="3956626367" sldId="314"/>
            <ac:spMk id="3" creationId="{B92C7F57-EA59-2783-9E55-71E8C8F0C5D3}"/>
          </ac:spMkLst>
        </pc:spChg>
        <pc:spChg chg="mod">
          <ac:chgData name="Natasha Shituvi" userId="S::natasha.shituvi@stud.leuphana.de::a97e0c10-4623-402e-b88f-a2aeed75bf8c" providerId="AD" clId="Web-{BDDA3222-BC6A-3509-2381-2E89CF3F2C70}" dt="2025-11-03T15:50:30.985" v="35" actId="20577"/>
          <ac:spMkLst>
            <pc:docMk/>
            <pc:sldMk cId="3956626367" sldId="314"/>
            <ac:spMk id="4" creationId="{226BF77E-6462-11A4-9B9F-F959B0C10A85}"/>
          </ac:spMkLst>
        </pc:spChg>
      </pc:sldChg>
      <pc:sldChg chg="modSp">
        <pc:chgData name="Natasha Shituvi" userId="S::natasha.shituvi@stud.leuphana.de::a97e0c10-4623-402e-b88f-a2aeed75bf8c" providerId="AD" clId="Web-{BDDA3222-BC6A-3509-2381-2E89CF3F2C70}" dt="2025-11-03T15:31:48.568" v="31" actId="20577"/>
        <pc:sldMkLst>
          <pc:docMk/>
          <pc:sldMk cId="3483956848" sldId="318"/>
        </pc:sldMkLst>
        <pc:spChg chg="mod">
          <ac:chgData name="Natasha Shituvi" userId="S::natasha.shituvi@stud.leuphana.de::a97e0c10-4623-402e-b88f-a2aeed75bf8c" providerId="AD" clId="Web-{BDDA3222-BC6A-3509-2381-2E89CF3F2C70}" dt="2025-11-03T15:31:48.568" v="31" actId="20577"/>
          <ac:spMkLst>
            <pc:docMk/>
            <pc:sldMk cId="3483956848" sldId="318"/>
            <ac:spMk id="4" creationId="{7DD82B75-F009-22AC-4CA0-FC685C59F6C8}"/>
          </ac:spMkLst>
        </pc:spChg>
      </pc:sldChg>
    </pc:docChg>
  </pc:docChgLst>
  <pc:docChgLst>
    <pc:chgData name="Katharina Lohner" userId="S::katharina.lohner@stud.leuphana.de::ece597f1-37ac-48a8-8fa4-a469cfdcd234" providerId="AD" clId="Web-{953BA09E-DC40-D2F7-B4CF-1EA062C4D416}"/>
    <pc:docChg chg="addSld delSld">
      <pc:chgData name="Katharina Lohner" userId="S::katharina.lohner@stud.leuphana.de::ece597f1-37ac-48a8-8fa4-a469cfdcd234" providerId="AD" clId="Web-{953BA09E-DC40-D2F7-B4CF-1EA062C4D416}" dt="2025-10-15T09:08:59.872" v="1"/>
      <pc:docMkLst>
        <pc:docMk/>
      </pc:docMkLst>
    </pc:docChg>
  </pc:docChgLst>
  <pc:docChgLst>
    <pc:chgData name="Ariane Steiner" userId="S::ariane.steiner@stud.leuphana.de::7db5a556-6c31-40f4-8dd7-55ef11ccf4a1" providerId="AD" clId="Web-{7C0A071B-E13B-3D58-2206-02CE5CB02122}"/>
    <pc:docChg chg="addSld delSld modSld">
      <pc:chgData name="Ariane Steiner" userId="S::ariane.steiner@stud.leuphana.de::7db5a556-6c31-40f4-8dd7-55ef11ccf4a1" providerId="AD" clId="Web-{7C0A071B-E13B-3D58-2206-02CE5CB02122}" dt="2025-10-06T07:39:39.001" v="38"/>
      <pc:docMkLst>
        <pc:docMk/>
      </pc:docMkLst>
      <pc:sldChg chg="modSp">
        <pc:chgData name="Ariane Steiner" userId="S::ariane.steiner@stud.leuphana.de::7db5a556-6c31-40f4-8dd7-55ef11ccf4a1" providerId="AD" clId="Web-{7C0A071B-E13B-3D58-2206-02CE5CB02122}" dt="2025-10-06T07:39:38.704" v="37" actId="20577"/>
        <pc:sldMkLst>
          <pc:docMk/>
          <pc:sldMk cId="0" sldId="256"/>
        </pc:sldMkLst>
        <pc:spChg chg="mod">
          <ac:chgData name="Ariane Steiner" userId="S::ariane.steiner@stud.leuphana.de::7db5a556-6c31-40f4-8dd7-55ef11ccf4a1" providerId="AD" clId="Web-{7C0A071B-E13B-3D58-2206-02CE5CB02122}" dt="2025-10-06T07:39:38.704" v="37" actId="20577"/>
          <ac:spMkLst>
            <pc:docMk/>
            <pc:sldMk cId="0" sldId="256"/>
            <ac:spMk id="121" creationId="{00000000-0000-0000-0000-000000000000}"/>
          </ac:spMkLst>
        </pc:spChg>
      </pc:sldChg>
    </pc:docChg>
  </pc:docChgLst>
  <pc:docChgLst>
    <pc:chgData name="Ariane Steiner" userId="S::ariane.steiner@stud.leuphana.de::7db5a556-6c31-40f4-8dd7-55ef11ccf4a1" providerId="AD" clId="Web-{0D861ED5-5ED4-1B1D-E8B7-5A91D72F8D9E}"/>
    <pc:docChg chg="modSld">
      <pc:chgData name="Ariane Steiner" userId="S::ariane.steiner@stud.leuphana.de::7db5a556-6c31-40f4-8dd7-55ef11ccf4a1" providerId="AD" clId="Web-{0D861ED5-5ED4-1B1D-E8B7-5A91D72F8D9E}" dt="2025-10-09T09:13:09.364" v="0"/>
      <pc:docMkLst>
        <pc:docMk/>
      </pc:docMkLst>
    </pc:docChg>
  </pc:docChgLst>
  <pc:docChgLst>
    <pc:chgData name="Hannah Spittler" userId="S::hannah.spittler@stud.leuphana.de::4ddd3bb4-19fe-4a37-9dbc-bc32dc601e08" providerId="AD" clId="Web-{998AAF15-5ED3-6B4C-0D71-80678AC3DAE5}"/>
    <pc:docChg chg="addSld delSld modSld sldOrd">
      <pc:chgData name="Hannah Spittler" userId="S::hannah.spittler@stud.leuphana.de::4ddd3bb4-19fe-4a37-9dbc-bc32dc601e08" providerId="AD" clId="Web-{998AAF15-5ED3-6B4C-0D71-80678AC3DAE5}" dt="2025-10-15T12:19:12.694" v="153"/>
      <pc:docMkLst>
        <pc:docMk/>
      </pc:docMkLst>
      <pc:sldChg chg="modNotes">
        <pc:chgData name="Hannah Spittler" userId="S::hannah.spittler@stud.leuphana.de::4ddd3bb4-19fe-4a37-9dbc-bc32dc601e08" providerId="AD" clId="Web-{998AAF15-5ED3-6B4C-0D71-80678AC3DAE5}" dt="2025-10-15T12:19:12.694" v="153"/>
        <pc:sldMkLst>
          <pc:docMk/>
          <pc:sldMk cId="1833510085" sldId="305"/>
        </pc:sldMkLst>
      </pc:sldChg>
      <pc:sldChg chg="modSp new modNotes">
        <pc:chgData name="Hannah Spittler" userId="S::hannah.spittler@stud.leuphana.de::4ddd3bb4-19fe-4a37-9dbc-bc32dc601e08" providerId="AD" clId="Web-{998AAF15-5ED3-6B4C-0D71-80678AC3DAE5}" dt="2025-10-14T12:09:40.878" v="78"/>
        <pc:sldMkLst>
          <pc:docMk/>
          <pc:sldMk cId="1289498570" sldId="310"/>
        </pc:sldMkLst>
        <pc:spChg chg="mod">
          <ac:chgData name="Hannah Spittler" userId="S::hannah.spittler@stud.leuphana.de::4ddd3bb4-19fe-4a37-9dbc-bc32dc601e08" providerId="AD" clId="Web-{998AAF15-5ED3-6B4C-0D71-80678AC3DAE5}" dt="2025-10-14T11:57:56.627" v="53" actId="20577"/>
          <ac:spMkLst>
            <pc:docMk/>
            <pc:sldMk cId="1289498570" sldId="310"/>
            <ac:spMk id="2" creationId="{959538D0-31EB-43F7-C3AD-24BA814F10E1}"/>
          </ac:spMkLst>
        </pc:spChg>
      </pc:sldChg>
      <pc:sldChg chg="mod modShow">
        <pc:chgData name="Hannah Spittler" userId="S::hannah.spittler@stud.leuphana.de::4ddd3bb4-19fe-4a37-9dbc-bc32dc601e08" providerId="AD" clId="Web-{998AAF15-5ED3-6B4C-0D71-80678AC3DAE5}" dt="2025-10-15T12:17:14.378" v="114"/>
        <pc:sldMkLst>
          <pc:docMk/>
          <pc:sldMk cId="380185279" sldId="311"/>
        </pc:sldMkLst>
      </pc:sldChg>
    </pc:docChg>
  </pc:docChgLst>
  <pc:docChgLst>
    <pc:chgData name="Ariane Steiner" userId="S::ariane.steiner@stud.leuphana.de::7db5a556-6c31-40f4-8dd7-55ef11ccf4a1" providerId="AD" clId="Web-{C5EA5059-4E12-8C17-F199-906B55550085}"/>
    <pc:docChg chg="delSld modSld">
      <pc:chgData name="Ariane Steiner" userId="S::ariane.steiner@stud.leuphana.de::7db5a556-6c31-40f4-8dd7-55ef11ccf4a1" providerId="AD" clId="Web-{C5EA5059-4E12-8C17-F199-906B55550085}" dt="2025-11-04T10:18:48.339" v="2"/>
      <pc:docMkLst>
        <pc:docMk/>
      </pc:docMkLst>
      <pc:sldChg chg="modSp">
        <pc:chgData name="Ariane Steiner" userId="S::ariane.steiner@stud.leuphana.de::7db5a556-6c31-40f4-8dd7-55ef11ccf4a1" providerId="AD" clId="Web-{C5EA5059-4E12-8C17-F199-906B55550085}" dt="2025-11-04T10:18:42.495" v="1" actId="20577"/>
        <pc:sldMkLst>
          <pc:docMk/>
          <pc:sldMk cId="0" sldId="256"/>
        </pc:sldMkLst>
        <pc:spChg chg="mod">
          <ac:chgData name="Ariane Steiner" userId="S::ariane.steiner@stud.leuphana.de::7db5a556-6c31-40f4-8dd7-55ef11ccf4a1" providerId="AD" clId="Web-{C5EA5059-4E12-8C17-F199-906B55550085}" dt="2025-11-04T10:18:42.495" v="1" actId="20577"/>
          <ac:spMkLst>
            <pc:docMk/>
            <pc:sldMk cId="0" sldId="256"/>
            <ac:spMk id="4" creationId="{00000000-0000-0000-0000-000000000000}"/>
          </ac:spMkLst>
        </pc:spChg>
      </pc:sldChg>
      <pc:sldChg chg="del">
        <pc:chgData name="Ariane Steiner" userId="S::ariane.steiner@stud.leuphana.de::7db5a556-6c31-40f4-8dd7-55ef11ccf4a1" providerId="AD" clId="Web-{C5EA5059-4E12-8C17-F199-906B55550085}" dt="2025-11-04T10:18:48.339" v="2"/>
        <pc:sldMkLst>
          <pc:docMk/>
          <pc:sldMk cId="1037531839" sldId="286"/>
        </pc:sldMkLst>
      </pc:sldChg>
    </pc:docChg>
  </pc:docChgLst>
  <pc:docChgLst>
    <pc:chgData clId="Web-{50BD8332-5EC8-2D2B-BA47-9AC3797DE18A}"/>
    <pc:docChg chg="modSld">
      <pc:chgData name="" userId="" providerId="" clId="Web-{50BD8332-5EC8-2D2B-BA47-9AC3797DE18A}" dt="2025-10-06T07:44:08.279" v="4" actId="20577"/>
      <pc:docMkLst>
        <pc:docMk/>
      </pc:docMkLst>
      <pc:sldChg chg="modSp">
        <pc:chgData name="" userId="" providerId="" clId="Web-{50BD8332-5EC8-2D2B-BA47-9AC3797DE18A}" dt="2025-10-06T07:44:08.279" v="4" actId="20577"/>
        <pc:sldMkLst>
          <pc:docMk/>
          <pc:sldMk cId="0" sldId="256"/>
        </pc:sldMkLst>
        <pc:spChg chg="mod">
          <ac:chgData name="" userId="" providerId="" clId="Web-{50BD8332-5EC8-2D2B-BA47-9AC3797DE18A}" dt="2025-10-06T07:44:08.279" v="4" actId="20577"/>
          <ac:spMkLst>
            <pc:docMk/>
            <pc:sldMk cId="0" sldId="256"/>
            <ac:spMk id="121" creationId="{00000000-0000-0000-0000-000000000000}"/>
          </ac:spMkLst>
        </pc:spChg>
      </pc:sldChg>
    </pc:docChg>
  </pc:docChgLst>
  <pc:docChgLst>
    <pc:chgData name="Ariane Steiner" userId="S::ariane.steiner@stud.leuphana.de::7db5a556-6c31-40f4-8dd7-55ef11ccf4a1" providerId="AD" clId="Web-{C9B574E4-A319-8038-34C4-DDD2357107F8}"/>
    <pc:docChg chg="addSld delSld modSld sldOrd">
      <pc:chgData name="Ariane Steiner" userId="S::ariane.steiner@stud.leuphana.de::7db5a556-6c31-40f4-8dd7-55ef11ccf4a1" providerId="AD" clId="Web-{C9B574E4-A319-8038-34C4-DDD2357107F8}" dt="2025-11-04T10:28:21.654" v="32"/>
      <pc:docMkLst>
        <pc:docMk/>
      </pc:docMkLst>
      <pc:sldChg chg="addSp delSp modSp mod modShow">
        <pc:chgData name="Ariane Steiner" userId="S::ariane.steiner@stud.leuphana.de::7db5a556-6c31-40f4-8dd7-55ef11ccf4a1" providerId="AD" clId="Web-{C9B574E4-A319-8038-34C4-DDD2357107F8}" dt="2025-11-04T10:26:39.228" v="22"/>
        <pc:sldMkLst>
          <pc:docMk/>
          <pc:sldMk cId="380185279" sldId="311"/>
        </pc:sldMkLst>
        <pc:spChg chg="mod">
          <ac:chgData name="Ariane Steiner" userId="S::ariane.steiner@stud.leuphana.de::7db5a556-6c31-40f4-8dd7-55ef11ccf4a1" providerId="AD" clId="Web-{C9B574E4-A319-8038-34C4-DDD2357107F8}" dt="2025-11-04T10:24:27.034" v="3" actId="20577"/>
          <ac:spMkLst>
            <pc:docMk/>
            <pc:sldMk cId="380185279" sldId="311"/>
            <ac:spMk id="13" creationId="{5E7678BF-267E-74C1-8C19-C70DD5ED324F}"/>
          </ac:spMkLst>
        </pc:spChg>
        <pc:picChg chg="del">
          <ac:chgData name="Ariane Steiner" userId="S::ariane.steiner@stud.leuphana.de::7db5a556-6c31-40f4-8dd7-55ef11ccf4a1" providerId="AD" clId="Web-{C9B574E4-A319-8038-34C4-DDD2357107F8}" dt="2025-11-04T10:25:01.145" v="8"/>
          <ac:picMkLst>
            <pc:docMk/>
            <pc:sldMk cId="380185279" sldId="311"/>
            <ac:picMk id="2" creationId="{23337D5A-38B0-7358-D74C-55A813A16CA4}"/>
          </ac:picMkLst>
        </pc:picChg>
        <pc:picChg chg="add del mod">
          <ac:chgData name="Ariane Steiner" userId="S::ariane.steiner@stud.leuphana.de::7db5a556-6c31-40f4-8dd7-55ef11ccf4a1" providerId="AD" clId="Web-{C9B574E4-A319-8038-34C4-DDD2357107F8}" dt="2025-11-04T10:25:04.427" v="9"/>
          <ac:picMkLst>
            <pc:docMk/>
            <pc:sldMk cId="380185279" sldId="311"/>
            <ac:picMk id="6" creationId="{BD8964A1-6B80-CFA2-31BC-9F3325F0ECA9}"/>
          </ac:picMkLst>
        </pc:picChg>
        <pc:picChg chg="add del mod">
          <ac:chgData name="Ariane Steiner" userId="S::ariane.steiner@stud.leuphana.de::7db5a556-6c31-40f4-8dd7-55ef11ccf4a1" providerId="AD" clId="Web-{C9B574E4-A319-8038-34C4-DDD2357107F8}" dt="2025-11-04T10:25:28.084" v="17"/>
          <ac:picMkLst>
            <pc:docMk/>
            <pc:sldMk cId="380185279" sldId="311"/>
            <ac:picMk id="15" creationId="{A5B30E72-1704-187E-607B-6E6904543402}"/>
          </ac:picMkLst>
        </pc:picChg>
        <pc:picChg chg="add mod">
          <ac:chgData name="Ariane Steiner" userId="S::ariane.steiner@stud.leuphana.de::7db5a556-6c31-40f4-8dd7-55ef11ccf4a1" providerId="AD" clId="Web-{C9B574E4-A319-8038-34C4-DDD2357107F8}" dt="2025-11-04T10:25:57.898" v="21" actId="14100"/>
          <ac:picMkLst>
            <pc:docMk/>
            <pc:sldMk cId="380185279" sldId="311"/>
            <ac:picMk id="17" creationId="{0A2C1F1B-119E-0104-4601-75095179ABDD}"/>
          </ac:picMkLst>
        </pc:picChg>
      </pc:sldChg>
      <pc:sldChg chg="modSp">
        <pc:chgData name="Ariane Steiner" userId="S::ariane.steiner@stud.leuphana.de::7db5a556-6c31-40f4-8dd7-55ef11ccf4a1" providerId="AD" clId="Web-{C9B574E4-A319-8038-34C4-DDD2357107F8}" dt="2025-11-04T10:28:09.747" v="31" actId="20577"/>
        <pc:sldMkLst>
          <pc:docMk/>
          <pc:sldMk cId="981484301" sldId="317"/>
        </pc:sldMkLst>
        <pc:spChg chg="mod">
          <ac:chgData name="Ariane Steiner" userId="S::ariane.steiner@stud.leuphana.de::7db5a556-6c31-40f4-8dd7-55ef11ccf4a1" providerId="AD" clId="Web-{C9B574E4-A319-8038-34C4-DDD2357107F8}" dt="2025-11-04T10:28:09.747" v="31" actId="20577"/>
          <ac:spMkLst>
            <pc:docMk/>
            <pc:sldMk cId="981484301" sldId="317"/>
            <ac:spMk id="4" creationId="{50EB19C0-74BB-5DAF-5928-E53622FFEA30}"/>
          </ac:spMkLst>
        </pc:spChg>
      </pc:sldChg>
      <pc:sldChg chg="del">
        <pc:chgData name="Ariane Steiner" userId="S::ariane.steiner@stud.leuphana.de::7db5a556-6c31-40f4-8dd7-55ef11ccf4a1" providerId="AD" clId="Web-{C9B574E4-A319-8038-34C4-DDD2357107F8}" dt="2025-11-04T10:28:21.654" v="32"/>
        <pc:sldMkLst>
          <pc:docMk/>
          <pc:sldMk cId="4183797788" sldId="322"/>
        </pc:sldMkLst>
      </pc:sldChg>
      <pc:sldChg chg="modSp add ord replId">
        <pc:chgData name="Ariane Steiner" userId="S::ariane.steiner@stud.leuphana.de::7db5a556-6c31-40f4-8dd7-55ef11ccf4a1" providerId="AD" clId="Web-{C9B574E4-A319-8038-34C4-DDD2357107F8}" dt="2025-11-04T10:27:57.481" v="28" actId="20577"/>
        <pc:sldMkLst>
          <pc:docMk/>
          <pc:sldMk cId="913034092" sldId="323"/>
        </pc:sldMkLst>
        <pc:spChg chg="mod">
          <ac:chgData name="Ariane Steiner" userId="S::ariane.steiner@stud.leuphana.de::7db5a556-6c31-40f4-8dd7-55ef11ccf4a1" providerId="AD" clId="Web-{C9B574E4-A319-8038-34C4-DDD2357107F8}" dt="2025-11-04T10:27:57.481" v="28" actId="20577"/>
          <ac:spMkLst>
            <pc:docMk/>
            <pc:sldMk cId="913034092" sldId="323"/>
            <ac:spMk id="4" creationId="{1A676ED1-4C91-EC35-2420-1FCCABB7AF63}"/>
          </ac:spMkLst>
        </pc:spChg>
      </pc:sldChg>
    </pc:docChg>
  </pc:docChgLst>
  <pc:docChgLst>
    <pc:chgData name="Katharina Lohner" userId="S::katharina.lohner@stud.leuphana.de::ece597f1-37ac-48a8-8fa4-a469cfdcd234" providerId="AD" clId="Web-{F3A7F926-EE4B-FDAC-D8EF-D07FB7050F6B}"/>
    <pc:docChg chg="delSld modSld sldOrd">
      <pc:chgData name="Katharina Lohner" userId="S::katharina.lohner@stud.leuphana.de::ece597f1-37ac-48a8-8fa4-a469cfdcd234" providerId="AD" clId="Web-{F3A7F926-EE4B-FDAC-D8EF-D07FB7050F6B}" dt="2025-11-02T10:39:43.901" v="455" actId="20577"/>
      <pc:docMkLst>
        <pc:docMk/>
      </pc:docMkLst>
      <pc:sldChg chg="modSp">
        <pc:chgData name="Katharina Lohner" userId="S::katharina.lohner@stud.leuphana.de::ece597f1-37ac-48a8-8fa4-a469cfdcd234" providerId="AD" clId="Web-{F3A7F926-EE4B-FDAC-D8EF-D07FB7050F6B}" dt="2025-11-02T10:12:53.968" v="54" actId="20577"/>
        <pc:sldMkLst>
          <pc:docMk/>
          <pc:sldMk cId="0" sldId="256"/>
        </pc:sldMkLst>
        <pc:spChg chg="mod">
          <ac:chgData name="Katharina Lohner" userId="S::katharina.lohner@stud.leuphana.de::ece597f1-37ac-48a8-8fa4-a469cfdcd234" providerId="AD" clId="Web-{F3A7F926-EE4B-FDAC-D8EF-D07FB7050F6B}" dt="2025-11-02T10:12:53.968" v="54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ord">
        <pc:chgData name="Katharina Lohner" userId="S::katharina.lohner@stud.leuphana.de::ece597f1-37ac-48a8-8fa4-a469cfdcd234" providerId="AD" clId="Web-{F3A7F926-EE4B-FDAC-D8EF-D07FB7050F6B}" dt="2025-11-02T10:27:24.654" v="251"/>
        <pc:sldMkLst>
          <pc:docMk/>
          <pc:sldMk cId="380185279" sldId="311"/>
        </pc:sldMkLst>
        <pc:spChg chg="mod">
          <ac:chgData name="Katharina Lohner" userId="S::katharina.lohner@stud.leuphana.de::ece597f1-37ac-48a8-8fa4-a469cfdcd234" providerId="AD" clId="Web-{F3A7F926-EE4B-FDAC-D8EF-D07FB7050F6B}" dt="2025-11-02T10:23:29.821" v="75" actId="20577"/>
          <ac:spMkLst>
            <pc:docMk/>
            <pc:sldMk cId="380185279" sldId="311"/>
            <ac:spMk id="3" creationId="{BF9DC8B9-D957-4F47-336E-C1D0E0C4AD84}"/>
          </ac:spMkLst>
        </pc:spChg>
        <pc:spChg chg="mod">
          <ac:chgData name="Katharina Lohner" userId="S::katharina.lohner@stud.leuphana.de::ece597f1-37ac-48a8-8fa4-a469cfdcd234" providerId="AD" clId="Web-{F3A7F926-EE4B-FDAC-D8EF-D07FB7050F6B}" dt="2025-11-02T10:27:01.966" v="250" actId="1076"/>
          <ac:spMkLst>
            <pc:docMk/>
            <pc:sldMk cId="380185279" sldId="311"/>
            <ac:spMk id="4" creationId="{CEE22921-4881-A2A7-D19F-54891B7C946D}"/>
          </ac:spMkLst>
        </pc:spChg>
        <pc:spChg chg="mod">
          <ac:chgData name="Katharina Lohner" userId="S::katharina.lohner@stud.leuphana.de::ece597f1-37ac-48a8-8fa4-a469cfdcd234" providerId="AD" clId="Web-{F3A7F926-EE4B-FDAC-D8EF-D07FB7050F6B}" dt="2025-11-02T10:25:37.262" v="238" actId="1076"/>
          <ac:spMkLst>
            <pc:docMk/>
            <pc:sldMk cId="380185279" sldId="311"/>
            <ac:spMk id="11" creationId="{63437B44-1F3E-FD88-2ACC-CD3635D7984B}"/>
          </ac:spMkLst>
        </pc:spChg>
        <pc:spChg chg="mod">
          <ac:chgData name="Katharina Lohner" userId="S::katharina.lohner@stud.leuphana.de::ece597f1-37ac-48a8-8fa4-a469cfdcd234" providerId="AD" clId="Web-{F3A7F926-EE4B-FDAC-D8EF-D07FB7050F6B}" dt="2025-11-02T10:24:06.400" v="103" actId="20577"/>
          <ac:spMkLst>
            <pc:docMk/>
            <pc:sldMk cId="380185279" sldId="311"/>
            <ac:spMk id="13" creationId="{5E7678BF-267E-74C1-8C19-C70DD5ED324F}"/>
          </ac:spMkLst>
        </pc:spChg>
        <pc:spChg chg="add mod">
          <ac:chgData name="Katharina Lohner" userId="S::katharina.lohner@stud.leuphana.de::ece597f1-37ac-48a8-8fa4-a469cfdcd234" providerId="AD" clId="Web-{F3A7F926-EE4B-FDAC-D8EF-D07FB7050F6B}" dt="2025-11-02T10:26:33.138" v="245" actId="20577"/>
          <ac:spMkLst>
            <pc:docMk/>
            <pc:sldMk cId="380185279" sldId="311"/>
            <ac:spMk id="14" creationId="{C0C9CED1-5D59-CB0F-21C3-30D79161DB88}"/>
          </ac:spMkLst>
        </pc:spChg>
        <pc:spChg chg="add mod">
          <ac:chgData name="Katharina Lohner" userId="S::katharina.lohner@stud.leuphana.de::ece597f1-37ac-48a8-8fa4-a469cfdcd234" providerId="AD" clId="Web-{F3A7F926-EE4B-FDAC-D8EF-D07FB7050F6B}" dt="2025-11-02T10:26:44.513" v="249" actId="20577"/>
          <ac:spMkLst>
            <pc:docMk/>
            <pc:sldMk cId="380185279" sldId="311"/>
            <ac:spMk id="16" creationId="{681EFC8F-6DBB-9BE2-41C9-E97CB9A77BEC}"/>
          </ac:spMkLst>
        </pc:spChg>
        <pc:picChg chg="add mod">
          <ac:chgData name="Katharina Lohner" userId="S::katharina.lohner@stud.leuphana.de::ece597f1-37ac-48a8-8fa4-a469cfdcd234" providerId="AD" clId="Web-{F3A7F926-EE4B-FDAC-D8EF-D07FB7050F6B}" dt="2025-11-02T10:25:31.402" v="237" actId="1076"/>
          <ac:picMkLst>
            <pc:docMk/>
            <pc:sldMk cId="380185279" sldId="311"/>
            <ac:picMk id="2" creationId="{23337D5A-38B0-7358-D74C-55A813A16CA4}"/>
          </ac:picMkLst>
        </pc:picChg>
      </pc:sldChg>
      <pc:sldChg chg="addSp modSp">
        <pc:chgData name="Katharina Lohner" userId="S::katharina.lohner@stud.leuphana.de::ece597f1-37ac-48a8-8fa4-a469cfdcd234" providerId="AD" clId="Web-{F3A7F926-EE4B-FDAC-D8EF-D07FB7050F6B}" dt="2025-11-02T10:36:42.718" v="322" actId="1076"/>
        <pc:sldMkLst>
          <pc:docMk/>
          <pc:sldMk cId="1208000002" sldId="316"/>
        </pc:sldMkLst>
        <pc:spChg chg="add mod">
          <ac:chgData name="Katharina Lohner" userId="S::katharina.lohner@stud.leuphana.de::ece597f1-37ac-48a8-8fa4-a469cfdcd234" providerId="AD" clId="Web-{F3A7F926-EE4B-FDAC-D8EF-D07FB7050F6B}" dt="2025-11-02T10:36:39.124" v="321" actId="14100"/>
          <ac:spMkLst>
            <pc:docMk/>
            <pc:sldMk cId="1208000002" sldId="316"/>
            <ac:spMk id="6" creationId="{FAED1073-D4EF-3B49-7EA0-3EB8631D4890}"/>
          </ac:spMkLst>
        </pc:spChg>
        <pc:picChg chg="add mod">
          <ac:chgData name="Katharina Lohner" userId="S::katharina.lohner@stud.leuphana.de::ece597f1-37ac-48a8-8fa4-a469cfdcd234" providerId="AD" clId="Web-{F3A7F926-EE4B-FDAC-D8EF-D07FB7050F6B}" dt="2025-11-02T10:36:42.718" v="322" actId="1076"/>
          <ac:picMkLst>
            <pc:docMk/>
            <pc:sldMk cId="1208000002" sldId="316"/>
            <ac:picMk id="2" creationId="{F4527F92-90E5-3A7A-2F0D-ED2BEFA2C842}"/>
          </ac:picMkLst>
        </pc:picChg>
      </pc:sldChg>
      <pc:sldChg chg="modSp">
        <pc:chgData name="Katharina Lohner" userId="S::katharina.lohner@stud.leuphana.de::ece597f1-37ac-48a8-8fa4-a469cfdcd234" providerId="AD" clId="Web-{F3A7F926-EE4B-FDAC-D8EF-D07FB7050F6B}" dt="2025-11-02T10:31:22.407" v="302" actId="20577"/>
        <pc:sldMkLst>
          <pc:docMk/>
          <pc:sldMk cId="981484301" sldId="317"/>
        </pc:sldMkLst>
        <pc:spChg chg="mod">
          <ac:chgData name="Katharina Lohner" userId="S::katharina.lohner@stud.leuphana.de::ece597f1-37ac-48a8-8fa4-a469cfdcd234" providerId="AD" clId="Web-{F3A7F926-EE4B-FDAC-D8EF-D07FB7050F6B}" dt="2025-11-02T10:31:22.407" v="302" actId="20577"/>
          <ac:spMkLst>
            <pc:docMk/>
            <pc:sldMk cId="981484301" sldId="317"/>
            <ac:spMk id="4" creationId="{50EB19C0-74BB-5DAF-5928-E53622FFEA30}"/>
          </ac:spMkLst>
        </pc:spChg>
      </pc:sldChg>
    </pc:docChg>
  </pc:docChgLst>
  <pc:docChgLst>
    <pc:chgData name="Ariane Steiner" userId="S::ariane.steiner@stud.leuphana.de::7db5a556-6c31-40f4-8dd7-55ef11ccf4a1" providerId="AD" clId="Web-{50BD8332-5EC8-2D2B-BA47-9AC3797DE18A}"/>
    <pc:docChg chg="addSld delSld modSld sldOrd">
      <pc:chgData name="Ariane Steiner" userId="S::ariane.steiner@stud.leuphana.de::7db5a556-6c31-40f4-8dd7-55ef11ccf4a1" providerId="AD" clId="Web-{50BD8332-5EC8-2D2B-BA47-9AC3797DE18A}" dt="2025-10-06T08:15:25.949" v="449" actId="20577"/>
      <pc:docMkLst>
        <pc:docMk/>
      </pc:docMkLst>
      <pc:sldChg chg="modSp">
        <pc:chgData name="Ariane Steiner" userId="S::ariane.steiner@stud.leuphana.de::7db5a556-6c31-40f4-8dd7-55ef11ccf4a1" providerId="AD" clId="Web-{50BD8332-5EC8-2D2B-BA47-9AC3797DE18A}" dt="2025-10-06T07:57:03.894" v="154" actId="20577"/>
        <pc:sldMkLst>
          <pc:docMk/>
          <pc:sldMk cId="0" sldId="256"/>
        </pc:sldMkLst>
        <pc:spChg chg="mod">
          <ac:chgData name="Ariane Steiner" userId="S::ariane.steiner@stud.leuphana.de::7db5a556-6c31-40f4-8dd7-55ef11ccf4a1" providerId="AD" clId="Web-{50BD8332-5EC8-2D2B-BA47-9AC3797DE18A}" dt="2025-10-06T07:48:50.361" v="3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iane Steiner" userId="S::ariane.steiner@stud.leuphana.de::7db5a556-6c31-40f4-8dd7-55ef11ccf4a1" providerId="AD" clId="Web-{50BD8332-5EC8-2D2B-BA47-9AC3797DE18A}" dt="2025-10-06T07:57:03.894" v="154" actId="20577"/>
          <ac:spMkLst>
            <pc:docMk/>
            <pc:sldMk cId="0" sldId="256"/>
            <ac:spMk id="121" creationId="{00000000-0000-0000-0000-000000000000}"/>
          </ac:spMkLst>
        </pc:spChg>
      </pc:sldChg>
    </pc:docChg>
  </pc:docChgLst>
  <pc:docChgLst>
    <pc:chgData name="Natasha Shituvi" userId="S::natasha.shituvi@stud.leuphana.de::a97e0c10-4623-402e-b88f-a2aeed75bf8c" providerId="AD" clId="Web-{B29C2BC8-FB6F-43A7-3BE3-6BC17B93AC25}"/>
    <pc:docChg chg="modSld sldOrd">
      <pc:chgData name="Natasha Shituvi" userId="S::natasha.shituvi@stud.leuphana.de::a97e0c10-4623-402e-b88f-a2aeed75bf8c" providerId="AD" clId="Web-{B29C2BC8-FB6F-43A7-3BE3-6BC17B93AC25}" dt="2025-11-02T16:47:02.704" v="574"/>
      <pc:docMkLst>
        <pc:docMk/>
      </pc:docMkLst>
      <pc:sldChg chg="delSp modSp">
        <pc:chgData name="Natasha Shituvi" userId="S::natasha.shituvi@stud.leuphana.de::a97e0c10-4623-402e-b88f-a2aeed75bf8c" providerId="AD" clId="Web-{B29C2BC8-FB6F-43A7-3BE3-6BC17B93AC25}" dt="2025-11-02T16:40:44.794" v="565" actId="20577"/>
        <pc:sldMkLst>
          <pc:docMk/>
          <pc:sldMk cId="428351049" sldId="313"/>
        </pc:sldMkLst>
        <pc:spChg chg="mod">
          <ac:chgData name="Natasha Shituvi" userId="S::natasha.shituvi@stud.leuphana.de::a97e0c10-4623-402e-b88f-a2aeed75bf8c" providerId="AD" clId="Web-{B29C2BC8-FB6F-43A7-3BE3-6BC17B93AC25}" dt="2025-11-02T16:39:15.432" v="558" actId="20577"/>
          <ac:spMkLst>
            <pc:docMk/>
            <pc:sldMk cId="428351049" sldId="313"/>
            <ac:spMk id="4" creationId="{126E209E-52A1-8D88-2CF6-93E8219A8B94}"/>
          </ac:spMkLst>
        </pc:spChg>
        <pc:spChg chg="mod">
          <ac:chgData name="Natasha Shituvi" userId="S::natasha.shituvi@stud.leuphana.de::a97e0c10-4623-402e-b88f-a2aeed75bf8c" providerId="AD" clId="Web-{B29C2BC8-FB6F-43A7-3BE3-6BC17B93AC25}" dt="2025-11-02T16:40:44.794" v="565" actId="20577"/>
          <ac:spMkLst>
            <pc:docMk/>
            <pc:sldMk cId="428351049" sldId="313"/>
            <ac:spMk id="17" creationId="{E0D85242-CD98-766A-FF1B-B2BF4957E0F1}"/>
          </ac:spMkLst>
        </pc:spChg>
      </pc:sldChg>
      <pc:sldChg chg="modSp">
        <pc:chgData name="Natasha Shituvi" userId="S::natasha.shituvi@stud.leuphana.de::a97e0c10-4623-402e-b88f-a2aeed75bf8c" providerId="AD" clId="Web-{B29C2BC8-FB6F-43A7-3BE3-6BC17B93AC25}" dt="2025-11-02T16:39:53.652" v="562" actId="1076"/>
        <pc:sldMkLst>
          <pc:docMk/>
          <pc:sldMk cId="3956626367" sldId="314"/>
        </pc:sldMkLst>
        <pc:spChg chg="mod">
          <ac:chgData name="Natasha Shituvi" userId="S::natasha.shituvi@stud.leuphana.de::a97e0c10-4623-402e-b88f-a2aeed75bf8c" providerId="AD" clId="Web-{B29C2BC8-FB6F-43A7-3BE3-6BC17B93AC25}" dt="2025-11-02T16:39:53.652" v="562" actId="1076"/>
          <ac:spMkLst>
            <pc:docMk/>
            <pc:sldMk cId="3956626367" sldId="314"/>
            <ac:spMk id="4" creationId="{226BF77E-6462-11A4-9B9F-F959B0C10A85}"/>
          </ac:spMkLst>
        </pc:spChg>
      </pc:sldChg>
      <pc:sldChg chg="modSp">
        <pc:chgData name="Natasha Shituvi" userId="S::natasha.shituvi@stud.leuphana.de::a97e0c10-4623-402e-b88f-a2aeed75bf8c" providerId="AD" clId="Web-{B29C2BC8-FB6F-43A7-3BE3-6BC17B93AC25}" dt="2025-11-02T16:41:12.372" v="572" actId="20577"/>
        <pc:sldMkLst>
          <pc:docMk/>
          <pc:sldMk cId="1208000002" sldId="316"/>
        </pc:sldMkLst>
        <pc:spChg chg="mod">
          <ac:chgData name="Natasha Shituvi" userId="S::natasha.shituvi@stud.leuphana.de::a97e0c10-4623-402e-b88f-a2aeed75bf8c" providerId="AD" clId="Web-{B29C2BC8-FB6F-43A7-3BE3-6BC17B93AC25}" dt="2025-11-02T16:41:12.372" v="572" actId="20577"/>
          <ac:spMkLst>
            <pc:docMk/>
            <pc:sldMk cId="1208000002" sldId="316"/>
            <ac:spMk id="4" creationId="{EC38499B-CC1D-1735-BBD2-D7A4174FDDEC}"/>
          </ac:spMkLst>
        </pc:spChg>
        <pc:picChg chg="mod">
          <ac:chgData name="Natasha Shituvi" userId="S::natasha.shituvi@stud.leuphana.de::a97e0c10-4623-402e-b88f-a2aeed75bf8c" providerId="AD" clId="Web-{B29C2BC8-FB6F-43A7-3BE3-6BC17B93AC25}" dt="2025-11-02T16:41:04.310" v="570" actId="1076"/>
          <ac:picMkLst>
            <pc:docMk/>
            <pc:sldMk cId="1208000002" sldId="316"/>
            <ac:picMk id="2" creationId="{F4527F92-90E5-3A7A-2F0D-ED2BEFA2C842}"/>
          </ac:picMkLst>
        </pc:picChg>
      </pc:sldChg>
      <pc:sldChg chg="modSp">
        <pc:chgData name="Natasha Shituvi" userId="S::natasha.shituvi@stud.leuphana.de::a97e0c10-4623-402e-b88f-a2aeed75bf8c" providerId="AD" clId="Web-{B29C2BC8-FB6F-43A7-3BE3-6BC17B93AC25}" dt="2025-11-02T16:36:19.231" v="514" actId="20577"/>
        <pc:sldMkLst>
          <pc:docMk/>
          <pc:sldMk cId="981484301" sldId="317"/>
        </pc:sldMkLst>
        <pc:spChg chg="mod">
          <ac:chgData name="Natasha Shituvi" userId="S::natasha.shituvi@stud.leuphana.de::a97e0c10-4623-402e-b88f-a2aeed75bf8c" providerId="AD" clId="Web-{B29C2BC8-FB6F-43A7-3BE3-6BC17B93AC25}" dt="2025-11-02T16:36:19.231" v="514" actId="20577"/>
          <ac:spMkLst>
            <pc:docMk/>
            <pc:sldMk cId="981484301" sldId="317"/>
            <ac:spMk id="4" creationId="{50EB19C0-74BB-5DAF-5928-E53622FFEA30}"/>
          </ac:spMkLst>
        </pc:spChg>
      </pc:sldChg>
      <pc:sldChg chg="modSp ord">
        <pc:chgData name="Natasha Shituvi" userId="S::natasha.shituvi@stud.leuphana.de::a97e0c10-4623-402e-b88f-a2aeed75bf8c" providerId="AD" clId="Web-{B29C2BC8-FB6F-43A7-3BE3-6BC17B93AC25}" dt="2025-11-02T16:47:02.704" v="574"/>
        <pc:sldMkLst>
          <pc:docMk/>
          <pc:sldMk cId="3483956848" sldId="318"/>
        </pc:sldMkLst>
        <pc:spChg chg="mod">
          <ac:chgData name="Natasha Shituvi" userId="S::natasha.shituvi@stud.leuphana.de::a97e0c10-4623-402e-b88f-a2aeed75bf8c" providerId="AD" clId="Web-{B29C2BC8-FB6F-43A7-3BE3-6BC17B93AC25}" dt="2025-11-02T16:34:34.752" v="500" actId="20577"/>
          <ac:spMkLst>
            <pc:docMk/>
            <pc:sldMk cId="3483956848" sldId="318"/>
            <ac:spMk id="4" creationId="{7DD82B75-F009-22AC-4CA0-FC685C59F6C8}"/>
          </ac:spMkLst>
        </pc:spChg>
      </pc:sldChg>
    </pc:docChg>
  </pc:docChgLst>
  <pc:docChgLst>
    <pc:chgData clId="Web-{C5EA5059-4E12-8C17-F199-906B55550085}"/>
    <pc:docChg chg="modSld">
      <pc:chgData name="" userId="" providerId="" clId="Web-{C5EA5059-4E12-8C17-F199-906B55550085}" dt="2025-11-04T10:18:39.635" v="0" actId="20577"/>
      <pc:docMkLst>
        <pc:docMk/>
      </pc:docMkLst>
      <pc:sldChg chg="modSp">
        <pc:chgData name="" userId="" providerId="" clId="Web-{C5EA5059-4E12-8C17-F199-906B55550085}" dt="2025-11-04T10:18:39.635" v="0" actId="20577"/>
        <pc:sldMkLst>
          <pc:docMk/>
          <pc:sldMk cId="0" sldId="256"/>
        </pc:sldMkLst>
        <pc:spChg chg="mod">
          <ac:chgData name="" userId="" providerId="" clId="Web-{C5EA5059-4E12-8C17-F199-906B55550085}" dt="2025-11-04T10:18:39.635" v="0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Katharina Lohner" userId="S::katharina.lohner@stud.leuphana.de::ece597f1-37ac-48a8-8fa4-a469cfdcd234" providerId="AD" clId="Web-{27EF2062-5E23-1CFD-4225-6733D83C3301}"/>
    <pc:docChg chg="addSld delSld modSld">
      <pc:chgData name="Katharina Lohner" userId="S::katharina.lohner@stud.leuphana.de::ece597f1-37ac-48a8-8fa4-a469cfdcd234" providerId="AD" clId="Web-{27EF2062-5E23-1CFD-4225-6733D83C3301}" dt="2025-10-14T22:28:15.147" v="6" actId="20577"/>
      <pc:docMkLst>
        <pc:docMk/>
      </pc:docMkLst>
    </pc:docChg>
  </pc:docChgLst>
  <pc:docChgLst>
    <pc:chgData name="Ariane Steiner" userId="S::ariane.steiner@stud.leuphana.de::7db5a556-6c31-40f4-8dd7-55ef11ccf4a1" providerId="AD" clId="Web-{3BE11058-99F3-FBD6-793A-D03470C5625D}"/>
    <pc:docChg chg="modSld">
      <pc:chgData name="Ariane Steiner" userId="S::ariane.steiner@stud.leuphana.de::7db5a556-6c31-40f4-8dd7-55ef11ccf4a1" providerId="AD" clId="Web-{3BE11058-99F3-FBD6-793A-D03470C5625D}" dt="2025-10-13T19:14:25.576" v="5"/>
      <pc:docMkLst>
        <pc:docMk/>
      </pc:docMkLst>
    </pc:docChg>
  </pc:docChgLst>
  <pc:docChgLst>
    <pc:chgData name="Ariane Steiner" userId="S::ariane.steiner@stud.leuphana.de::7db5a556-6c31-40f4-8dd7-55ef11ccf4a1" providerId="AD" clId="Web-{B96BC7A8-CAD7-22ED-6D16-C53094229B90}"/>
    <pc:docChg chg="addSld delSld modSld sldOrd">
      <pc:chgData name="Ariane Steiner" userId="S::ariane.steiner@stud.leuphana.de::7db5a556-6c31-40f4-8dd7-55ef11ccf4a1" providerId="AD" clId="Web-{B96BC7A8-CAD7-22ED-6D16-C53094229B90}" dt="2025-11-02T10:49:29.800" v="1341"/>
      <pc:docMkLst>
        <pc:docMk/>
      </pc:docMkLst>
      <pc:sldChg chg="modSp">
        <pc:chgData name="Ariane Steiner" userId="S::ariane.steiner@stud.leuphana.de::7db5a556-6c31-40f4-8dd7-55ef11ccf4a1" providerId="AD" clId="Web-{B96BC7A8-CAD7-22ED-6D16-C53094229B90}" dt="2025-11-02T10:16:17.341" v="115" actId="20577"/>
        <pc:sldMkLst>
          <pc:docMk/>
          <pc:sldMk cId="1289498570" sldId="310"/>
        </pc:sldMkLst>
        <pc:spChg chg="mod">
          <ac:chgData name="Ariane Steiner" userId="S::ariane.steiner@stud.leuphana.de::7db5a556-6c31-40f4-8dd7-55ef11ccf4a1" providerId="AD" clId="Web-{B96BC7A8-CAD7-22ED-6D16-C53094229B90}" dt="2025-11-02T10:16:17.341" v="115" actId="20577"/>
          <ac:spMkLst>
            <pc:docMk/>
            <pc:sldMk cId="1289498570" sldId="310"/>
            <ac:spMk id="3" creationId="{EE98C861-25AB-4787-49A7-CD0858C4F01C}"/>
          </ac:spMkLst>
        </pc:spChg>
      </pc:sldChg>
      <pc:sldChg chg="modSp add replId modNotes">
        <pc:chgData name="Ariane Steiner" userId="S::ariane.steiner@stud.leuphana.de::7db5a556-6c31-40f4-8dd7-55ef11ccf4a1" providerId="AD" clId="Web-{B96BC7A8-CAD7-22ED-6D16-C53094229B90}" dt="2025-11-02T10:20:30.908" v="410"/>
        <pc:sldMkLst>
          <pc:docMk/>
          <pc:sldMk cId="428351049" sldId="313"/>
        </pc:sldMkLst>
        <pc:spChg chg="mod">
          <ac:chgData name="Ariane Steiner" userId="S::ariane.steiner@stud.leuphana.de::7db5a556-6c31-40f4-8dd7-55ef11ccf4a1" providerId="AD" clId="Web-{B96BC7A8-CAD7-22ED-6D16-C53094229B90}" dt="2025-11-02T10:16:59.092" v="142" actId="20577"/>
          <ac:spMkLst>
            <pc:docMk/>
            <pc:sldMk cId="428351049" sldId="313"/>
            <ac:spMk id="3" creationId="{43799E83-AE65-9E0D-CD05-2278FA8BC5AE}"/>
          </ac:spMkLst>
        </pc:spChg>
        <pc:spChg chg="mod">
          <ac:chgData name="Ariane Steiner" userId="S::ariane.steiner@stud.leuphana.de::7db5a556-6c31-40f4-8dd7-55ef11ccf4a1" providerId="AD" clId="Web-{B96BC7A8-CAD7-22ED-6D16-C53094229B90}" dt="2025-11-02T10:19:39.267" v="354" actId="20577"/>
          <ac:spMkLst>
            <pc:docMk/>
            <pc:sldMk cId="428351049" sldId="313"/>
            <ac:spMk id="4" creationId="{126E209E-52A1-8D88-2CF6-93E8219A8B94}"/>
          </ac:spMkLst>
        </pc:spChg>
      </pc:sldChg>
      <pc:sldChg chg="delSp modSp add replId modNotes">
        <pc:chgData name="Ariane Steiner" userId="S::ariane.steiner@stud.leuphana.de::7db5a556-6c31-40f4-8dd7-55ef11ccf4a1" providerId="AD" clId="Web-{B96BC7A8-CAD7-22ED-6D16-C53094229B90}" dt="2025-11-02T10:30:28.237" v="1147" actId="20577"/>
        <pc:sldMkLst>
          <pc:docMk/>
          <pc:sldMk cId="3956626367" sldId="314"/>
        </pc:sldMkLst>
        <pc:spChg chg="mod">
          <ac:chgData name="Ariane Steiner" userId="S::ariane.steiner@stud.leuphana.de::7db5a556-6c31-40f4-8dd7-55ef11ccf4a1" providerId="AD" clId="Web-{B96BC7A8-CAD7-22ED-6D16-C53094229B90}" dt="2025-11-02T10:22:17.784" v="563" actId="20577"/>
          <ac:spMkLst>
            <pc:docMk/>
            <pc:sldMk cId="3956626367" sldId="314"/>
            <ac:spMk id="3" creationId="{B92C7F57-EA59-2783-9E55-71E8C8F0C5D3}"/>
          </ac:spMkLst>
        </pc:spChg>
        <pc:spChg chg="mod">
          <ac:chgData name="Ariane Steiner" userId="S::ariane.steiner@stud.leuphana.de::7db5a556-6c31-40f4-8dd7-55ef11ccf4a1" providerId="AD" clId="Web-{B96BC7A8-CAD7-22ED-6D16-C53094229B90}" dt="2025-11-02T10:30:28.237" v="1147" actId="20577"/>
          <ac:spMkLst>
            <pc:docMk/>
            <pc:sldMk cId="3956626367" sldId="314"/>
            <ac:spMk id="4" creationId="{226BF77E-6462-11A4-9B9F-F959B0C10A85}"/>
          </ac:spMkLst>
        </pc:spChg>
      </pc:sldChg>
      <pc:sldChg chg="modSp add replId">
        <pc:chgData name="Ariane Steiner" userId="S::ariane.steiner@stud.leuphana.de::7db5a556-6c31-40f4-8dd7-55ef11ccf4a1" providerId="AD" clId="Web-{B96BC7A8-CAD7-22ED-6D16-C53094229B90}" dt="2025-11-02T10:25:56.272" v="868" actId="20577"/>
        <pc:sldMkLst>
          <pc:docMk/>
          <pc:sldMk cId="1208000002" sldId="316"/>
        </pc:sldMkLst>
        <pc:spChg chg="mod">
          <ac:chgData name="Ariane Steiner" userId="S::ariane.steiner@stud.leuphana.de::7db5a556-6c31-40f4-8dd7-55ef11ccf4a1" providerId="AD" clId="Web-{B96BC7A8-CAD7-22ED-6D16-C53094229B90}" dt="2025-11-02T10:25:16.300" v="779" actId="20577"/>
          <ac:spMkLst>
            <pc:docMk/>
            <pc:sldMk cId="1208000002" sldId="316"/>
            <ac:spMk id="3" creationId="{1F301812-FFFC-4ADB-EA2F-A96BD15D2416}"/>
          </ac:spMkLst>
        </pc:spChg>
        <pc:spChg chg="mod">
          <ac:chgData name="Ariane Steiner" userId="S::ariane.steiner@stud.leuphana.de::7db5a556-6c31-40f4-8dd7-55ef11ccf4a1" providerId="AD" clId="Web-{B96BC7A8-CAD7-22ED-6D16-C53094229B90}" dt="2025-11-02T10:25:56.272" v="868" actId="20577"/>
          <ac:spMkLst>
            <pc:docMk/>
            <pc:sldMk cId="1208000002" sldId="316"/>
            <ac:spMk id="4" creationId="{EC38499B-CC1D-1735-BBD2-D7A4174FDDEC}"/>
          </ac:spMkLst>
        </pc:spChg>
      </pc:sldChg>
      <pc:sldChg chg="modSp add replId">
        <pc:chgData name="Ariane Steiner" userId="S::ariane.steiner@stud.leuphana.de::7db5a556-6c31-40f4-8dd7-55ef11ccf4a1" providerId="AD" clId="Web-{B96BC7A8-CAD7-22ED-6D16-C53094229B90}" dt="2025-11-02T10:49:15.643" v="1336" actId="20577"/>
        <pc:sldMkLst>
          <pc:docMk/>
          <pc:sldMk cId="981484301" sldId="317"/>
        </pc:sldMkLst>
        <pc:spChg chg="mod">
          <ac:chgData name="Ariane Steiner" userId="S::ariane.steiner@stud.leuphana.de::7db5a556-6c31-40f4-8dd7-55ef11ccf4a1" providerId="AD" clId="Web-{B96BC7A8-CAD7-22ED-6D16-C53094229B90}" dt="2025-11-02T10:49:15.643" v="1336" actId="20577"/>
          <ac:spMkLst>
            <pc:docMk/>
            <pc:sldMk cId="981484301" sldId="317"/>
            <ac:spMk id="4" creationId="{50EB19C0-74BB-5DAF-5928-E53622FFEA30}"/>
          </ac:spMkLst>
        </pc:spChg>
      </pc:sldChg>
      <pc:sldChg chg="modSp add replId">
        <pc:chgData name="Ariane Steiner" userId="S::ariane.steiner@stud.leuphana.de::7db5a556-6c31-40f4-8dd7-55ef11ccf4a1" providerId="AD" clId="Web-{B96BC7A8-CAD7-22ED-6D16-C53094229B90}" dt="2025-11-02T10:45:51.403" v="1306" actId="20577"/>
        <pc:sldMkLst>
          <pc:docMk/>
          <pc:sldMk cId="3483956848" sldId="318"/>
        </pc:sldMkLst>
        <pc:spChg chg="mod">
          <ac:chgData name="Ariane Steiner" userId="S::ariane.steiner@stud.leuphana.de::7db5a556-6c31-40f4-8dd7-55ef11ccf4a1" providerId="AD" clId="Web-{B96BC7A8-CAD7-22ED-6D16-C53094229B90}" dt="2025-11-02T10:30:19.315" v="1143" actId="20577"/>
          <ac:spMkLst>
            <pc:docMk/>
            <pc:sldMk cId="3483956848" sldId="318"/>
            <ac:spMk id="3" creationId="{B710FD3E-7BDF-E5CC-0616-A3EFE7FC65E5}"/>
          </ac:spMkLst>
        </pc:spChg>
        <pc:spChg chg="mod">
          <ac:chgData name="Ariane Steiner" userId="S::ariane.steiner@stud.leuphana.de::7db5a556-6c31-40f4-8dd7-55ef11ccf4a1" providerId="AD" clId="Web-{B96BC7A8-CAD7-22ED-6D16-C53094229B90}" dt="2025-11-02T10:45:51.403" v="1306" actId="20577"/>
          <ac:spMkLst>
            <pc:docMk/>
            <pc:sldMk cId="3483956848" sldId="318"/>
            <ac:spMk id="4" creationId="{7DD82B75-F009-22AC-4CA0-FC685C59F6C8}"/>
          </ac:spMkLst>
        </pc:spChg>
      </pc:sldChg>
      <pc:sldChg chg="addSp delSp modSp add ord replId">
        <pc:chgData name="Ariane Steiner" userId="S::ariane.steiner@stud.leuphana.de::7db5a556-6c31-40f4-8dd7-55ef11ccf4a1" providerId="AD" clId="Web-{B96BC7A8-CAD7-22ED-6D16-C53094229B90}" dt="2025-11-02T10:48:50.643" v="1329" actId="1076"/>
        <pc:sldMkLst>
          <pc:docMk/>
          <pc:sldMk cId="2187343298" sldId="320"/>
        </pc:sldMkLst>
        <pc:spChg chg="mod">
          <ac:chgData name="Ariane Steiner" userId="S::ariane.steiner@stud.leuphana.de::7db5a556-6c31-40f4-8dd7-55ef11ccf4a1" providerId="AD" clId="Web-{B96BC7A8-CAD7-22ED-6D16-C53094229B90}" dt="2025-11-02T10:46:57.374" v="1317" actId="20577"/>
          <ac:spMkLst>
            <pc:docMk/>
            <pc:sldMk cId="2187343298" sldId="320"/>
            <ac:spMk id="4" creationId="{4BFA6A83-6B28-CBF0-07AE-560669680E71}"/>
          </ac:spMkLst>
        </pc:spChg>
        <pc:picChg chg="add mod">
          <ac:chgData name="Ariane Steiner" userId="S::ariane.steiner@stud.leuphana.de::7db5a556-6c31-40f4-8dd7-55ef11ccf4a1" providerId="AD" clId="Web-{B96BC7A8-CAD7-22ED-6D16-C53094229B90}" dt="2025-11-02T10:48:50.643" v="1329" actId="1076"/>
          <ac:picMkLst>
            <pc:docMk/>
            <pc:sldMk cId="2187343298" sldId="320"/>
            <ac:picMk id="6" creationId="{26D653B7-B5ED-B11A-63B7-5ADAD78A47A5}"/>
          </ac:picMkLst>
        </pc:picChg>
      </pc:sldChg>
      <pc:sldChg chg="addSp modSp add replId">
        <pc:chgData name="Ariane Steiner" userId="S::ariane.steiner@stud.leuphana.de::7db5a556-6c31-40f4-8dd7-55ef11ccf4a1" providerId="AD" clId="Web-{B96BC7A8-CAD7-22ED-6D16-C53094229B90}" dt="2025-11-02T10:49:29.800" v="1341"/>
        <pc:sldMkLst>
          <pc:docMk/>
          <pc:sldMk cId="1800124617" sldId="321"/>
        </pc:sldMkLst>
        <pc:spChg chg="mod">
          <ac:chgData name="Ariane Steiner" userId="S::ariane.steiner@stud.leuphana.de::7db5a556-6c31-40f4-8dd7-55ef11ccf4a1" providerId="AD" clId="Web-{B96BC7A8-CAD7-22ED-6D16-C53094229B90}" dt="2025-11-02T10:49:29.425" v="1340" actId="20577"/>
          <ac:spMkLst>
            <pc:docMk/>
            <pc:sldMk cId="1800124617" sldId="321"/>
            <ac:spMk id="4" creationId="{792BA072-D90B-CB90-4630-13B7DE85CCFD}"/>
          </ac:spMkLst>
        </pc:spChg>
        <pc:picChg chg="add mod">
          <ac:chgData name="Ariane Steiner" userId="S::ariane.steiner@stud.leuphana.de::7db5a556-6c31-40f4-8dd7-55ef11ccf4a1" providerId="AD" clId="Web-{B96BC7A8-CAD7-22ED-6D16-C53094229B90}" dt="2025-11-02T10:49:29.800" v="1341"/>
          <ac:picMkLst>
            <pc:docMk/>
            <pc:sldMk cId="1800124617" sldId="321"/>
            <ac:picMk id="2" creationId="{05C50E56-7CC9-9517-5FCF-5CA1788D2F11}"/>
          </ac:picMkLst>
        </pc:picChg>
      </pc:sldChg>
      <pc:sldChg chg="add replId">
        <pc:chgData name="Ariane Steiner" userId="S::ariane.steiner@stud.leuphana.de::7db5a556-6c31-40f4-8dd7-55ef11ccf4a1" providerId="AD" clId="Web-{B96BC7A8-CAD7-22ED-6D16-C53094229B90}" dt="2025-11-02T10:49:09.378" v="1331"/>
        <pc:sldMkLst>
          <pc:docMk/>
          <pc:sldMk cId="4183797788" sldId="322"/>
        </pc:sldMkLst>
      </pc:sldChg>
    </pc:docChg>
  </pc:docChgLst>
  <pc:docChgLst>
    <pc:chgData name="Hannah Spittler" userId="S::hannah.spittler@stud.leuphana.de::4ddd3bb4-19fe-4a37-9dbc-bc32dc601e08" providerId="AD" clId="Web-{A65F6F53-2ED0-748F-9B94-FA544F981851}"/>
    <pc:docChg chg="addSld delSld modSld sldOrd">
      <pc:chgData name="Hannah Spittler" userId="S::hannah.spittler@stud.leuphana.de::4ddd3bb4-19fe-4a37-9dbc-bc32dc601e08" providerId="AD" clId="Web-{A65F6F53-2ED0-748F-9B94-FA544F981851}" dt="2025-10-09T10:34:24.528" v="1493" actId="1076"/>
      <pc:docMkLst>
        <pc:docMk/>
      </pc:docMkLst>
      <pc:sldChg chg="addSp delSp modSp add replId">
        <pc:chgData name="Hannah Spittler" userId="S::hannah.spittler@stud.leuphana.de::4ddd3bb4-19fe-4a37-9dbc-bc32dc601e08" providerId="AD" clId="Web-{A65F6F53-2ED0-748F-9B94-FA544F981851}" dt="2025-10-09T09:43:21.772" v="227"/>
        <pc:sldMkLst>
          <pc:docMk/>
          <pc:sldMk cId="1833510085" sldId="305"/>
        </pc:sldMkLst>
        <pc:picChg chg="add mod">
          <ac:chgData name="Hannah Spittler" userId="S::hannah.spittler@stud.leuphana.de::4ddd3bb4-19fe-4a37-9dbc-bc32dc601e08" providerId="AD" clId="Web-{A65F6F53-2ED0-748F-9B94-FA544F981851}" dt="2025-10-09T09:43:21.772" v="227"/>
          <ac:picMkLst>
            <pc:docMk/>
            <pc:sldMk cId="1833510085" sldId="305"/>
            <ac:picMk id="6" creationId="{F0F992A2-40DD-E366-7752-1238247D7111}"/>
          </ac:picMkLst>
        </pc:picChg>
      </pc:sldChg>
    </pc:docChg>
  </pc:docChgLst>
  <pc:docChgLst>
    <pc:chgData name="Espen Rechtsteiner" userId="S::espen.rechtsteiner@stud.leuphana.de::6fd7d7a5-4470-4595-99b7-4552f041c8ed" providerId="AD" clId="Web-{54E34BEA-77D9-20E6-7FDD-0B43260DD28A}"/>
    <pc:docChg chg="modSld">
      <pc:chgData name="Espen Rechtsteiner" userId="S::espen.rechtsteiner@stud.leuphana.de::6fd7d7a5-4470-4595-99b7-4552f041c8ed" providerId="AD" clId="Web-{54E34BEA-77D9-20E6-7FDD-0B43260DD28A}" dt="2025-11-03T16:10:04.195" v="179" actId="20577"/>
      <pc:docMkLst>
        <pc:docMk/>
      </pc:docMkLst>
      <pc:sldChg chg="modSp">
        <pc:chgData name="Espen Rechtsteiner" userId="S::espen.rechtsteiner@stud.leuphana.de::6fd7d7a5-4470-4595-99b7-4552f041c8ed" providerId="AD" clId="Web-{54E34BEA-77D9-20E6-7FDD-0B43260DD28A}" dt="2025-11-03T15:53:37.625" v="167" actId="20577"/>
        <pc:sldMkLst>
          <pc:docMk/>
          <pc:sldMk cId="428351049" sldId="313"/>
        </pc:sldMkLst>
        <pc:spChg chg="mod">
          <ac:chgData name="Espen Rechtsteiner" userId="S::espen.rechtsteiner@stud.leuphana.de::6fd7d7a5-4470-4595-99b7-4552f041c8ed" providerId="AD" clId="Web-{54E34BEA-77D9-20E6-7FDD-0B43260DD28A}" dt="2025-11-03T15:53:36.500" v="166" actId="20577"/>
          <ac:spMkLst>
            <pc:docMk/>
            <pc:sldMk cId="428351049" sldId="313"/>
            <ac:spMk id="4" creationId="{126E209E-52A1-8D88-2CF6-93E8219A8B94}"/>
          </ac:spMkLst>
        </pc:spChg>
        <pc:spChg chg="mod">
          <ac:chgData name="Espen Rechtsteiner" userId="S::espen.rechtsteiner@stud.leuphana.de::6fd7d7a5-4470-4595-99b7-4552f041c8ed" providerId="AD" clId="Web-{54E34BEA-77D9-20E6-7FDD-0B43260DD28A}" dt="2025-11-03T15:53:37.625" v="167" actId="20577"/>
          <ac:spMkLst>
            <pc:docMk/>
            <pc:sldMk cId="428351049" sldId="313"/>
            <ac:spMk id="17" creationId="{E0D85242-CD98-766A-FF1B-B2BF4957E0F1}"/>
          </ac:spMkLst>
        </pc:spChg>
      </pc:sldChg>
      <pc:sldChg chg="modSp">
        <pc:chgData name="Espen Rechtsteiner" userId="S::espen.rechtsteiner@stud.leuphana.de::6fd7d7a5-4470-4595-99b7-4552f041c8ed" providerId="AD" clId="Web-{54E34BEA-77D9-20E6-7FDD-0B43260DD28A}" dt="2025-11-03T16:10:04.195" v="179" actId="20577"/>
        <pc:sldMkLst>
          <pc:docMk/>
          <pc:sldMk cId="981484301" sldId="317"/>
        </pc:sldMkLst>
        <pc:spChg chg="mod">
          <ac:chgData name="Espen Rechtsteiner" userId="S::espen.rechtsteiner@stud.leuphana.de::6fd7d7a5-4470-4595-99b7-4552f041c8ed" providerId="AD" clId="Web-{54E34BEA-77D9-20E6-7FDD-0B43260DD28A}" dt="2025-11-03T15:32:06.714" v="28" actId="20577"/>
          <ac:spMkLst>
            <pc:docMk/>
            <pc:sldMk cId="981484301" sldId="317"/>
            <ac:spMk id="3" creationId="{54C9D0BD-ACD1-204F-62DE-FE33B5ACE3AD}"/>
          </ac:spMkLst>
        </pc:spChg>
        <pc:spChg chg="mod">
          <ac:chgData name="Espen Rechtsteiner" userId="S::espen.rechtsteiner@stud.leuphana.de::6fd7d7a5-4470-4595-99b7-4552f041c8ed" providerId="AD" clId="Web-{54E34BEA-77D9-20E6-7FDD-0B43260DD28A}" dt="2025-11-03T16:10:04.195" v="179" actId="20577"/>
          <ac:spMkLst>
            <pc:docMk/>
            <pc:sldMk cId="981484301" sldId="317"/>
            <ac:spMk id="4" creationId="{50EB19C0-74BB-5DAF-5928-E53622FFEA30}"/>
          </ac:spMkLst>
        </pc:spChg>
      </pc:sldChg>
      <pc:sldChg chg="modSp">
        <pc:chgData name="Espen Rechtsteiner" userId="S::espen.rechtsteiner@stud.leuphana.de::6fd7d7a5-4470-4595-99b7-4552f041c8ed" providerId="AD" clId="Web-{54E34BEA-77D9-20E6-7FDD-0B43260DD28A}" dt="2025-11-03T16:09:12.053" v="170" actId="20577"/>
        <pc:sldMkLst>
          <pc:docMk/>
          <pc:sldMk cId="3483956848" sldId="318"/>
        </pc:sldMkLst>
        <pc:spChg chg="mod">
          <ac:chgData name="Espen Rechtsteiner" userId="S::espen.rechtsteiner@stud.leuphana.de::6fd7d7a5-4470-4595-99b7-4552f041c8ed" providerId="AD" clId="Web-{54E34BEA-77D9-20E6-7FDD-0B43260DD28A}" dt="2025-11-03T16:09:12.053" v="170" actId="20577"/>
          <ac:spMkLst>
            <pc:docMk/>
            <pc:sldMk cId="3483956848" sldId="318"/>
            <ac:spMk id="4" creationId="{7DD82B75-F009-22AC-4CA0-FC685C59F6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1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/>
          </a:p>
          <a:p>
            <a:pPr marL="400050" lvl="1" indent="0">
              <a:buNone/>
              <a:defRPr/>
            </a:pPr>
            <a:r>
              <a:rPr lang="de-DE"/>
              <a:t>Hannah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E9099-E88A-7758-F362-B35B2B471BB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A2FD5-4A45-2D64-1A8C-97B6D8481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AA5C2-106E-74D5-5DC3-05FA005079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FE1B6-3623-3B3E-052B-00D2F7945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255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5C3A-AB3A-F70A-DCCB-7FD23126C2A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DA1FF-F86B-86FA-CCA4-986D49C61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89958-DED6-803B-5C3F-317F3E0FE7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Ari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4575B-D28E-B3E5-B507-041EF1601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520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E8EC-11BA-23DA-A319-011DB3015D1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6F48A-64F3-09F1-C190-868650EF1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44D48-23BA-8D94-949C-C9701F6021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2DDE9-744B-F3D9-C5B8-1DF2DA16B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303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BBB1-1963-2348-43A1-49685E537D1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5844D-2A8A-28FF-A614-826D2BEA0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E91FD-0F51-EEBB-9E42-DF459722D0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papers and research is published in English --&gt; sources for own work will probably also be in English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BC8A0-31A0-472C-6948-F9182F392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3703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320E-1D6B-61F0-7D7D-52962BDB88F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CD7E9-FA86-5EEF-B128-054304556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34950-0D2F-0355-0E21-17617AA78A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papers and research is published in English --&gt; sources for own work will probably also be in English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70A43-213B-DA71-87B1-D7C954E033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778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510D-E0C9-E7D8-07CC-29DF811F149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2FC8A-E8FB-445D-131E-A07CC5769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8B65E-ECAA-6D6C-C52A-071C2BEFE1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papers and research is published in English --&gt; sources for own work will probably also be in English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9C6C5-1B71-245E-39F9-B861BB0AE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7631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8545-4BB2-C786-25D5-6046018E7FB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5E69D-6002-36E8-84DE-1E95FA02C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2E237-1EFE-204B-7E6F-E51F30E18D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papers and research is published in English --&gt; sources for own work will probably also be in English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62C21-1153-A513-316F-B1A75C22D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918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983D-7129-2692-FC92-2DE231D5B86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EEABB-A2CD-D113-799A-917D9020A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7E962-B51F-CA1A-095B-88A10CA1DC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papers and research is published in English --&gt; sources for own work will probably also be in English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EF832-6C28-B897-D61E-B45F2A10F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950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CA24-A6AB-8D6D-1A9B-EF248DFF3F5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E868AD-671B-973A-BECA-B45B2FB84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868F9-13E8-DCAA-B59E-74006CAF90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papers and research is published in English --&gt; sources for own work will probably also be in English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E5EBD-6265-2238-DB5C-426BE6E8D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8466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ha</a:t>
            </a:r>
          </a:p>
        </p:txBody>
      </p:sp>
    </p:spTree>
    <p:extLst>
      <p:ext uri="{BB962C8B-B14F-4D97-AF65-F5344CB8AC3E}">
        <p14:creationId xmlns:p14="http://schemas.microsoft.com/office/powerpoint/2010/main" val="1064075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L</a:t>
            </a: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55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1790700"/>
          </a:xfrm>
        </p:spPr>
        <p:txBody>
          <a:bodyPr anchor="b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02822" y="3194219"/>
            <a:ext cx="6858000" cy="391596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pPr>
              <a:defRPr/>
            </a:pPr>
            <a:r>
              <a:rPr lang="de-DE"/>
              <a:t>Tutor:</a:t>
            </a:r>
            <a:endParaRPr/>
          </a:p>
          <a:p>
            <a:pPr>
              <a:defRPr/>
            </a:pPr>
            <a:r>
              <a:rPr lang="de-DE"/>
              <a:t>Date: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1009333" y="253259"/>
            <a:ext cx="1404703" cy="132166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281392" y="2212337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883" y="-130302"/>
            <a:ext cx="1947126" cy="2034242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499118" y="493623"/>
            <a:ext cx="1736763" cy="1457318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274238" y="-352704"/>
            <a:ext cx="1600562" cy="1594025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183369" y="3910726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525253" y="-281905"/>
            <a:ext cx="1079111" cy="14324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2333380" y="1359246"/>
            <a:ext cx="4871083" cy="3240000"/>
          </a:xfrm>
        </p:spPr>
        <p:txBody>
          <a:bodyPr/>
          <a:lstStyle>
            <a:lvl1pPr marL="257175" indent="-257175">
              <a:buFont typeface="+mj-lt"/>
              <a:buAutoNum type="arabicPeriod"/>
              <a:defRPr sz="1800"/>
            </a:lvl1pPr>
            <a:lvl2pPr marL="485775" indent="-257175">
              <a:buFont typeface="+mj-lt"/>
              <a:buAutoNum type="romanLcPeriod"/>
              <a:defRPr sz="18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47588" y="1091697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241837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50930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972000" y="1369414"/>
            <a:ext cx="7200000" cy="324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03070" y="-401868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385884" y="108129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823310" y="-18835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405768" y="1869879"/>
            <a:ext cx="1254981" cy="104779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8659208" y="1141819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1977806"/>
          </a:xfrm>
        </p:spPr>
        <p:txBody>
          <a:bodyPr lIns="90000"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53400" y="3245645"/>
            <a:ext cx="7200000" cy="1039907"/>
          </a:xfrm>
        </p:spPr>
        <p:txBody>
          <a:bodyPr lIns="90000"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8338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9720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6101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26629" y="-26985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203778" y="425211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8200771" y="357236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7"/>
          <p:cNvSpPr/>
          <p:nvPr userDrawn="1"/>
        </p:nvSpPr>
        <p:spPr bwMode="auto">
          <a:xfrm rot="7860678">
            <a:off x="8458522" y="3343840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58731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261269"/>
            <a:ext cx="3526181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72000" y="1878807"/>
            <a:ext cx="3526181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4629151" y="1261269"/>
            <a:ext cx="3542850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4629151" y="1878807"/>
            <a:ext cx="3542850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8302970" y="3145869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7"/>
          <p:cNvSpPr/>
          <p:nvPr userDrawn="1"/>
        </p:nvSpPr>
        <p:spPr bwMode="auto">
          <a:xfrm rot="7860678">
            <a:off x="8336347" y="2932849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8355052" y="526573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7695168" y="-263701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12"/>
          <p:cNvSpPr/>
          <p:nvPr userDrawn="1"/>
        </p:nvSpPr>
        <p:spPr bwMode="auto">
          <a:xfrm rot="7628196">
            <a:off x="8578643" y="65966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624791" y="2068765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6"/>
          <p:cNvSpPr/>
          <p:nvPr userDrawn="1"/>
        </p:nvSpPr>
        <p:spPr bwMode="auto">
          <a:xfrm rot="7860678">
            <a:off x="-377688" y="2336570"/>
            <a:ext cx="800477" cy="822848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377291" y="-103887"/>
            <a:ext cx="941388" cy="84247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306763" y="-466327"/>
            <a:ext cx="1304903" cy="1296699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317117" y="-65398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46472" y="301604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08800" y="-370708"/>
            <a:ext cx="1456094" cy="155485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16997" y="356402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148477" y="3943212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924497" y="-196079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175579" y="2794604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408800" y="-370708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7679348" y="1225890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6"/>
          <p:cNvSpPr/>
          <p:nvPr userDrawn="1"/>
        </p:nvSpPr>
        <p:spPr bwMode="auto">
          <a:xfrm rot="7860678">
            <a:off x="351399" y="2868168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7870781" y="494660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7415292" y="-128621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8513894" y="2483256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309959" y="3495606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8106435" y="541755"/>
            <a:ext cx="1106586" cy="113686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740569"/>
            <a:ext cx="2617783" cy="630000"/>
          </a:xfrm>
        </p:spPr>
        <p:txBody>
          <a:bodyPr anchor="b"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887787" y="740569"/>
            <a:ext cx="4284213" cy="36552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3887788" y="740569"/>
            <a:ext cx="4284212" cy="3655219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972000" y="740569"/>
            <a:ext cx="2617783" cy="630000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1600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093141" y="1201564"/>
            <a:ext cx="6858000" cy="3118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5147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102822" y="1197109"/>
            <a:ext cx="6858000" cy="31189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0692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938453" y="2403662"/>
            <a:ext cx="1186907" cy="796382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010783" y="3445901"/>
            <a:ext cx="751320" cy="79638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819900" y="3319345"/>
            <a:ext cx="974652" cy="79638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4838862" y="3461046"/>
            <a:ext cx="1129342" cy="79638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5663452" y="2532242"/>
            <a:ext cx="1016933" cy="79638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7242634" y="1610492"/>
            <a:ext cx="887671" cy="79638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8110215" y="4263375"/>
            <a:ext cx="1040121" cy="796382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1174630" y="2400004"/>
            <a:ext cx="1096610" cy="796382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8046601" y="1573302"/>
            <a:ext cx="1078758" cy="796382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1485260" y="1915657"/>
            <a:ext cx="598450" cy="419877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455258" y="371497"/>
            <a:ext cx="602899" cy="590266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3044197" y="1787344"/>
            <a:ext cx="487469" cy="487469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2257175" y="1768498"/>
            <a:ext cx="502567" cy="502567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3112532" y="862396"/>
            <a:ext cx="622970" cy="799612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2490469" y="856525"/>
            <a:ext cx="451964" cy="783036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3953034" y="875127"/>
            <a:ext cx="811428" cy="781450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5071112" y="1825887"/>
            <a:ext cx="863029" cy="57921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5850062" y="445288"/>
            <a:ext cx="1460500" cy="10541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7264809" y="608962"/>
            <a:ext cx="1860550" cy="10414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6877905" y="2425108"/>
            <a:ext cx="863029" cy="726761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6116484" y="1547700"/>
            <a:ext cx="943808" cy="877409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4337980" y="2706391"/>
            <a:ext cx="1310095" cy="537406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5708567" y="4450677"/>
            <a:ext cx="1195255" cy="578612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3651866" y="3468365"/>
            <a:ext cx="1144417" cy="793875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8092365" y="3339198"/>
            <a:ext cx="974652" cy="759729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2762724" y="3423649"/>
            <a:ext cx="781191" cy="788702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4721573" y="4543052"/>
            <a:ext cx="823451" cy="489558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2479165" y="4320618"/>
            <a:ext cx="969969" cy="681896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3627971" y="4462442"/>
            <a:ext cx="853281" cy="568855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7029668" y="4212351"/>
            <a:ext cx="1016933" cy="769332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2346799" y="2400151"/>
            <a:ext cx="831850" cy="762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3247154" y="2524678"/>
            <a:ext cx="901700" cy="78105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1191182" y="4234357"/>
            <a:ext cx="829270" cy="747326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1387706" y="3291089"/>
            <a:ext cx="1282700" cy="80645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4915631" y="1000385"/>
            <a:ext cx="934431" cy="605512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3679869" y="1770274"/>
            <a:ext cx="1188887" cy="65991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98519" y="3483555"/>
            <a:ext cx="1049499" cy="773873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13765" y="4356037"/>
            <a:ext cx="1083635" cy="714738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152696" y="1112985"/>
            <a:ext cx="1056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700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662423" y="126722"/>
            <a:ext cx="1819154" cy="660379"/>
          </a:xfrm>
          <a:prstGeom prst="rect">
            <a:avLst/>
          </a:prstGeom>
        </p:spPr>
      </p:pic>
      <p:pic>
        <p:nvPicPr>
          <p:cNvPr id="6" name="Grafik 5"/>
          <p:cNvPicPr/>
          <p:nvPr userDrawn="1"/>
        </p:nvPicPr>
        <p:blipFill>
          <a:blip r:embed="rId3"/>
          <a:srcRect t="228"/>
          <a:stretch/>
        </p:blipFill>
        <p:spPr bwMode="auto">
          <a:xfrm>
            <a:off x="7104296" y="977112"/>
            <a:ext cx="2053664" cy="4180348"/>
          </a:xfrm>
          <a:prstGeom prst="rect">
            <a:avLst/>
          </a:prstGeom>
          <a:ln w="6350" cmpd="sng">
            <a:noFill/>
          </a:ln>
        </p:spPr>
      </p:pic>
      <p:pic>
        <p:nvPicPr>
          <p:cNvPr id="7" name="Grafik 6"/>
          <p:cNvPicPr/>
          <p:nvPr userDrawn="1"/>
        </p:nvPicPr>
        <p:blipFill>
          <a:blip r:embed="rId4"/>
          <a:stretch/>
        </p:blipFill>
        <p:spPr bwMode="auto">
          <a:xfrm>
            <a:off x="0" y="977112"/>
            <a:ext cx="629199" cy="4189907"/>
          </a:xfrm>
          <a:prstGeom prst="rect">
            <a:avLst/>
          </a:prstGeom>
          <a:ln w="6350" cmpd="sng">
            <a:noFill/>
          </a:ln>
        </p:spPr>
      </p:pic>
      <p:sp>
        <p:nvSpPr>
          <p:cNvPr id="12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214545" y="1248156"/>
            <a:ext cx="5666877" cy="649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de-DE" sz="20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Google Shape;84;p13"/>
          <p:cNvCxnSpPr>
            <a:cxnSpLocks/>
          </p:cNvCxnSpPr>
          <p:nvPr userDrawn="1"/>
        </p:nvCxnSpPr>
        <p:spPr bwMode="auto">
          <a:xfrm>
            <a:off x="-9000" y="1775736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3;p17"/>
          <p:cNvSpPr/>
          <p:nvPr userDrawn="1"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04.11.2025</a:t>
            </a:fld>
            <a:endParaRPr lang="de-DE" sz="1000">
              <a:latin typeface="Arial Narrow"/>
            </a:endParaRPr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04.11.2025</a:t>
            </a:fld>
            <a:endParaRPr lang="de-DE" sz="1000">
              <a:latin typeface="Arial Narrow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" name="Grafik 10" descr="Würfel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685" y="927021"/>
            <a:ext cx="373690" cy="373690"/>
          </a:xfrm>
          <a:prstGeom prst="rect">
            <a:avLst/>
          </a:prstGeom>
        </p:spPr>
      </p:pic>
      <p:sp>
        <p:nvSpPr>
          <p:cNvPr id="18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Edit master title format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384556"/>
            <a:ext cx="7200000" cy="32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Edit master text format</a:t>
            </a:r>
            <a:endParaRPr/>
          </a:p>
          <a:p>
            <a:pPr lvl="1">
              <a:defRPr/>
            </a:pPr>
            <a:r>
              <a:rPr lang="de-DE"/>
              <a:t>Second level</a:t>
            </a:r>
            <a:endParaRPr/>
          </a:p>
          <a:p>
            <a:pPr lvl="2">
              <a:defRPr/>
            </a:pPr>
            <a:r>
              <a:rPr lang="de-DE"/>
              <a:t>Third level</a:t>
            </a:r>
            <a:endParaRPr/>
          </a:p>
          <a:p>
            <a:pPr lvl="3">
              <a:defRPr/>
            </a:pPr>
            <a:r>
              <a:rPr lang="de-DE"/>
              <a:t>Fourth level</a:t>
            </a:r>
            <a:endParaRPr/>
          </a:p>
          <a:p>
            <a:pPr lvl="4">
              <a:defRPr/>
            </a:pPr>
            <a:r>
              <a:rPr lang="de-DE"/>
              <a:t>Fifth level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>
        <a:lnSpc>
          <a:spcPct val="90000"/>
        </a:lnSpc>
        <a:spcBef>
          <a:spcPts val="0"/>
        </a:spcBef>
        <a:buNone/>
        <a:defRPr sz="2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0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3618160" y="956014"/>
            <a:ext cx="4365956" cy="14245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>
              <a:defRPr/>
            </a:pPr>
            <a:r>
              <a:rPr lang="en-GB" sz="2800"/>
              <a:t>WELCOME TO THE LEUPHANA TUTORIUM!</a:t>
            </a: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 bwMode="auto">
          <a:xfrm>
            <a:off x="3618160" y="2728855"/>
            <a:ext cx="4975366" cy="3915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defRPr/>
            </a:pPr>
            <a:r>
              <a:rPr lang="de-DE" sz="1800" dirty="0"/>
              <a:t>LANGUAGE IN THE LEUPHANA SEMESTER</a:t>
            </a:r>
            <a:endParaRPr lang="de-DE" dirty="0"/>
          </a:p>
          <a:p>
            <a:pPr algn="l">
              <a:defRPr/>
            </a:pPr>
            <a:endParaRPr lang="de-DE" sz="1800"/>
          </a:p>
          <a:p>
            <a:pPr algn="l">
              <a:defRPr/>
            </a:pPr>
            <a:r>
              <a:rPr lang="de-DE" sz="1600" i="1" dirty="0"/>
              <a:t>Ariane Steiner, Natasha </a:t>
            </a:r>
            <a:r>
              <a:rPr lang="de-DE" sz="1600" i="1" dirty="0" err="1"/>
              <a:t>Shituvi</a:t>
            </a:r>
            <a:r>
              <a:rPr lang="de-DE" sz="1600" i="1" dirty="0"/>
              <a:t>, Espen Rechtsteiner</a:t>
            </a:r>
          </a:p>
          <a:p>
            <a:pPr algn="l">
              <a:defRPr/>
            </a:pPr>
            <a:endParaRPr lang="de-DE" sz="1600" i="1"/>
          </a:p>
          <a:p>
            <a:pPr algn="l">
              <a:defRPr/>
            </a:pPr>
            <a:r>
              <a:rPr lang="de-DE" sz="1600" dirty="0"/>
              <a:t>05.11.2025</a:t>
            </a:r>
          </a:p>
        </p:txBody>
      </p:sp>
      <p:sp>
        <p:nvSpPr>
          <p:cNvPr id="2" name="Google Shape;103;p17"/>
          <p:cNvSpPr/>
          <p:nvPr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5" name="Grafik 4" descr="Ein Bild, das Text, Mobiliar, Screenshot, Lampe enthält.&#10;&#10;KI-generierte Inhalte können fehlerhaft sein.">
            <a:extLst>
              <a:ext uri="{FF2B5EF4-FFF2-40B4-BE49-F238E27FC236}">
                <a16:creationId xmlns:a16="http://schemas.microsoft.com/office/drawing/2014/main" id="{EB55D913-3AE1-6A45-334B-177E8CB4A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59" y="0"/>
            <a:ext cx="36347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133CD9F-73D1-E2C7-497D-8B25DB549E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FA6A83-6B28-CBF0-07AE-560669680E7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27708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201D2650-C5FE-4D0C-ACE1-69863DDB1387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ECE5D528-A49D-61B7-CE05-F49B378904F4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1B8C2092-852C-0B4F-8CC3-827075866E57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08E97170-E35A-2B60-EDD3-7E67D90B7CCD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538D59B3-31A2-B5E1-AA24-FADC33E7C12E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32AB2E82-BCB3-5370-9D07-FF0F4E369C68}"/>
              </a:ext>
            </a:extLst>
          </p:cNvPr>
          <p:cNvSpPr txBox="1">
            <a:spLocks/>
          </p:cNvSpPr>
          <p:nvPr/>
        </p:nvSpPr>
        <p:spPr bwMode="auto">
          <a:xfrm>
            <a:off x="1369964" y="3394355"/>
            <a:ext cx="3506835" cy="1308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E645BFAA-F3E6-7ADD-AA80-43A170261716}"/>
              </a:ext>
            </a:extLst>
          </p:cNvPr>
          <p:cNvSpPr txBox="1">
            <a:spLocks/>
          </p:cNvSpPr>
          <p:nvPr/>
        </p:nvSpPr>
        <p:spPr bwMode="auto">
          <a:xfrm>
            <a:off x="4843569" y="3433050"/>
            <a:ext cx="3430634" cy="169558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pic>
        <p:nvPicPr>
          <p:cNvPr id="6" name="Grafik 5" descr="Ein Bild, das Hund, Säugetier, Text enthält.&#10;&#10;KI-generierte Inhalte können fehlerhaft sein.">
            <a:extLst>
              <a:ext uri="{FF2B5EF4-FFF2-40B4-BE49-F238E27FC236}">
                <a16:creationId xmlns:a16="http://schemas.microsoft.com/office/drawing/2014/main" id="{26D653B7-B5ED-B11A-63B7-5ADAD78A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847" y="816428"/>
            <a:ext cx="4682977" cy="355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43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545EA20-44E3-A4AE-4056-95A96B95769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Flussdiagramm: Verbinder zu einer anderen Seite 11">
            <a:extLst>
              <a:ext uri="{FF2B5EF4-FFF2-40B4-BE49-F238E27FC236}">
                <a16:creationId xmlns:a16="http://schemas.microsoft.com/office/drawing/2014/main" id="{9E3C0D6A-DFF9-074F-8BB5-F02F4B226820}"/>
              </a:ext>
            </a:extLst>
          </p:cNvPr>
          <p:cNvSpPr/>
          <p:nvPr/>
        </p:nvSpPr>
        <p:spPr bwMode="auto">
          <a:xfrm rot="16200000" flipH="1">
            <a:off x="2681375" y="2160622"/>
            <a:ext cx="1133878" cy="35097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Verbinder zu einer anderen Seite 10">
            <a:extLst>
              <a:ext uri="{FF2B5EF4-FFF2-40B4-BE49-F238E27FC236}">
                <a16:creationId xmlns:a16="http://schemas.microsoft.com/office/drawing/2014/main" id="{63437B44-1F3E-FD88-2ACC-CD3635D7984B}"/>
              </a:ext>
            </a:extLst>
          </p:cNvPr>
          <p:cNvSpPr/>
          <p:nvPr/>
        </p:nvSpPr>
        <p:spPr>
          <a:xfrm rot="16200000" flipH="1">
            <a:off x="2852563" y="997497"/>
            <a:ext cx="877228" cy="35097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F9DC8B9-D957-4F47-336E-C1D0E0C4AD84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de-DE"/>
              <a:t>Survey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E22921-4881-A2A7-D19F-54891B7C946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707759" y="2313856"/>
            <a:ext cx="3078554" cy="877229"/>
          </a:xfr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en-GB" sz="200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lang="en-GB" sz="2000">
                <a:solidFill>
                  <a:schemeClr val="bg1"/>
                </a:solidFill>
              </a:rPr>
              <a:t>Does it make sense to you that parts of the teaching are in English at </a:t>
            </a:r>
            <a:r>
              <a:rPr lang="en-GB" sz="2000" err="1">
                <a:solidFill>
                  <a:schemeClr val="bg1"/>
                </a:solidFill>
              </a:rPr>
              <a:t>Leuphana</a:t>
            </a:r>
            <a:r>
              <a:rPr lang="en-GB" sz="2000">
                <a:solidFill>
                  <a:schemeClr val="bg1"/>
                </a:solidFill>
              </a:rPr>
              <a:t>?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GB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CDDDE13D-ACAF-D951-4944-C870493DCC5E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EDF2AAE8-0D75-1ED6-74A6-EAE9D6BC548D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DDD88D5E-AF2A-1B59-C87E-F73BFB1E9525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771B5B98-73C1-92D9-344F-9CBE5E219767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379D9309-2D2F-A548-77A1-E14306697A89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5E7678BF-267E-74C1-8C19-C70DD5ED324F}"/>
              </a:ext>
            </a:extLst>
          </p:cNvPr>
          <p:cNvSpPr txBox="1">
            <a:spLocks/>
          </p:cNvSpPr>
          <p:nvPr/>
        </p:nvSpPr>
        <p:spPr bwMode="auto">
          <a:xfrm>
            <a:off x="1538049" y="3611695"/>
            <a:ext cx="2922438" cy="1376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+mj-lt"/>
              <a:buNone/>
              <a:defRPr/>
            </a:pPr>
            <a:r>
              <a:rPr lang="en-GB" sz="2000" dirty="0">
                <a:solidFill>
                  <a:schemeClr val="bg1"/>
                </a:solidFill>
              </a:rPr>
              <a:t>Scan the QR or go to 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https://particify.rz.tu-bs.de/p/45888794</a:t>
            </a:r>
            <a:endParaRPr lang="en-GB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+mj-lt"/>
              <a:buNone/>
              <a:defRPr/>
            </a:pPr>
            <a:endParaRPr lang="en-GB" sz="200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ClrTx/>
              <a:buFont typeface="+mj-lt"/>
              <a:buNone/>
              <a:defRPr/>
            </a:pPr>
            <a:endParaRPr lang="en-GB"/>
          </a:p>
        </p:txBody>
      </p:sp>
      <p:sp>
        <p:nvSpPr>
          <p:cNvPr id="14" name="Flussdiagramm: Verbinder zu einer anderen Seite 10">
            <a:extLst>
              <a:ext uri="{FF2B5EF4-FFF2-40B4-BE49-F238E27FC236}">
                <a16:creationId xmlns:a16="http://schemas.microsoft.com/office/drawing/2014/main" id="{C0C9CED1-5D59-CB0F-21C3-30D79161DB88}"/>
              </a:ext>
            </a:extLst>
          </p:cNvPr>
          <p:cNvSpPr/>
          <p:nvPr/>
        </p:nvSpPr>
        <p:spPr>
          <a:xfrm rot="16200000" flipH="1">
            <a:off x="2809700" y="40234"/>
            <a:ext cx="877228" cy="35097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1100">
              <a:cs typeface="Segoe U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EFC8F-6DBB-9BE2-41C9-E97CB9A77BEC}"/>
              </a:ext>
            </a:extLst>
          </p:cNvPr>
          <p:cNvSpPr txBox="1"/>
          <p:nvPr/>
        </p:nvSpPr>
        <p:spPr>
          <a:xfrm>
            <a:off x="1810233" y="1596003"/>
            <a:ext cx="250647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>
                <a:solidFill>
                  <a:schemeClr val="bg1"/>
                </a:solidFill>
              </a:rPr>
              <a:t>Do you feel comfortable with studying in English at </a:t>
            </a:r>
            <a:r>
              <a:rPr lang="en-GB" sz="1100" err="1">
                <a:solidFill>
                  <a:schemeClr val="bg1"/>
                </a:solidFill>
              </a:rPr>
              <a:t>Leuphana</a:t>
            </a:r>
            <a:r>
              <a:rPr lang="en-GB" sz="1100">
                <a:solidFill>
                  <a:schemeClr val="bg1"/>
                </a:solidFill>
              </a:rPr>
              <a:t>?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7" name="Grafik 16" descr="Ein Bild, das Muster, Grafiken, Pixel, Design enthält.&#10;&#10;KI-generierte Inhalte können fehlerhaft sein.">
            <a:extLst>
              <a:ext uri="{FF2B5EF4-FFF2-40B4-BE49-F238E27FC236}">
                <a16:creationId xmlns:a16="http://schemas.microsoft.com/office/drawing/2014/main" id="{0A2C1F1B-119E-0104-4601-75095179A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462768"/>
            <a:ext cx="2789464" cy="283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5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17C9EE6-D7A0-2D68-B27C-160BCF8961A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3799E83-AE65-9E0D-CD05-2278FA8BC5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2800" err="1"/>
              <a:t>Internationality</a:t>
            </a:r>
            <a:r>
              <a:rPr lang="de-DE" sz="2800"/>
              <a:t> at Leuphana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6E209E-52A1-8D88-2CF6-93E8219A8B9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27708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1700"/>
              <a:t>Leuphana </a:t>
            </a:r>
            <a:r>
              <a:rPr lang="de-DE" sz="1700" err="1"/>
              <a:t>has</a:t>
            </a:r>
            <a:r>
              <a:rPr lang="de-DE" sz="1700"/>
              <a:t> </a:t>
            </a:r>
            <a:r>
              <a:rPr lang="de-DE" sz="1700" err="1"/>
              <a:t>around</a:t>
            </a:r>
            <a:r>
              <a:rPr lang="de-DE" sz="1700"/>
              <a:t> 10.000 </a:t>
            </a:r>
            <a:r>
              <a:rPr lang="de-DE" sz="1700" err="1"/>
              <a:t>students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/>
              <a:t>More </a:t>
            </a:r>
            <a:r>
              <a:rPr lang="de-DE" sz="1700" err="1"/>
              <a:t>than</a:t>
            </a:r>
            <a:r>
              <a:rPr lang="de-DE" sz="1700"/>
              <a:t> 10% </a:t>
            </a:r>
            <a:r>
              <a:rPr lang="de-DE" sz="1700" err="1"/>
              <a:t>Internationals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/>
              <a:t>Providing </a:t>
            </a:r>
            <a:r>
              <a:rPr lang="de-DE" sz="1700" err="1"/>
              <a:t>english</a:t>
            </a:r>
            <a:r>
              <a:rPr lang="de-DE" sz="1700"/>
              <a:t> </a:t>
            </a:r>
            <a:r>
              <a:rPr lang="de-DE" sz="1700" err="1"/>
              <a:t>course</a:t>
            </a:r>
            <a:r>
              <a:rPr lang="de-DE" sz="1700"/>
              <a:t> </a:t>
            </a:r>
            <a:r>
              <a:rPr lang="de-DE" sz="1700" err="1"/>
              <a:t>offers</a:t>
            </a:r>
            <a:r>
              <a:rPr lang="de-DE" sz="1700"/>
              <a:t> </a:t>
            </a:r>
            <a:r>
              <a:rPr lang="de-DE" sz="1700" err="1"/>
              <a:t>to</a:t>
            </a:r>
            <a:r>
              <a:rPr lang="de-DE" sz="1700"/>
              <a:t> </a:t>
            </a:r>
            <a:r>
              <a:rPr lang="de-DE" sz="1700" err="1"/>
              <a:t>include</a:t>
            </a:r>
            <a:r>
              <a:rPr lang="de-DE" sz="1700"/>
              <a:t> </a:t>
            </a:r>
            <a:r>
              <a:rPr lang="de-DE" sz="1700" err="1"/>
              <a:t>internationals</a:t>
            </a:r>
            <a:r>
              <a:rPr lang="de-DE" sz="1700"/>
              <a:t>/</a:t>
            </a:r>
            <a:r>
              <a:rPr lang="de-DE" sz="1700" err="1"/>
              <a:t>provide</a:t>
            </a:r>
            <a:r>
              <a:rPr lang="de-DE" sz="1700"/>
              <a:t> </a:t>
            </a:r>
            <a:r>
              <a:rPr lang="de-DE" sz="1700" err="1"/>
              <a:t>possibility</a:t>
            </a:r>
            <a:r>
              <a:rPr lang="de-DE" sz="1700"/>
              <a:t> </a:t>
            </a:r>
            <a:r>
              <a:rPr lang="de-DE" sz="1700" err="1"/>
              <a:t>of</a:t>
            </a:r>
            <a:r>
              <a:rPr lang="de-DE" sz="1700"/>
              <a:t> </a:t>
            </a:r>
            <a:r>
              <a:rPr lang="de-DE" sz="1700" err="1"/>
              <a:t>studying</a:t>
            </a:r>
            <a:r>
              <a:rPr lang="de-DE" sz="1700"/>
              <a:t> </a:t>
            </a:r>
            <a:r>
              <a:rPr lang="de-DE" sz="1700" err="1"/>
              <a:t>for</a:t>
            </a:r>
            <a:r>
              <a:rPr lang="de-DE" sz="1700"/>
              <a:t> </a:t>
            </a:r>
            <a:r>
              <a:rPr lang="de-DE" sz="1700" err="1"/>
              <a:t>those</a:t>
            </a:r>
            <a:r>
              <a:rPr lang="de-DE" sz="1700"/>
              <a:t> </a:t>
            </a:r>
            <a:r>
              <a:rPr lang="de-DE" sz="1700" err="1"/>
              <a:t>who</a:t>
            </a:r>
            <a:r>
              <a:rPr lang="de-DE" sz="1700"/>
              <a:t> </a:t>
            </a:r>
            <a:r>
              <a:rPr lang="de-DE" sz="1700" err="1"/>
              <a:t>haven't</a:t>
            </a:r>
            <a:r>
              <a:rPr lang="de-DE" sz="1700"/>
              <a:t> </a:t>
            </a:r>
            <a:r>
              <a:rPr lang="de-DE" sz="1700" err="1"/>
              <a:t>learned</a:t>
            </a:r>
            <a:r>
              <a:rPr lang="de-DE" sz="1700"/>
              <a:t> German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83A0553E-7C11-EE56-8836-F36A475C4EA3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293F957B-70AB-A6D5-C487-B8CA822E98EF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CF6595A9-C01C-40BD-2E9D-88B2A3ADA765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30EB213C-97BF-831A-4C14-59D55ABC04EB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CC9ABDA6-7CC6-C1F6-F05A-6A7B9EFC484A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E0D85242-CD98-766A-FF1B-B2BF4957E0F1}"/>
              </a:ext>
            </a:extLst>
          </p:cNvPr>
          <p:cNvSpPr txBox="1">
            <a:spLocks/>
          </p:cNvSpPr>
          <p:nvPr/>
        </p:nvSpPr>
        <p:spPr bwMode="auto">
          <a:xfrm>
            <a:off x="1695932" y="3191155"/>
            <a:ext cx="6072233" cy="17192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1700" err="1"/>
              <a:t>Equip</a:t>
            </a:r>
            <a:r>
              <a:rPr lang="de-DE" sz="1700"/>
              <a:t> </a:t>
            </a:r>
            <a:r>
              <a:rPr lang="de-DE" sz="1700" err="1"/>
              <a:t>students</a:t>
            </a:r>
            <a:r>
              <a:rPr lang="de-DE" sz="1700"/>
              <a:t> </a:t>
            </a:r>
            <a:r>
              <a:rPr lang="de-DE" sz="1700" err="1"/>
              <a:t>with</a:t>
            </a:r>
            <a:r>
              <a:rPr lang="de-DE" sz="1700"/>
              <a:t> international </a:t>
            </a:r>
            <a:r>
              <a:rPr lang="de-DE" sz="1700" err="1"/>
              <a:t>skills</a:t>
            </a:r>
            <a:r>
              <a:rPr lang="de-DE" sz="1700"/>
              <a:t> and </a:t>
            </a:r>
            <a:r>
              <a:rPr lang="de-DE" sz="1700" err="1"/>
              <a:t>capability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 err="1"/>
              <a:t>Enriches</a:t>
            </a:r>
            <a:r>
              <a:rPr lang="de-DE" sz="1700"/>
              <a:t> </a:t>
            </a:r>
            <a:r>
              <a:rPr lang="de-DE" sz="1700" err="1"/>
              <a:t>the</a:t>
            </a:r>
            <a:r>
              <a:rPr lang="de-DE" sz="1700"/>
              <a:t> material </a:t>
            </a:r>
            <a:r>
              <a:rPr lang="de-DE" sz="1700" err="1"/>
              <a:t>available</a:t>
            </a:r>
            <a:r>
              <a:rPr lang="de-DE" sz="1700"/>
              <a:t> </a:t>
            </a:r>
            <a:r>
              <a:rPr lang="de-DE" sz="1700" err="1"/>
              <a:t>for</a:t>
            </a:r>
            <a:r>
              <a:rPr lang="de-DE" sz="1700"/>
              <a:t> </a:t>
            </a:r>
            <a:r>
              <a:rPr lang="de-DE" sz="1700" err="1"/>
              <a:t>your</a:t>
            </a:r>
            <a:r>
              <a:rPr lang="de-DE" sz="1700"/>
              <a:t> </a:t>
            </a:r>
            <a:r>
              <a:rPr lang="de-DE" sz="1700" err="1"/>
              <a:t>studies</a:t>
            </a:r>
            <a:r>
              <a:rPr lang="de-DE" sz="1700"/>
              <a:t> (American </a:t>
            </a:r>
            <a:r>
              <a:rPr lang="de-DE" sz="1700" err="1"/>
              <a:t>research</a:t>
            </a:r>
            <a:r>
              <a:rPr lang="de-DE" sz="1700"/>
              <a:t>, British </a:t>
            </a:r>
            <a:r>
              <a:rPr lang="de-DE" sz="1700" err="1"/>
              <a:t>data</a:t>
            </a:r>
            <a:r>
              <a:rPr lang="de-DE" sz="1700"/>
              <a:t>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42835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806A647-11E4-2083-1D11-A1992E9499E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2C7F57-EA59-2783-9E55-71E8C8F0C5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2800"/>
              <a:t>English </a:t>
            </a:r>
            <a:r>
              <a:rPr lang="de-DE" sz="2800" err="1"/>
              <a:t>during</a:t>
            </a:r>
            <a:r>
              <a:rPr lang="de-DE" sz="2800"/>
              <a:t> </a:t>
            </a:r>
            <a:r>
              <a:rPr lang="de-DE" sz="2800" err="1"/>
              <a:t>your</a:t>
            </a:r>
            <a:r>
              <a:rPr lang="de-DE" sz="2800"/>
              <a:t> Studies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6BF77E-6462-11A4-9B9F-F959B0C10A8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753434" y="1507929"/>
            <a:ext cx="5636677" cy="320137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English </a:t>
            </a:r>
            <a:r>
              <a:rPr lang="de-DE" sz="2000" err="1"/>
              <a:t>as</a:t>
            </a:r>
            <a:r>
              <a:rPr lang="de-DE" sz="2000"/>
              <a:t> </a:t>
            </a:r>
            <a:r>
              <a:rPr lang="de-DE" sz="2000" err="1"/>
              <a:t>scientific</a:t>
            </a:r>
            <a:r>
              <a:rPr lang="de-DE" sz="2000"/>
              <a:t> </a:t>
            </a:r>
            <a:r>
              <a:rPr lang="de-DE" sz="2000" err="1"/>
              <a:t>language</a:t>
            </a:r>
            <a:r>
              <a:rPr lang="de-DE" sz="2000"/>
              <a:t> --&gt; </a:t>
            </a:r>
            <a:r>
              <a:rPr lang="de-DE" sz="2000" err="1"/>
              <a:t>most</a:t>
            </a:r>
            <a:r>
              <a:rPr lang="de-DE" sz="2000"/>
              <a:t> </a:t>
            </a:r>
            <a:r>
              <a:rPr lang="de-DE" sz="2000" err="1"/>
              <a:t>research</a:t>
            </a:r>
            <a:r>
              <a:rPr lang="de-DE" sz="2000"/>
              <a:t> </a:t>
            </a:r>
            <a:r>
              <a:rPr lang="de-DE" sz="2000" err="1"/>
              <a:t>is</a:t>
            </a:r>
            <a:r>
              <a:rPr lang="de-DE" sz="2000"/>
              <a:t> </a:t>
            </a:r>
            <a:r>
              <a:rPr lang="de-DE" sz="2000" err="1"/>
              <a:t>published</a:t>
            </a:r>
            <a:r>
              <a:rPr lang="de-DE" sz="2000"/>
              <a:t> in English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Leuphana Semester </a:t>
            </a:r>
            <a:r>
              <a:rPr lang="de-DE" sz="2000" err="1"/>
              <a:t>as</a:t>
            </a:r>
            <a:r>
              <a:rPr lang="de-DE" sz="2000"/>
              <a:t> an </a:t>
            </a:r>
            <a:r>
              <a:rPr lang="de-DE" sz="2000" err="1"/>
              <a:t>option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practise</a:t>
            </a:r>
            <a:r>
              <a:rPr lang="de-DE" sz="2000"/>
              <a:t> English --&gt; </a:t>
            </a:r>
            <a:r>
              <a:rPr lang="de-DE" sz="2000" err="1"/>
              <a:t>doesn't</a:t>
            </a:r>
            <a:r>
              <a:rPr lang="de-DE" sz="2000"/>
              <a:t> </a:t>
            </a:r>
            <a:r>
              <a:rPr lang="de-DE" sz="2000" err="1"/>
              <a:t>have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be</a:t>
            </a:r>
            <a:r>
              <a:rPr lang="de-DE" sz="2000"/>
              <a:t> </a:t>
            </a:r>
            <a:r>
              <a:rPr lang="de-DE" sz="2000" err="1"/>
              <a:t>perfect</a:t>
            </a: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English </a:t>
            </a:r>
            <a:r>
              <a:rPr lang="de-DE" sz="2000" err="1"/>
              <a:t>as</a:t>
            </a:r>
            <a:r>
              <a:rPr lang="de-DE" sz="2000"/>
              <a:t> an </a:t>
            </a:r>
            <a:r>
              <a:rPr lang="de-DE" sz="2000" err="1"/>
              <a:t>important</a:t>
            </a:r>
            <a:r>
              <a:rPr lang="de-DE" sz="2000"/>
              <a:t> </a:t>
            </a:r>
            <a:r>
              <a:rPr lang="de-DE" sz="2000" err="1"/>
              <a:t>language</a:t>
            </a:r>
            <a:r>
              <a:rPr lang="de-DE" sz="2000"/>
              <a:t> in </a:t>
            </a:r>
            <a:r>
              <a:rPr lang="de-DE" sz="2000" err="1"/>
              <a:t>daily</a:t>
            </a:r>
            <a:r>
              <a:rPr lang="de-DE" sz="2000"/>
              <a:t> </a:t>
            </a:r>
            <a:r>
              <a:rPr lang="de-DE" sz="2000" err="1"/>
              <a:t>life</a:t>
            </a:r>
            <a:r>
              <a:rPr lang="de-DE" sz="2000"/>
              <a:t> --&gt; </a:t>
            </a:r>
            <a:r>
              <a:rPr lang="de-DE" sz="2000" err="1"/>
              <a:t>good</a:t>
            </a:r>
            <a:r>
              <a:rPr lang="de-DE" sz="2000"/>
              <a:t> </a:t>
            </a:r>
            <a:r>
              <a:rPr lang="de-DE" sz="2000" err="1"/>
              <a:t>practice</a:t>
            </a:r>
            <a:r>
              <a:rPr lang="de-DE" sz="2000"/>
              <a:t> </a:t>
            </a:r>
            <a:r>
              <a:rPr lang="de-DE" sz="2000" err="1"/>
              <a:t>for</a:t>
            </a:r>
            <a:r>
              <a:rPr lang="de-DE" sz="2000"/>
              <a:t> </a:t>
            </a:r>
            <a:r>
              <a:rPr lang="de-DE" sz="2000" err="1"/>
              <a:t>studying</a:t>
            </a:r>
            <a:r>
              <a:rPr lang="de-DE" sz="2000"/>
              <a:t> </a:t>
            </a:r>
            <a:r>
              <a:rPr lang="de-DE" sz="2000" err="1"/>
              <a:t>abroad</a:t>
            </a:r>
            <a:r>
              <a:rPr lang="de-DE" sz="2000"/>
              <a:t> (multiple </a:t>
            </a:r>
            <a:r>
              <a:rPr lang="de-DE" sz="2000" err="1"/>
              <a:t>options</a:t>
            </a:r>
            <a:r>
              <a:rPr lang="de-DE" sz="2000"/>
              <a:t>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Create international </a:t>
            </a:r>
            <a:r>
              <a:rPr lang="de-DE" sz="2000" err="1"/>
              <a:t>connections</a:t>
            </a:r>
            <a:r>
              <a:rPr lang="de-DE" sz="2000"/>
              <a:t> (</a:t>
            </a:r>
            <a:r>
              <a:rPr lang="de-DE" sz="2000" err="1"/>
              <a:t>friends</a:t>
            </a:r>
            <a:r>
              <a:rPr lang="de-DE" sz="2000"/>
              <a:t>, initiatives)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DD10A3B0-07E9-42B1-3AC3-7FA315C113B2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8AC97208-1676-7E74-3A70-A42253B567A6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E7E4C17E-E86F-958C-FC6E-3514799951C4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89FD4165-59A7-5632-7561-9A4CD5173E16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8D12EF75-775D-6F3E-CFD8-E0C03FE5545D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662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F242FA1-AB34-889C-B263-9B207C71636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710FD3E-7BDF-E5CC-0616-A3EFE7FC65E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2800"/>
              <a:t>Personal Experience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D82B75-F009-22AC-4CA0-FC685C59F6C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32013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1700" err="1"/>
              <a:t>Struggled</a:t>
            </a:r>
            <a:r>
              <a:rPr lang="de-DE" sz="1700"/>
              <a:t> </a:t>
            </a:r>
            <a:r>
              <a:rPr lang="de-DE" sz="1700" err="1"/>
              <a:t>with</a:t>
            </a:r>
            <a:r>
              <a:rPr lang="de-DE" sz="1700"/>
              <a:t> English in </a:t>
            </a:r>
            <a:r>
              <a:rPr lang="de-DE" sz="1700" err="1"/>
              <a:t>the</a:t>
            </a:r>
            <a:r>
              <a:rPr lang="de-DE" sz="1700"/>
              <a:t> </a:t>
            </a:r>
            <a:r>
              <a:rPr lang="de-DE" sz="1700" err="1"/>
              <a:t>beginning</a:t>
            </a:r>
            <a:r>
              <a:rPr lang="de-DE" sz="1700"/>
              <a:t> </a:t>
            </a:r>
            <a:r>
              <a:rPr lang="de-DE" sz="1700" err="1"/>
              <a:t>as</a:t>
            </a:r>
            <a:r>
              <a:rPr lang="de-DE" sz="1700"/>
              <a:t> </a:t>
            </a:r>
            <a:r>
              <a:rPr lang="de-DE" sz="1700" err="1"/>
              <a:t>well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 err="1"/>
              <a:t>Got</a:t>
            </a:r>
            <a:r>
              <a:rPr lang="de-DE" sz="1700"/>
              <a:t> </a:t>
            </a:r>
            <a:r>
              <a:rPr lang="de-DE" sz="1700" err="1"/>
              <a:t>easier</a:t>
            </a:r>
            <a:r>
              <a:rPr lang="de-DE" sz="1700"/>
              <a:t> </a:t>
            </a:r>
            <a:r>
              <a:rPr lang="de-DE" sz="1700" err="1"/>
              <a:t>over</a:t>
            </a:r>
            <a:r>
              <a:rPr lang="de-DE" sz="1700"/>
              <a:t> </a:t>
            </a:r>
            <a:r>
              <a:rPr lang="de-DE" sz="1700" err="1"/>
              <a:t>course</a:t>
            </a:r>
            <a:r>
              <a:rPr lang="de-DE" sz="1700"/>
              <a:t> </a:t>
            </a:r>
            <a:r>
              <a:rPr lang="de-DE" sz="1700" err="1"/>
              <a:t>of</a:t>
            </a:r>
            <a:r>
              <a:rPr lang="de-DE" sz="1700"/>
              <a:t> </a:t>
            </a:r>
            <a:r>
              <a:rPr lang="de-DE" sz="1700" err="1"/>
              <a:t>studying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 err="1"/>
              <a:t>Good</a:t>
            </a:r>
            <a:r>
              <a:rPr lang="de-DE" sz="1700"/>
              <a:t> </a:t>
            </a:r>
            <a:r>
              <a:rPr lang="de-DE" sz="1700" err="1"/>
              <a:t>practice</a:t>
            </a:r>
            <a:r>
              <a:rPr lang="de-DE" sz="1700"/>
              <a:t> </a:t>
            </a:r>
            <a:r>
              <a:rPr lang="de-DE" sz="1700" err="1"/>
              <a:t>for</a:t>
            </a:r>
            <a:r>
              <a:rPr lang="de-DE" sz="1700"/>
              <a:t> </a:t>
            </a:r>
            <a:r>
              <a:rPr lang="de-DE" sz="1700" err="1"/>
              <a:t>doing</a:t>
            </a:r>
            <a:r>
              <a:rPr lang="de-DE" sz="1700"/>
              <a:t> a </a:t>
            </a:r>
            <a:r>
              <a:rPr lang="de-DE" sz="1700" err="1"/>
              <a:t>semester</a:t>
            </a:r>
            <a:r>
              <a:rPr lang="de-DE" sz="1700"/>
              <a:t> </a:t>
            </a:r>
            <a:r>
              <a:rPr lang="de-DE" sz="1700" err="1"/>
              <a:t>abroad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/>
              <a:t>Natasha: </a:t>
            </a:r>
            <a:r>
              <a:rPr lang="de-DE" sz="1700" err="1"/>
              <a:t>had</a:t>
            </a:r>
            <a:r>
              <a:rPr lang="de-DE" sz="1700"/>
              <a:t> German </a:t>
            </a:r>
            <a:r>
              <a:rPr lang="de-DE" sz="1700" err="1"/>
              <a:t>as</a:t>
            </a:r>
            <a:r>
              <a:rPr lang="de-DE" sz="1700"/>
              <a:t> </a:t>
            </a:r>
            <a:r>
              <a:rPr lang="de-DE" sz="1700" err="1"/>
              <a:t>the</a:t>
            </a:r>
            <a:r>
              <a:rPr lang="de-DE" sz="1700"/>
              <a:t> </a:t>
            </a:r>
            <a:r>
              <a:rPr lang="de-DE" sz="1700" err="1"/>
              <a:t>foreign</a:t>
            </a:r>
            <a:r>
              <a:rPr lang="de-DE" sz="1700"/>
              <a:t> </a:t>
            </a:r>
            <a:r>
              <a:rPr lang="de-DE" sz="1700" err="1"/>
              <a:t>language</a:t>
            </a:r>
            <a:r>
              <a:rPr lang="de-DE" sz="1700"/>
              <a:t> and </a:t>
            </a:r>
            <a:r>
              <a:rPr lang="de-DE" sz="1700" err="1"/>
              <a:t>did</a:t>
            </a:r>
            <a:r>
              <a:rPr lang="de-DE" sz="1700"/>
              <a:t> Abitur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/>
              <a:t>My </a:t>
            </a:r>
            <a:r>
              <a:rPr lang="de-DE" sz="1700" err="1"/>
              <a:t>parents</a:t>
            </a:r>
            <a:r>
              <a:rPr lang="de-DE" sz="1700"/>
              <a:t> </a:t>
            </a:r>
            <a:r>
              <a:rPr lang="de-DE" sz="1700" err="1"/>
              <a:t>couldn't</a:t>
            </a:r>
            <a:r>
              <a:rPr lang="de-DE" sz="1700"/>
              <a:t> </a:t>
            </a:r>
            <a:r>
              <a:rPr lang="de-DE" sz="1700" err="1"/>
              <a:t>speak</a:t>
            </a:r>
            <a:r>
              <a:rPr lang="de-DE" sz="1700"/>
              <a:t> German, </a:t>
            </a:r>
            <a:r>
              <a:rPr lang="de-DE" sz="1700" err="1"/>
              <a:t>lived</a:t>
            </a:r>
            <a:r>
              <a:rPr lang="de-DE" sz="1700"/>
              <a:t> in an English </a:t>
            </a:r>
            <a:r>
              <a:rPr lang="de-DE" sz="1700" err="1"/>
              <a:t>speaking</a:t>
            </a:r>
            <a:r>
              <a:rPr lang="de-DE" sz="1700"/>
              <a:t> </a:t>
            </a:r>
            <a:r>
              <a:rPr lang="de-DE" sz="1700" err="1"/>
              <a:t>world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1700" err="1"/>
              <a:t>Got</a:t>
            </a:r>
            <a:r>
              <a:rPr lang="de-DE" sz="1700"/>
              <a:t> </a:t>
            </a:r>
            <a:r>
              <a:rPr lang="de-DE" sz="1700" err="1"/>
              <a:t>through</a:t>
            </a:r>
            <a:r>
              <a:rPr lang="de-DE" sz="1700"/>
              <a:t> </a:t>
            </a:r>
            <a:r>
              <a:rPr lang="de-DE" sz="1700" err="1"/>
              <a:t>it</a:t>
            </a:r>
            <a:r>
              <a:rPr lang="de-DE" sz="1700"/>
              <a:t> </a:t>
            </a:r>
            <a:r>
              <a:rPr lang="de-DE" sz="1700" err="1"/>
              <a:t>with</a:t>
            </a:r>
            <a:r>
              <a:rPr lang="de-DE" sz="1700"/>
              <a:t> supportive </a:t>
            </a:r>
            <a:r>
              <a:rPr lang="de-DE" sz="1700" err="1"/>
              <a:t>friends</a:t>
            </a:r>
            <a:r>
              <a:rPr lang="de-DE" sz="1700"/>
              <a:t>/</a:t>
            </a:r>
            <a:r>
              <a:rPr lang="de-DE" sz="1700" err="1"/>
              <a:t>peers</a:t>
            </a:r>
            <a:r>
              <a:rPr lang="de-DE" sz="1700"/>
              <a:t> 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6F764079-9F04-53FB-3DAA-20B025316132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D813B2A8-EB98-7521-ADDF-5C8D6DA29FA5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9E07A228-C501-659D-7F45-184F56C495BC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E44251B0-46FD-050C-36E4-5F06FE4B4B8D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5315A459-1505-43D9-17E6-DF040A38164C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8395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AA14C78-9CD4-B8EE-6E6F-AADD3D6E6A8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F301812-FFFC-4ADB-EA2F-A96BD15D241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2800" err="1"/>
              <a:t>Tips</a:t>
            </a:r>
            <a:r>
              <a:rPr lang="de-DE" sz="2800"/>
              <a:t> and Tricks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38499B-CC1D-1735-BBD2-D7A4174FDDEC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32013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1700"/>
              <a:t>Leuphana </a:t>
            </a:r>
            <a:r>
              <a:rPr lang="de-DE" sz="1700" err="1"/>
              <a:t>Sprachenzetrum</a:t>
            </a:r>
            <a:r>
              <a:rPr lang="de-DE" sz="1700"/>
              <a:t> </a:t>
            </a:r>
            <a:r>
              <a:rPr lang="de-DE" sz="1700" err="1"/>
              <a:t>offers</a:t>
            </a:r>
            <a:r>
              <a:rPr lang="de-DE" sz="1700"/>
              <a:t> </a:t>
            </a:r>
            <a:r>
              <a:rPr lang="de-DE" sz="1700" err="1"/>
              <a:t>free</a:t>
            </a:r>
            <a:r>
              <a:rPr lang="de-DE" sz="1700"/>
              <a:t> </a:t>
            </a:r>
            <a:r>
              <a:rPr lang="de-DE" sz="1700" err="1"/>
              <a:t>language</a:t>
            </a:r>
            <a:r>
              <a:rPr lang="de-DE" sz="1700"/>
              <a:t> </a:t>
            </a:r>
            <a:r>
              <a:rPr lang="de-DE" sz="1700" err="1"/>
              <a:t>courses</a:t>
            </a:r>
            <a:endParaRPr lang="de-DE" sz="17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,Sans-Serif" panose="05000000000000000000" pitchFamily="2" charset="2"/>
              <a:buChar char="v"/>
              <a:defRPr/>
            </a:pPr>
            <a:r>
              <a:rPr lang="de-DE" sz="1700"/>
              <a:t>English Language Café - C.5 104, </a:t>
            </a:r>
            <a:r>
              <a:rPr lang="de-DE" sz="1700" err="1"/>
              <a:t>Wednesdays</a:t>
            </a:r>
            <a:r>
              <a:rPr lang="de-DE" sz="1700"/>
              <a:t> 6 </a:t>
            </a:r>
            <a:r>
              <a:rPr lang="de-DE" sz="1700" err="1"/>
              <a:t>to</a:t>
            </a:r>
            <a:r>
              <a:rPr lang="de-DE" sz="1700"/>
              <a:t> 7 </a:t>
            </a:r>
            <a:r>
              <a:rPr lang="de-DE" sz="1700" err="1"/>
              <a:t>pm</a:t>
            </a:r>
            <a:endParaRPr lang="en-US" sz="1700" err="1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Einfügen wie auf </a:t>
            </a:r>
            <a:r>
              <a:rPr lang="de-DE" sz="2000" err="1"/>
              <a:t>mystudy</a:t>
            </a:r>
            <a:r>
              <a:rPr lang="de-DE" sz="2000"/>
              <a:t> finden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80F0AB7C-D557-3A4C-CD93-C657EF2A8526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478C8BD4-3813-8EBB-57CF-3CB710018185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314CB187-8F7F-DB08-22D6-61113069401A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E773C40E-7C99-FF2C-98D8-4B3879421913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DF21B6AC-149E-1DC7-F4C0-9B33F10FE624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4527F92-90E5-3A7A-2F0D-ED2BEFA2C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" y="2815621"/>
            <a:ext cx="8922544" cy="215332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AED1073-D4EF-3B49-7EA0-3EB8631D4890}"/>
              </a:ext>
            </a:extLst>
          </p:cNvPr>
          <p:cNvSpPr/>
          <p:nvPr/>
        </p:nvSpPr>
        <p:spPr>
          <a:xfrm>
            <a:off x="-3869" y="2817032"/>
            <a:ext cx="1228725" cy="29289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0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18C679B-986C-DECD-026B-6107DB13E62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4C9D0BD-ACD1-204F-62DE-FE33B5ACE3A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2800" err="1"/>
              <a:t>Tips</a:t>
            </a:r>
            <a:r>
              <a:rPr lang="de-DE" sz="2800"/>
              <a:t> and Tricks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EB19C0-74BB-5DAF-5928-E53622FFEA3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753434" y="1507929"/>
            <a:ext cx="5636677" cy="32013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/>
              <a:t>Find </a:t>
            </a:r>
            <a:r>
              <a:rPr lang="de-DE" sz="2000" err="1"/>
              <a:t>others</a:t>
            </a:r>
            <a:r>
              <a:rPr lang="de-DE" sz="2000" dirty="0"/>
              <a:t> </a:t>
            </a:r>
            <a:r>
              <a:rPr lang="de-DE" sz="2000" err="1"/>
              <a:t>with</a:t>
            </a:r>
            <a:r>
              <a:rPr lang="de-DE" sz="2000" dirty="0"/>
              <a:t> same </a:t>
            </a:r>
            <a:r>
              <a:rPr lang="de-DE" sz="2000" err="1"/>
              <a:t>struggle</a:t>
            </a:r>
            <a:r>
              <a:rPr lang="de-DE" sz="2000" dirty="0"/>
              <a:t> </a:t>
            </a:r>
            <a:r>
              <a:rPr lang="de-DE" sz="2000" err="1"/>
              <a:t>to</a:t>
            </a:r>
            <a:r>
              <a:rPr lang="de-DE" sz="2000" dirty="0"/>
              <a:t> </a:t>
            </a:r>
            <a:r>
              <a:rPr lang="de-DE" sz="2000" err="1"/>
              <a:t>help</a:t>
            </a:r>
            <a:r>
              <a:rPr lang="de-DE" sz="2000" dirty="0"/>
              <a:t> </a:t>
            </a:r>
            <a:r>
              <a:rPr lang="de-DE" sz="2000" err="1"/>
              <a:t>each</a:t>
            </a:r>
            <a:r>
              <a:rPr lang="de-DE" sz="2000" dirty="0"/>
              <a:t> </a:t>
            </a:r>
            <a:r>
              <a:rPr lang="de-DE" sz="2000" err="1"/>
              <a:t>other</a:t>
            </a: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/>
              <a:t>Try </a:t>
            </a:r>
            <a:r>
              <a:rPr lang="de-DE" sz="2000" err="1"/>
              <a:t>to</a:t>
            </a:r>
            <a:r>
              <a:rPr lang="de-DE" sz="2000" dirty="0"/>
              <a:t> </a:t>
            </a:r>
            <a:r>
              <a:rPr lang="de-DE" sz="2000" err="1"/>
              <a:t>learn</a:t>
            </a:r>
            <a:r>
              <a:rPr lang="de-DE" sz="2000" dirty="0"/>
              <a:t> </a:t>
            </a:r>
            <a:r>
              <a:rPr lang="de-DE" sz="2000" err="1"/>
              <a:t>specific</a:t>
            </a:r>
            <a:r>
              <a:rPr lang="de-DE" sz="2000" dirty="0"/>
              <a:t> </a:t>
            </a:r>
            <a:r>
              <a:rPr lang="de-DE" sz="2000" err="1"/>
              <a:t>vocabulary</a:t>
            </a:r>
            <a:r>
              <a:rPr lang="de-DE" sz="2000" dirty="0"/>
              <a:t>, not </a:t>
            </a:r>
            <a:r>
              <a:rPr lang="de-DE" sz="2000" err="1"/>
              <a:t>translate</a:t>
            </a:r>
            <a:r>
              <a:rPr lang="de-DE" sz="2000" dirty="0"/>
              <a:t> </a:t>
            </a:r>
            <a:r>
              <a:rPr lang="de-DE" sz="2000" err="1"/>
              <a:t>everything</a:t>
            </a:r>
            <a:r>
              <a:rPr lang="de-DE" sz="2000" dirty="0"/>
              <a:t> </a:t>
            </a:r>
            <a:r>
              <a:rPr lang="de-DE" sz="2000" err="1"/>
              <a:t>to</a:t>
            </a:r>
            <a:r>
              <a:rPr lang="de-DE" sz="2000" dirty="0"/>
              <a:t> German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/>
              <a:t>easier</a:t>
            </a:r>
            <a:r>
              <a:rPr lang="de-DE" sz="2000" dirty="0"/>
              <a:t> </a:t>
            </a:r>
            <a:r>
              <a:rPr lang="de-DE" sz="2000" err="1"/>
              <a:t>to</a:t>
            </a:r>
            <a:r>
              <a:rPr lang="de-DE" sz="2000" dirty="0"/>
              <a:t> </a:t>
            </a:r>
            <a:r>
              <a:rPr lang="de-DE" sz="2000" err="1"/>
              <a:t>look</a:t>
            </a:r>
            <a:r>
              <a:rPr lang="de-DE" sz="2000" dirty="0"/>
              <a:t> at </a:t>
            </a:r>
            <a:r>
              <a:rPr lang="de-DE" sz="2000" err="1"/>
              <a:t>slides</a:t>
            </a:r>
            <a:r>
              <a:rPr lang="de-DE" sz="2000" dirty="0"/>
              <a:t> </a:t>
            </a:r>
            <a:r>
              <a:rPr lang="de-DE" sz="2000" err="1"/>
              <a:t>than</a:t>
            </a:r>
            <a:r>
              <a:rPr lang="de-DE" sz="2000" dirty="0"/>
              <a:t> </a:t>
            </a:r>
            <a:r>
              <a:rPr lang="de-DE" sz="2000" err="1"/>
              <a:t>understanding</a:t>
            </a:r>
            <a:r>
              <a:rPr lang="de-DE" sz="2000" dirty="0"/>
              <a:t> </a:t>
            </a:r>
            <a:r>
              <a:rPr lang="de-DE" sz="2000" err="1"/>
              <a:t>everything</a:t>
            </a:r>
            <a:r>
              <a:rPr lang="de-DE" sz="2000" dirty="0"/>
              <a:t> </a:t>
            </a:r>
            <a:r>
              <a:rPr lang="de-DE" sz="2000" err="1"/>
              <a:t>that</a:t>
            </a:r>
            <a:r>
              <a:rPr lang="de-DE" sz="2000" dirty="0"/>
              <a:t> </a:t>
            </a:r>
            <a:r>
              <a:rPr lang="de-DE" sz="2000" err="1"/>
              <a:t>is</a:t>
            </a:r>
            <a:r>
              <a:rPr lang="de-DE" sz="2000" dirty="0"/>
              <a:t> </a:t>
            </a:r>
            <a:r>
              <a:rPr lang="de-DE" sz="2000" err="1"/>
              <a:t>being</a:t>
            </a:r>
            <a:r>
              <a:rPr lang="de-DE" sz="2000" dirty="0"/>
              <a:t> </a:t>
            </a:r>
            <a:r>
              <a:rPr lang="de-DE" sz="2000" err="1"/>
              <a:t>said</a:t>
            </a:r>
            <a:r>
              <a:rPr lang="de-DE" sz="2000" dirty="0"/>
              <a:t> 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/>
              <a:t>Entspannte Zweisprachigkeit </a:t>
            </a:r>
            <a:r>
              <a:rPr lang="de-DE" sz="2000" err="1"/>
              <a:t>as</a:t>
            </a:r>
            <a:r>
              <a:rPr lang="de-DE" sz="2000" dirty="0"/>
              <a:t> a </a:t>
            </a:r>
            <a:r>
              <a:rPr lang="de-DE" sz="2000" err="1"/>
              <a:t>way</a:t>
            </a:r>
            <a:r>
              <a:rPr lang="de-DE" sz="2000" dirty="0"/>
              <a:t> </a:t>
            </a:r>
            <a:r>
              <a:rPr lang="de-DE" sz="2000" err="1"/>
              <a:t>to</a:t>
            </a:r>
            <a:r>
              <a:rPr lang="de-DE" sz="2000" dirty="0"/>
              <a:t> </a:t>
            </a:r>
            <a:r>
              <a:rPr lang="de-DE" sz="2000" err="1"/>
              <a:t>communicate</a:t>
            </a:r>
            <a:r>
              <a:rPr lang="de-DE" sz="2000" dirty="0"/>
              <a:t>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51EE8023-6BE9-F9E5-29D6-980BF14D6C46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DBE849C4-3382-9E55-316A-8F7F3FE216A0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46FBC5DF-8B35-E432-16B2-89769AF59C95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D400CD6E-5B61-5A42-6B79-912A2D0BB467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A6BE65F5-9F85-B12E-943D-78C0520DA659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1484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CBF30E5-DF33-C673-FEB4-16BFB27E3F1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7FB2A7E-5A8B-E059-8691-1EE7CC22A89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2800" err="1"/>
              <a:t>Tips</a:t>
            </a:r>
            <a:r>
              <a:rPr lang="de-DE" sz="2800"/>
              <a:t> and Tricks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BA072-D90B-CB90-4630-13B7DE85CCF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32013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Find </a:t>
            </a:r>
            <a:r>
              <a:rPr lang="de-DE" sz="2000" err="1"/>
              <a:t>others</a:t>
            </a:r>
            <a:r>
              <a:rPr lang="de-DE" sz="2000"/>
              <a:t> </a:t>
            </a:r>
            <a:r>
              <a:rPr lang="de-DE" sz="2000" err="1"/>
              <a:t>with</a:t>
            </a:r>
            <a:r>
              <a:rPr lang="de-DE" sz="2000"/>
              <a:t> same </a:t>
            </a:r>
            <a:r>
              <a:rPr lang="de-DE" sz="2000" err="1"/>
              <a:t>struggle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help</a:t>
            </a:r>
            <a:r>
              <a:rPr lang="de-DE" sz="2000"/>
              <a:t> </a:t>
            </a:r>
            <a:r>
              <a:rPr lang="de-DE" sz="2000" err="1"/>
              <a:t>each</a:t>
            </a:r>
            <a:r>
              <a:rPr lang="de-DE" sz="2000"/>
              <a:t> </a:t>
            </a:r>
            <a:r>
              <a:rPr lang="de-DE" sz="2000" err="1"/>
              <a:t>other</a:t>
            </a: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Try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learn</a:t>
            </a:r>
            <a:r>
              <a:rPr lang="de-DE" sz="2000"/>
              <a:t> </a:t>
            </a:r>
            <a:r>
              <a:rPr lang="de-DE" sz="2000" err="1"/>
              <a:t>specific</a:t>
            </a:r>
            <a:r>
              <a:rPr lang="de-DE" sz="2000"/>
              <a:t> </a:t>
            </a:r>
            <a:r>
              <a:rPr lang="de-DE" sz="2000" err="1"/>
              <a:t>vocabulary</a:t>
            </a:r>
            <a:r>
              <a:rPr lang="de-DE" sz="2000"/>
              <a:t>, not </a:t>
            </a:r>
            <a:r>
              <a:rPr lang="de-DE" sz="2000" err="1"/>
              <a:t>translate</a:t>
            </a:r>
            <a:r>
              <a:rPr lang="de-DE" sz="2000"/>
              <a:t> </a:t>
            </a:r>
            <a:r>
              <a:rPr lang="de-DE" sz="2000" err="1"/>
              <a:t>everything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German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/>
              <a:t>easier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look</a:t>
            </a:r>
            <a:r>
              <a:rPr lang="de-DE" sz="2000"/>
              <a:t> at </a:t>
            </a:r>
            <a:r>
              <a:rPr lang="de-DE" sz="2000" err="1"/>
              <a:t>slides</a:t>
            </a:r>
            <a:r>
              <a:rPr lang="de-DE" sz="2000"/>
              <a:t> </a:t>
            </a:r>
            <a:r>
              <a:rPr lang="de-DE" sz="2000" err="1"/>
              <a:t>than</a:t>
            </a:r>
            <a:r>
              <a:rPr lang="de-DE" sz="2000"/>
              <a:t> </a:t>
            </a:r>
            <a:r>
              <a:rPr lang="de-DE" sz="2000" err="1"/>
              <a:t>understanding</a:t>
            </a:r>
            <a:r>
              <a:rPr lang="de-DE" sz="2000"/>
              <a:t> </a:t>
            </a:r>
            <a:r>
              <a:rPr lang="de-DE" sz="2000" err="1"/>
              <a:t>everything</a:t>
            </a:r>
            <a:r>
              <a:rPr lang="de-DE" sz="2000"/>
              <a:t> </a:t>
            </a:r>
            <a:r>
              <a:rPr lang="de-DE" sz="2000" err="1"/>
              <a:t>that</a:t>
            </a:r>
            <a:r>
              <a:rPr lang="de-DE" sz="2000"/>
              <a:t> </a:t>
            </a:r>
            <a:r>
              <a:rPr lang="de-DE" sz="2000" err="1"/>
              <a:t>is</a:t>
            </a:r>
            <a:r>
              <a:rPr lang="de-DE" sz="2000"/>
              <a:t> </a:t>
            </a:r>
            <a:r>
              <a:rPr lang="de-DE" sz="2000" err="1"/>
              <a:t>being</a:t>
            </a:r>
            <a:r>
              <a:rPr lang="de-DE" sz="2000"/>
              <a:t> </a:t>
            </a:r>
            <a:r>
              <a:rPr lang="de-DE" sz="2000" err="1"/>
              <a:t>said</a:t>
            </a:r>
            <a:r>
              <a:rPr lang="de-DE" sz="2000"/>
              <a:t>  </a:t>
            </a:r>
            <a:endParaRPr lang="de-DE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Entspannte Zweisprachigkeit </a:t>
            </a:r>
            <a:r>
              <a:rPr lang="de-DE" sz="2000" err="1"/>
              <a:t>as</a:t>
            </a:r>
            <a:r>
              <a:rPr lang="de-DE" sz="2000"/>
              <a:t> a </a:t>
            </a:r>
            <a:r>
              <a:rPr lang="de-DE" sz="2000" err="1"/>
              <a:t>way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communicate</a:t>
            </a:r>
            <a:r>
              <a:rPr lang="de-DE" sz="2000"/>
              <a:t>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6E5792A4-98CA-06FC-4E73-9B09C9EC7B75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AC250FAB-9F8E-B907-4A4E-42922CC93E57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13A44580-B2AA-C4EC-B9F6-C7809D08471D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45ECB92E-B47D-3A8C-ED29-1B08A42B8BB5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D31D73D4-29B3-997F-8F64-8877058D0340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05C50E56-7CC9-9517-5FCF-5CA1788D2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856" y="0"/>
            <a:ext cx="45862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2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68A04DD-E706-9341-BF7F-1A5A8C6E4E5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BC69603-D928-98AB-7CE9-9CB565FD84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de-DE" sz="2800" err="1"/>
              <a:t>Tips</a:t>
            </a:r>
            <a:r>
              <a:rPr lang="de-DE" sz="2800"/>
              <a:t> and Tricks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676ED1-4C91-EC35-2420-1FCCABB7AF6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753434" y="1507929"/>
            <a:ext cx="5636677" cy="32013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/>
              <a:t>Think in English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/>
              <a:t>English </a:t>
            </a:r>
            <a:r>
              <a:rPr lang="de-DE" sz="2000" dirty="0" err="1"/>
              <a:t>shows</a:t>
            </a:r>
            <a:r>
              <a:rPr lang="de-DE" sz="2000" dirty="0"/>
              <a:t>, </a:t>
            </a:r>
            <a:r>
              <a:rPr lang="de-DE" sz="2000" dirty="0" err="1"/>
              <a:t>video</a:t>
            </a:r>
            <a:r>
              <a:rPr lang="de-DE" sz="2000" dirty="0"/>
              <a:t> </a:t>
            </a:r>
            <a:r>
              <a:rPr lang="de-DE" sz="2000" dirty="0" err="1"/>
              <a:t>essays</a:t>
            </a:r>
            <a:r>
              <a:rPr lang="de-DE" sz="2000" dirty="0"/>
              <a:t>, </a:t>
            </a:r>
            <a:r>
              <a:rPr lang="de-DE" sz="2000" dirty="0" err="1"/>
              <a:t>documentaries</a:t>
            </a:r>
            <a:endParaRPr lang="de-DE" sz="2000" dirty="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/>
              <a:t>Focus on English </a:t>
            </a:r>
            <a:r>
              <a:rPr lang="de-DE" sz="2000" dirty="0" err="1"/>
              <a:t>vocabulary</a:t>
            </a:r>
            <a:r>
              <a:rPr lang="de-DE" sz="2000" dirty="0"/>
              <a:t> relevant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your</a:t>
            </a:r>
            <a:r>
              <a:rPr lang="de-DE" sz="2000" dirty="0"/>
              <a:t> </a:t>
            </a:r>
            <a:r>
              <a:rPr lang="de-DE" sz="2000" dirty="0" err="1"/>
              <a:t>field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study</a:t>
            </a:r>
            <a:endParaRPr lang="de-DE" sz="2000" dirty="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 err="1"/>
              <a:t>Practise</a:t>
            </a:r>
            <a:r>
              <a:rPr lang="de-DE" sz="2000" dirty="0"/>
              <a:t> </a:t>
            </a:r>
            <a:r>
              <a:rPr lang="de-DE" sz="2000" dirty="0" err="1"/>
              <a:t>scientific</a:t>
            </a:r>
            <a:r>
              <a:rPr lang="de-DE" sz="2000" dirty="0"/>
              <a:t>/</a:t>
            </a:r>
            <a:r>
              <a:rPr lang="de-DE" sz="2000" dirty="0" err="1"/>
              <a:t>academic</a:t>
            </a:r>
            <a:r>
              <a:rPr lang="de-DE" sz="2000" dirty="0"/>
              <a:t> </a:t>
            </a:r>
            <a:r>
              <a:rPr lang="de-DE" sz="2000" dirty="0" err="1"/>
              <a:t>formulations</a:t>
            </a:r>
            <a:r>
              <a:rPr lang="de-DE" sz="2000" dirty="0"/>
              <a:t>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r>
              <a:rPr lang="de-DE" sz="2000" dirty="0"/>
              <a:t>After </a:t>
            </a:r>
            <a:r>
              <a:rPr lang="de-DE" sz="2000" dirty="0" err="1"/>
              <a:t>reading</a:t>
            </a:r>
            <a:r>
              <a:rPr lang="de-DE" sz="2000" dirty="0"/>
              <a:t> </a:t>
            </a:r>
            <a:r>
              <a:rPr lang="de-DE" sz="2000" dirty="0" err="1"/>
              <a:t>paragraph</a:t>
            </a:r>
            <a:r>
              <a:rPr lang="de-DE" sz="2000" dirty="0"/>
              <a:t>; </a:t>
            </a:r>
            <a:r>
              <a:rPr lang="de-DE" sz="2000" dirty="0" err="1"/>
              <a:t>try</a:t>
            </a:r>
            <a:r>
              <a:rPr lang="de-DE" sz="2000" dirty="0"/>
              <a:t> </a:t>
            </a:r>
            <a:r>
              <a:rPr lang="de-DE" sz="2000" dirty="0" err="1"/>
              <a:t>understand</a:t>
            </a:r>
            <a:r>
              <a:rPr lang="de-DE" sz="2000" dirty="0"/>
              <a:t> </a:t>
            </a:r>
            <a:r>
              <a:rPr lang="de-DE" sz="2000" dirty="0" err="1"/>
              <a:t>it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your</a:t>
            </a:r>
            <a:r>
              <a:rPr lang="de-DE" sz="2000" dirty="0"/>
              <a:t> own </a:t>
            </a:r>
            <a:r>
              <a:rPr lang="de-DE" sz="2000" dirty="0" err="1"/>
              <a:t>words</a:t>
            </a:r>
            <a:endParaRPr lang="de-DE" sz="20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0A41E57F-37AC-A773-DBE6-D165585BB0D2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CC908895-56FB-C99E-CACD-65C459073934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580BCED4-80A3-C805-CDE4-8183EB9F283C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0C695D47-7E16-09BE-A9B4-A594FAECB135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84675ACD-27EA-222C-4178-3E97FD9270A1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1303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913B-9F75-07B7-298D-B3570C31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80C0-5D43-629F-5B59-D72BF02C06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95F62B-18DF-CB8A-60E1-236D30625D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BE48F3B-3994-BE74-6FB6-28FDDAC99824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F992A2-40DD-E366-7752-1238247D7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894" y="0"/>
            <a:ext cx="51242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10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38D0-31EB-43F7-C3AD-24BA814F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02" y="3239763"/>
            <a:ext cx="3722465" cy="630000"/>
          </a:xfrm>
        </p:spPr>
        <p:txBody>
          <a:bodyPr>
            <a:normAutofit/>
          </a:bodyPr>
          <a:lstStyle/>
          <a:p>
            <a:r>
              <a:rPr lang="en-US"/>
              <a:t>See you next week!</a:t>
            </a:r>
          </a:p>
        </p:txBody>
      </p:sp>
      <p:pic>
        <p:nvPicPr>
          <p:cNvPr id="5" name="Grafik 4" descr="Ein Bild, das Entwurf, Zeichnung, Clipart, Fahrzeug enthält.&#10;&#10;KI-generierte Inhalte können fehlerhaft sein.">
            <a:extLst>
              <a:ext uri="{FF2B5EF4-FFF2-40B4-BE49-F238E27FC236}">
                <a16:creationId xmlns:a16="http://schemas.microsoft.com/office/drawing/2014/main" id="{B4719C06-666C-102D-9A0D-D87100DD9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2" y="1788450"/>
            <a:ext cx="4212402" cy="27751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8C861-25AB-4787-49A7-CD0858C4F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9488" y="1102065"/>
            <a:ext cx="3722465" cy="2073966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000" b="1">
                <a:latin typeface="+mj-lt"/>
                <a:ea typeface="+mj-ea"/>
                <a:cs typeface="+mj-cs"/>
              </a:rPr>
              <a:t>Next Lightning Talk:</a:t>
            </a:r>
          </a:p>
          <a:p>
            <a:pPr marL="0" indent="0">
              <a:buNone/>
            </a:pPr>
            <a:r>
              <a:rPr lang="en-US" sz="3000" err="1">
                <a:latin typeface="+mj-lt"/>
                <a:ea typeface="+mj-ea"/>
                <a:cs typeface="+mj-cs"/>
              </a:rPr>
              <a:t>Timemanagement</a:t>
            </a:r>
            <a:endParaRPr lang="en-US" err="1"/>
          </a:p>
          <a:p>
            <a:pPr marL="0" indent="0">
              <a:buNone/>
            </a:pPr>
            <a:r>
              <a:rPr lang="en-US" sz="3000">
                <a:latin typeface="+mj-lt"/>
                <a:ea typeface="+mj-ea"/>
                <a:cs typeface="+mj-cs"/>
              </a:rPr>
              <a:t>12.11 14:15 HS 1</a:t>
            </a:r>
          </a:p>
        </p:txBody>
      </p:sp>
    </p:spTree>
    <p:extLst>
      <p:ext uri="{BB962C8B-B14F-4D97-AF65-F5344CB8AC3E}">
        <p14:creationId xmlns:p14="http://schemas.microsoft.com/office/powerpoint/2010/main" val="128949857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4d299c-5010-4321-b642-613c40d795bb" xsi:nil="true"/>
    <lcf76f155ced4ddcb4097134ff3c332f xmlns="e0647eb4-fdd8-4a76-905c-ef029484ffc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10" ma:contentTypeDescription="Ein neues Dokument erstellen." ma:contentTypeScope="" ma:versionID="4601b18eedacff0bd71a5674374c5bf8">
  <xsd:schema xmlns:xsd="http://www.w3.org/2001/XMLSchema" xmlns:xs="http://www.w3.org/2001/XMLSchema" xmlns:p="http://schemas.microsoft.com/office/2006/metadata/properties" xmlns:ns2="e0647eb4-fdd8-4a76-905c-ef029484ffcd" xmlns:ns3="884d299c-5010-4321-b642-613c40d795bb" targetNamespace="http://schemas.microsoft.com/office/2006/metadata/properties" ma:root="true" ma:fieldsID="5a4c1d1d0483674b7cb723cbb66edba9" ns2:_="" ns3:_="">
    <xsd:import namespace="e0647eb4-fdd8-4a76-905c-ef029484ffcd"/>
    <xsd:import namespace="884d299c-5010-4321-b642-613c40d79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7ba07055-5ffd-4acb-bc18-97989f07b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4d299c-5010-4321-b642-613c40d795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b4c1be4-22e4-443a-8f9b-7129b2e79c72}" ma:internalName="TaxCatchAll" ma:showField="CatchAllData" ma:web="884d299c-5010-4321-b642-613c40d795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39C8F8-E41B-4391-BECA-F212BD4FD405}">
  <ds:schemaRefs>
    <ds:schemaRef ds:uri="884d299c-5010-4321-b642-613c40d795bb"/>
    <ds:schemaRef ds:uri="e0647eb4-fdd8-4a76-905c-ef029484ff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24463CC-89C8-4E8A-B307-E0FB43975B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647eb4-fdd8-4a76-905c-ef029484ffcd"/>
    <ds:schemaRef ds:uri="884d299c-5010-4321-b642-613c40d795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7944E6-0128-48CE-9C88-06C685DE1F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Bildschirmpräsentation (16:9)</PresentationFormat>
  <Slides>12</Slides>
  <Notes>12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Benutzerdefiniertes Design</vt:lpstr>
      <vt:lpstr>WELCOME TO THE LEUPHANA TUTORIUM!</vt:lpstr>
      <vt:lpstr>PowerPoint-Präsentation</vt:lpstr>
      <vt:lpstr>Survey</vt:lpstr>
      <vt:lpstr>Internationality at Leuphana</vt:lpstr>
      <vt:lpstr>English during your Studies</vt:lpstr>
      <vt:lpstr>Personal Experience</vt:lpstr>
      <vt:lpstr>Tips and Tricks</vt:lpstr>
      <vt:lpstr>Tips and Tricks</vt:lpstr>
      <vt:lpstr>Tips and Tricks</vt:lpstr>
      <vt:lpstr>Tips and Tricks</vt:lpstr>
      <vt:lpstr>PowerPoint-Präsentation</vt:lpstr>
      <vt:lpstr>See you next week!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Mai Huong Crämer</dc:creator>
  <cp:keywords>, docId:055957278F8692A8D5317F9593042DCD</cp:keywords>
  <dc:description/>
  <cp:revision>27</cp:revision>
  <dcterms:modified xsi:type="dcterms:W3CDTF">2025-11-04T10:28:31Z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  <property fmtid="{D5CDD505-2E9C-101B-9397-08002B2CF9AE}" pid="3" name="MediaServiceImageTags">
    <vt:lpwstr/>
  </property>
</Properties>
</file>