
<file path=[Content_Types].xml><?xml version="1.0" encoding="utf-8"?>
<Types xmlns="http://schemas.openxmlformats.org/package/2006/content-types">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4"/>
  </p:sldMasterIdLst>
  <p:notesMasterIdLst>
    <p:notesMasterId r:id="rId15"/>
  </p:notesMasterIdLst>
  <p:sldIdLst>
    <p:sldId id="256" r:id="rId5"/>
    <p:sldId id="257" r:id="rId6"/>
    <p:sldId id="272" r:id="rId7"/>
    <p:sldId id="263" r:id="rId8"/>
    <p:sldId id="273" r:id="rId9"/>
    <p:sldId id="274" r:id="rId10"/>
    <p:sldId id="275" r:id="rId11"/>
    <p:sldId id="276" r:id="rId12"/>
    <p:sldId id="277" r:id="rId13"/>
    <p:sldId id="279" r:id="rId14"/>
  </p:sldIdLst>
  <p:sldSz cx="18288000" cy="10287000"/>
  <p:notesSz cx="6858000" cy="9144000"/>
  <p:defaultTextStyle>
    <a:defPPr>
      <a:defRPr lang="en-US"/>
    </a:defPPr>
    <a:lvl1pPr marL="0" algn="l" defTabSz="914400">
      <a:defRPr sz="1800">
        <a:solidFill>
          <a:schemeClr val="tx1"/>
        </a:solidFill>
        <a:latin typeface="+mn-lt"/>
        <a:ea typeface="+mn-ea"/>
        <a:cs typeface="+mn-cs"/>
      </a:defRPr>
    </a:lvl1pPr>
    <a:lvl2pPr marL="457200" algn="l" defTabSz="914400">
      <a:defRPr sz="1800">
        <a:solidFill>
          <a:schemeClr val="tx1"/>
        </a:solidFill>
        <a:latin typeface="+mn-lt"/>
        <a:ea typeface="+mn-ea"/>
        <a:cs typeface="+mn-cs"/>
      </a:defRPr>
    </a:lvl2pPr>
    <a:lvl3pPr marL="914400" algn="l" defTabSz="914400">
      <a:defRPr sz="1800">
        <a:solidFill>
          <a:schemeClr val="tx1"/>
        </a:solidFill>
        <a:latin typeface="+mn-lt"/>
        <a:ea typeface="+mn-ea"/>
        <a:cs typeface="+mn-cs"/>
      </a:defRPr>
    </a:lvl3pPr>
    <a:lvl4pPr marL="1371600" algn="l" defTabSz="914400">
      <a:defRPr sz="1800">
        <a:solidFill>
          <a:schemeClr val="tx1"/>
        </a:solidFill>
        <a:latin typeface="+mn-lt"/>
        <a:ea typeface="+mn-ea"/>
        <a:cs typeface="+mn-cs"/>
      </a:defRPr>
    </a:lvl4pPr>
    <a:lvl5pPr marL="1828800" algn="l" defTabSz="914400">
      <a:defRPr sz="1800">
        <a:solidFill>
          <a:schemeClr val="tx1"/>
        </a:solidFill>
        <a:latin typeface="+mn-lt"/>
        <a:ea typeface="+mn-ea"/>
        <a:cs typeface="+mn-cs"/>
      </a:defRPr>
    </a:lvl5pPr>
    <a:lvl6pPr marL="2286000" algn="l" defTabSz="914400">
      <a:defRPr sz="1800">
        <a:solidFill>
          <a:schemeClr val="tx1"/>
        </a:solidFill>
        <a:latin typeface="+mn-lt"/>
        <a:ea typeface="+mn-ea"/>
        <a:cs typeface="+mn-cs"/>
      </a:defRPr>
    </a:lvl6pPr>
    <a:lvl7pPr marL="2743200" algn="l" defTabSz="914400">
      <a:defRPr sz="1800">
        <a:solidFill>
          <a:schemeClr val="tx1"/>
        </a:solidFill>
        <a:latin typeface="+mn-lt"/>
        <a:ea typeface="+mn-ea"/>
        <a:cs typeface="+mn-cs"/>
      </a:defRPr>
    </a:lvl7pPr>
    <a:lvl8pPr marL="3200400" algn="l" defTabSz="914400">
      <a:defRPr sz="1800">
        <a:solidFill>
          <a:schemeClr val="tx1"/>
        </a:solidFill>
        <a:latin typeface="+mn-lt"/>
        <a:ea typeface="+mn-ea"/>
        <a:cs typeface="+mn-cs"/>
      </a:defRPr>
    </a:lvl8pPr>
    <a:lvl9pPr marL="3657600" algn="l" defTabSz="914400">
      <a:defRPr sz="18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69EF8F37-1144-4FBD-A913-FE8CA0A488DB}" v="4" dt="2024-11-15T17:58:49.439"/>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10"/>
    <p:restoredTop sz="88784" autoAdjust="0"/>
  </p:normalViewPr>
  <p:slideViewPr>
    <p:cSldViewPr>
      <p:cViewPr varScale="1">
        <p:scale>
          <a:sx n="94" d="100"/>
          <a:sy n="94" d="100"/>
        </p:scale>
        <p:origin x="882" y="96"/>
      </p:cViewPr>
      <p:guideLst>
        <p:guide orient="horz" pos="2160"/>
        <p:guide pos="2880"/>
      </p:guideLst>
    </p:cSldViewPr>
  </p:slideViewPr>
  <p:notesTextViewPr>
    <p:cViewPr>
      <p:scale>
        <a:sx n="75" d="100"/>
        <a:sy n="75"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theme" Target="theme/theme1.xml"/><Relationship Id="rId3" Type="http://schemas.openxmlformats.org/officeDocument/2006/relationships/customXml" Target="../customXml/item3.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viewProps" Target="viewProps.xml"/><Relationship Id="rId2" Type="http://schemas.openxmlformats.org/officeDocument/2006/relationships/customXml" Target="../customXml/item2.xml"/><Relationship Id="rId16" Type="http://schemas.openxmlformats.org/officeDocument/2006/relationships/presProps" Target="presProps.xml"/><Relationship Id="rId20" Type="http://schemas.microsoft.com/office/2015/10/relationships/revisionInfo" Target="revisionInfo.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5" Type="http://schemas.openxmlformats.org/officeDocument/2006/relationships/slide" Target="slides/slide1.xml"/><Relationship Id="rId15" Type="http://schemas.openxmlformats.org/officeDocument/2006/relationships/notesMaster" Target="notesMasters/notesMaster1.xml"/><Relationship Id="rId10" Type="http://schemas.openxmlformats.org/officeDocument/2006/relationships/slide" Target="slides/slide6.xml"/><Relationship Id="rId19"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bwMode="auto">
        <a:xfrm>
          <a:off x="0" y="0"/>
          <a:ext cx="0" cy="0"/>
          <a:chOff x="0" y="0"/>
          <a:chExt cx="0" cy="0"/>
        </a:xfrm>
      </p:grpSpPr>
      <p:sp>
        <p:nvSpPr>
          <p:cNvPr id="2" name="Kopfzeilenplatzhalter 1"/>
          <p:cNvSpPr>
            <a:spLocks noGrp="1"/>
          </p:cNvSpPr>
          <p:nvPr>
            <p:ph type="hdr" sz="quarter"/>
          </p:nvPr>
        </p:nvSpPr>
        <p:spPr bwMode="auto">
          <a:xfrm>
            <a:off x="0" y="0"/>
            <a:ext cx="2971800" cy="458788"/>
          </a:xfrm>
          <a:prstGeom prst="rect">
            <a:avLst/>
          </a:prstGeom>
        </p:spPr>
        <p:txBody>
          <a:bodyPr vert="horz" lIns="91440" tIns="45720" rIns="91440" bIns="45720" rtlCol="0"/>
          <a:lstStyle>
            <a:lvl1pPr algn="l">
              <a:defRPr sz="1200"/>
            </a:lvl1pPr>
          </a:lstStyle>
          <a:p>
            <a:pPr>
              <a:defRPr/>
            </a:pPr>
            <a:endParaRPr lang="de-DE"/>
          </a:p>
        </p:txBody>
      </p:sp>
      <p:sp>
        <p:nvSpPr>
          <p:cNvPr id="3" name="Datumsplatzhalter 2"/>
          <p:cNvSpPr>
            <a:spLocks noGrp="1"/>
          </p:cNvSpPr>
          <p:nvPr>
            <p:ph type="dt" idx="1"/>
          </p:nvPr>
        </p:nvSpPr>
        <p:spPr bwMode="auto">
          <a:xfrm>
            <a:off x="3884613" y="0"/>
            <a:ext cx="2971800" cy="458788"/>
          </a:xfrm>
          <a:prstGeom prst="rect">
            <a:avLst/>
          </a:prstGeom>
        </p:spPr>
        <p:txBody>
          <a:bodyPr vert="horz" lIns="91440" tIns="45720" rIns="91440" bIns="45720" rtlCol="0"/>
          <a:lstStyle>
            <a:lvl1pPr algn="r">
              <a:defRPr sz="1200"/>
            </a:lvl1pPr>
          </a:lstStyle>
          <a:p>
            <a:pPr>
              <a:defRPr/>
            </a:pPr>
            <a:fld id="{4E8AB545-A7A2-C64E-BEC8-51F178C6B1AA}" type="datetimeFigureOut">
              <a:rPr lang="de-DE"/>
              <a:t>22.06.2026</a:t>
            </a:fld>
            <a:endParaRPr lang="de-DE"/>
          </a:p>
        </p:txBody>
      </p:sp>
      <p:sp>
        <p:nvSpPr>
          <p:cNvPr id="4" name="Folienbildplatzhalter 3"/>
          <p:cNvSpPr>
            <a:spLocks noGrp="1" noRot="1" noChangeAspect="1"/>
          </p:cNvSpPr>
          <p:nvPr>
            <p:ph type="sldImg" idx="2"/>
          </p:nvPr>
        </p:nvSpPr>
        <p:spPr bwMode="auto">
          <a:xfrm>
            <a:off x="685800" y="1143000"/>
            <a:ext cx="5486400" cy="3086100"/>
          </a:xfrm>
          <a:prstGeom prst="rect">
            <a:avLst/>
          </a:prstGeom>
          <a:noFill/>
          <a:ln w="12700">
            <a:solidFill>
              <a:prstClr val="black"/>
            </a:solidFill>
          </a:ln>
        </p:spPr>
        <p:txBody>
          <a:bodyPr vert="horz" lIns="91440" tIns="45720" rIns="91440" bIns="45720" rtlCol="0" anchor="ctr"/>
          <a:lstStyle/>
          <a:p>
            <a:pPr>
              <a:defRPr/>
            </a:pPr>
            <a:endParaRPr lang="de-DE"/>
          </a:p>
        </p:txBody>
      </p:sp>
      <p:sp>
        <p:nvSpPr>
          <p:cNvPr id="5" name="Notizenplatzhalter 4"/>
          <p:cNvSpPr>
            <a:spLocks noGrp="1"/>
          </p:cNvSpPr>
          <p:nvPr>
            <p:ph type="body" sz="quarter" idx="3"/>
          </p:nvPr>
        </p:nvSpPr>
        <p:spPr bwMode="auto">
          <a:xfrm>
            <a:off x="685800" y="4400550"/>
            <a:ext cx="5486400" cy="3600450"/>
          </a:xfrm>
          <a:prstGeom prst="rect">
            <a:avLst/>
          </a:prstGeom>
        </p:spPr>
        <p:txBody>
          <a:bodyPr vert="horz" lIns="91440" tIns="45720" rIns="91440" bIns="45720" rtlCol="0"/>
          <a:lstStyle/>
          <a:p>
            <a:pPr lvl="0">
              <a:defRPr/>
            </a:pPr>
            <a:r>
              <a:rPr lang="de-DE"/>
              <a:t>Edit master text format</a:t>
            </a:r>
            <a:endParaRPr/>
          </a:p>
          <a:p>
            <a:pPr lvl="1">
              <a:defRPr/>
            </a:pPr>
            <a:r>
              <a:rPr lang="de-DE"/>
              <a:t>Second level</a:t>
            </a:r>
            <a:endParaRPr/>
          </a:p>
          <a:p>
            <a:pPr lvl="2">
              <a:defRPr/>
            </a:pPr>
            <a:r>
              <a:rPr lang="de-DE"/>
              <a:t>Third level</a:t>
            </a:r>
            <a:endParaRPr/>
          </a:p>
          <a:p>
            <a:pPr lvl="3">
              <a:defRPr/>
            </a:pPr>
            <a:r>
              <a:rPr lang="de-DE"/>
              <a:t>Fourth level</a:t>
            </a:r>
            <a:endParaRPr/>
          </a:p>
          <a:p>
            <a:pPr lvl="4">
              <a:defRPr/>
            </a:pPr>
            <a:r>
              <a:rPr lang="de-DE"/>
              <a:t>Fifth level</a:t>
            </a:r>
            <a:endParaRPr/>
          </a:p>
        </p:txBody>
      </p:sp>
      <p:sp>
        <p:nvSpPr>
          <p:cNvPr id="6" name="Fußzeilenplatzhalter 5"/>
          <p:cNvSpPr>
            <a:spLocks noGrp="1"/>
          </p:cNvSpPr>
          <p:nvPr>
            <p:ph type="ftr" sz="quarter" idx="4"/>
          </p:nvPr>
        </p:nvSpPr>
        <p:spPr bwMode="auto">
          <a:xfrm>
            <a:off x="0" y="8685213"/>
            <a:ext cx="2971800" cy="458787"/>
          </a:xfrm>
          <a:prstGeom prst="rect">
            <a:avLst/>
          </a:prstGeom>
        </p:spPr>
        <p:txBody>
          <a:bodyPr vert="horz" lIns="91440" tIns="45720" rIns="91440" bIns="45720" rtlCol="0" anchor="b"/>
          <a:lstStyle>
            <a:lvl1pPr algn="l">
              <a:defRPr sz="1200"/>
            </a:lvl1pPr>
          </a:lstStyle>
          <a:p>
            <a:pPr>
              <a:defRPr/>
            </a:pPr>
            <a:endParaRPr lang="de-DE"/>
          </a:p>
        </p:txBody>
      </p:sp>
      <p:sp>
        <p:nvSpPr>
          <p:cNvPr id="7" name="Foliennummernplatzhalter 6"/>
          <p:cNvSpPr>
            <a:spLocks noGrp="1"/>
          </p:cNvSpPr>
          <p:nvPr>
            <p:ph type="sldNum" sz="quarter" idx="5"/>
          </p:nvPr>
        </p:nvSpPr>
        <p:spPr bwMode="auto">
          <a:xfrm>
            <a:off x="3884613" y="8685213"/>
            <a:ext cx="2971800" cy="458787"/>
          </a:xfrm>
          <a:prstGeom prst="rect">
            <a:avLst/>
          </a:prstGeom>
        </p:spPr>
        <p:txBody>
          <a:bodyPr vert="horz" lIns="91440" tIns="45720" rIns="91440" bIns="45720" rtlCol="0" anchor="b"/>
          <a:lstStyle>
            <a:lvl1pPr algn="r">
              <a:defRPr sz="1200"/>
            </a:lvl1pPr>
          </a:lstStyle>
          <a:p>
            <a:pPr>
              <a:defRPr/>
            </a:pPr>
            <a:fld id="{91C7837A-BE0C-8E44-AC6E-3BD867A160FB}" type="slidenum">
              <a:rPr lang="de-DE"/>
              <a:t>‹Nr.›</a:t>
            </a:fld>
            <a:endParaRPr lang="de-DE"/>
          </a:p>
        </p:txBody>
      </p:sp>
    </p:spTree>
  </p:cSld>
  <p:clrMap bg1="lt1" tx1="dk1" bg2="lt2" tx2="dk2" accent1="accent1" accent2="accent2" accent3="accent3" accent4="accent4" accent5="accent5" accent6="accent6" hlink="hlink" folHlink="folHlink"/>
  <p:notesStyle>
    <a:lvl1pPr marL="0" algn="l" defTabSz="914400">
      <a:defRPr sz="1200">
        <a:solidFill>
          <a:schemeClr val="tx1"/>
        </a:solidFill>
        <a:latin typeface="+mn-lt"/>
        <a:ea typeface="+mn-ea"/>
        <a:cs typeface="+mn-cs"/>
      </a:defRPr>
    </a:lvl1pPr>
    <a:lvl2pPr marL="457200" algn="l" defTabSz="914400">
      <a:defRPr sz="1200">
        <a:solidFill>
          <a:schemeClr val="tx1"/>
        </a:solidFill>
        <a:latin typeface="+mn-lt"/>
        <a:ea typeface="+mn-ea"/>
        <a:cs typeface="+mn-cs"/>
      </a:defRPr>
    </a:lvl2pPr>
    <a:lvl3pPr marL="914400" algn="l" defTabSz="914400">
      <a:defRPr sz="1200">
        <a:solidFill>
          <a:schemeClr val="tx1"/>
        </a:solidFill>
        <a:latin typeface="+mn-lt"/>
        <a:ea typeface="+mn-ea"/>
        <a:cs typeface="+mn-cs"/>
      </a:defRPr>
    </a:lvl3pPr>
    <a:lvl4pPr marL="1371600" algn="l" defTabSz="914400">
      <a:defRPr sz="1200">
        <a:solidFill>
          <a:schemeClr val="tx1"/>
        </a:solidFill>
        <a:latin typeface="+mn-lt"/>
        <a:ea typeface="+mn-ea"/>
        <a:cs typeface="+mn-cs"/>
      </a:defRPr>
    </a:lvl4pPr>
    <a:lvl5pPr marL="1828800" algn="l" defTabSz="914400">
      <a:defRPr sz="1200">
        <a:solidFill>
          <a:schemeClr val="tx1"/>
        </a:solidFill>
        <a:latin typeface="+mn-lt"/>
        <a:ea typeface="+mn-ea"/>
        <a:cs typeface="+mn-cs"/>
      </a:defRPr>
    </a:lvl5pPr>
    <a:lvl6pPr marL="2286000" algn="l" defTabSz="914400">
      <a:defRPr sz="1200">
        <a:solidFill>
          <a:schemeClr val="tx1"/>
        </a:solidFill>
        <a:latin typeface="+mn-lt"/>
        <a:ea typeface="+mn-ea"/>
        <a:cs typeface="+mn-cs"/>
      </a:defRPr>
    </a:lvl6pPr>
    <a:lvl7pPr marL="2743200" algn="l" defTabSz="914400">
      <a:defRPr sz="1200">
        <a:solidFill>
          <a:schemeClr val="tx1"/>
        </a:solidFill>
        <a:latin typeface="+mn-lt"/>
        <a:ea typeface="+mn-ea"/>
        <a:cs typeface="+mn-cs"/>
      </a:defRPr>
    </a:lvl7pPr>
    <a:lvl8pPr marL="3200400" algn="l" defTabSz="914400">
      <a:defRPr sz="1200">
        <a:solidFill>
          <a:schemeClr val="tx1"/>
        </a:solidFill>
        <a:latin typeface="+mn-lt"/>
        <a:ea typeface="+mn-ea"/>
        <a:cs typeface="+mn-cs"/>
      </a:defRPr>
    </a:lvl8pPr>
    <a:lvl9pPr marL="3657600" algn="l" defTabSz="914400">
      <a:defRPr sz="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3" Type="http://schemas.openxmlformats.org/officeDocument/2006/relationships/hyperlink" Target="https://www.scribbr.com/methodology/dedutive-reasoning/" TargetMode="External"/><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bwMode="auto">
        <a:xfrm>
          <a:off x="0" y="0"/>
          <a:ext cx="0" cy="0"/>
          <a:chOff x="0" y="0"/>
          <a:chExt cx="0" cy="0"/>
        </a:xfrm>
      </p:grpSpPr>
      <p:sp>
        <p:nvSpPr>
          <p:cNvPr id="2" name="Slide Image Placeholder 1"/>
          <p:cNvSpPr>
            <a:spLocks noGrp="1" noRot="1" noChangeAspect="1"/>
          </p:cNvSpPr>
          <p:nvPr>
            <p:ph type="sldImg"/>
          </p:nvPr>
        </p:nvSpPr>
        <p:spPr bwMode="auto"/>
      </p:sp>
      <p:sp>
        <p:nvSpPr>
          <p:cNvPr id="3" name="Notes Placeholder 2"/>
          <p:cNvSpPr>
            <a:spLocks noGrp="1"/>
          </p:cNvSpPr>
          <p:nvPr>
            <p:ph type="body" idx="1"/>
          </p:nvPr>
        </p:nvSpPr>
        <p:spPr bwMode="auto"/>
        <p:txBody>
          <a:bodyPr/>
          <a:lstStyle/>
          <a:p>
            <a:pPr>
              <a:defRPr/>
            </a:pPr>
            <a:endParaRPr dirty="0"/>
          </a:p>
        </p:txBody>
      </p:sp>
      <p:sp>
        <p:nvSpPr>
          <p:cNvPr id="4" name="Slide Number Placeholder 3"/>
          <p:cNvSpPr>
            <a:spLocks noGrp="1"/>
          </p:cNvSpPr>
          <p:nvPr>
            <p:ph type="sldNum" sz="quarter" idx="10"/>
          </p:nvPr>
        </p:nvSpPr>
        <p:spPr bwMode="auto"/>
        <p:txBody>
          <a:bodyPr/>
          <a:lstStyle/>
          <a:p>
            <a:pPr>
              <a:defRPr/>
            </a:pPr>
            <a:fld id="{19F92545-A449-DB66-AD86-B8829FA33A24}" type="slidenum">
              <a:rPr/>
              <a:t>1</a:t>
            </a:fld>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bwMode="auto">
        <a:xfrm>
          <a:off x="0" y="0"/>
          <a:ext cx="0" cy="0"/>
          <a:chOff x="0" y="0"/>
          <a:chExt cx="0" cy="0"/>
        </a:xfrm>
      </p:grpSpPr>
      <p:sp>
        <p:nvSpPr>
          <p:cNvPr id="2" name="Slide Image Placeholder 1"/>
          <p:cNvSpPr>
            <a:spLocks noGrp="1" noRot="1" noChangeAspect="1"/>
          </p:cNvSpPr>
          <p:nvPr>
            <p:ph type="sldImg"/>
          </p:nvPr>
        </p:nvSpPr>
        <p:spPr bwMode="auto"/>
      </p:sp>
      <p:sp>
        <p:nvSpPr>
          <p:cNvPr id="3" name="Notes Placeholder 2"/>
          <p:cNvSpPr>
            <a:spLocks noGrp="1"/>
          </p:cNvSpPr>
          <p:nvPr>
            <p:ph type="body" idx="1"/>
          </p:nvPr>
        </p:nvSpPr>
        <p:spPr bwMode="auto"/>
        <p:txBody>
          <a:bodyPr/>
          <a:lstStyle/>
          <a:p>
            <a:pPr marL="171450" indent="-171450">
              <a:buFont typeface="Arial" panose="020B0604020202020204" pitchFamily="34" charset="0"/>
              <a:buChar char="•"/>
              <a:defRPr/>
            </a:pPr>
            <a:r>
              <a:rPr lang="de-DE" dirty="0"/>
              <a:t>Here you can introduce the students to the topic of the presentation.</a:t>
            </a:r>
          </a:p>
          <a:p>
            <a:pPr marL="171450" indent="-171450">
              <a:buFont typeface="Arial" panose="020B0604020202020204" pitchFamily="34" charset="0"/>
              <a:buChar char="•"/>
              <a:defRPr/>
            </a:pPr>
            <a:r>
              <a:rPr lang="de-DE" dirty="0"/>
              <a:t>The aim is to provide an overview of argumentation in academic texts and the use of literature in writing.</a:t>
            </a:r>
          </a:p>
          <a:p>
            <a:pPr marL="171450" indent="-171450">
              <a:buFont typeface="Arial" panose="020B0604020202020204" pitchFamily="34" charset="0"/>
              <a:buChar char="•"/>
              <a:defRPr/>
            </a:pPr>
            <a:r>
              <a:rPr lang="de-DE" dirty="0"/>
              <a:t>How can we argue in our assignments and how can we deal with the arguments of other texts?</a:t>
            </a:r>
          </a:p>
          <a:p>
            <a:pPr>
              <a:defRPr/>
            </a:pPr>
            <a:endParaRPr dirty="0"/>
          </a:p>
        </p:txBody>
      </p:sp>
      <p:sp>
        <p:nvSpPr>
          <p:cNvPr id="4" name="Slide Number Placeholder 3"/>
          <p:cNvSpPr>
            <a:spLocks noGrp="1"/>
          </p:cNvSpPr>
          <p:nvPr>
            <p:ph type="sldNum" sz="quarter" idx="10"/>
          </p:nvPr>
        </p:nvSpPr>
        <p:spPr bwMode="auto"/>
        <p:txBody>
          <a:bodyPr/>
          <a:lstStyle/>
          <a:p>
            <a:pPr>
              <a:defRPr/>
            </a:pPr>
            <a:fld id="{E728B066-5110-A3C5-54B0-06711937EB16}" type="slidenum">
              <a:rPr/>
              <a:t>2</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bwMode="auto">
        <a:xfrm>
          <a:off x="0" y="0"/>
          <a:ext cx="0" cy="0"/>
          <a:chOff x="0" y="0"/>
          <a:chExt cx="0" cy="0"/>
        </a:xfrm>
      </p:grpSpPr>
      <p:sp>
        <p:nvSpPr>
          <p:cNvPr id="2" name="Slide Image Placeholder 1"/>
          <p:cNvSpPr>
            <a:spLocks noGrp="1" noRot="1" noChangeAspect="1"/>
          </p:cNvSpPr>
          <p:nvPr>
            <p:ph type="sldImg"/>
          </p:nvPr>
        </p:nvSpPr>
        <p:spPr bwMode="auto"/>
      </p:sp>
      <p:sp>
        <p:nvSpPr>
          <p:cNvPr id="3" name="Notes Placeholder 2"/>
          <p:cNvSpPr>
            <a:spLocks noGrp="1"/>
          </p:cNvSpPr>
          <p:nvPr>
            <p:ph type="body" idx="1"/>
          </p:nvPr>
        </p:nvSpPr>
        <p:spPr bwMode="auto"/>
        <p:txBody>
          <a:bodyPr/>
          <a:lstStyle/>
          <a:p>
            <a:pPr>
              <a:defRPr/>
            </a:pPr>
            <a:r>
              <a:rPr lang="de-DE" dirty="0"/>
              <a:t>What is an argument? On this slide you will find a definition of the term "argument" that you can use to discuss the topic with the students.</a:t>
            </a:r>
          </a:p>
          <a:p>
            <a:pPr>
              <a:defRPr/>
            </a:pPr>
            <a:r>
              <a:rPr lang="de-DE" dirty="0"/>
              <a:t>You can also find more ideas on how to address the topic in the Writing Center's "</a:t>
            </a:r>
            <a:r>
              <a:rPr lang="de-DE" dirty="0" err="1"/>
              <a:t>How To </a:t>
            </a:r>
            <a:r>
              <a:rPr lang="de-DE" dirty="0"/>
              <a:t>Argumentation" document. </a:t>
            </a:r>
          </a:p>
          <a:p>
            <a:pPr>
              <a:defRPr/>
            </a:pPr>
            <a:r>
              <a:rPr lang="de-DE" dirty="0"/>
              <a:t>Arguments essentially consist of three parts: </a:t>
            </a:r>
          </a:p>
          <a:p>
            <a:pPr marL="457200" indent="-317500">
              <a:buFontTx/>
              <a:buChar char="-"/>
              <a:defRPr/>
            </a:pPr>
            <a:r>
              <a:rPr lang="de-DE" dirty="0"/>
              <a:t>Claim;</a:t>
            </a:r>
          </a:p>
          <a:p>
            <a:pPr marL="457200" indent="-317500">
              <a:buFontTx/>
              <a:buChar char="-"/>
              <a:defRPr/>
            </a:pPr>
            <a:r>
              <a:rPr lang="de-DE" dirty="0"/>
              <a:t>Reasons;</a:t>
            </a:r>
          </a:p>
          <a:p>
            <a:pPr marL="457200" indent="-317500">
              <a:buFontTx/>
              <a:buChar char="-"/>
              <a:defRPr/>
            </a:pPr>
            <a:r>
              <a:rPr lang="de-DE" dirty="0"/>
              <a:t>and an example (Writing Center - </a:t>
            </a:r>
            <a:r>
              <a:rPr lang="de-DE" dirty="0" err="1"/>
              <a:t>How To </a:t>
            </a:r>
            <a:r>
              <a:rPr lang="de-DE" dirty="0"/>
              <a:t>Argumentation).</a:t>
            </a:r>
          </a:p>
          <a:p>
            <a:pPr marL="457200" indent="-317500">
              <a:buFontTx/>
              <a:buChar char="-"/>
              <a:defRPr/>
            </a:pPr>
            <a:r>
              <a:rPr lang="de-DE" dirty="0"/>
              <a:t>We have also introduced the concept of logic as an introduction to the concepts of deduction, induction and abduction on the next slide. </a:t>
            </a:r>
          </a:p>
          <a:p>
            <a:pPr marL="457200" indent="-317500">
              <a:buFontTx/>
              <a:buChar char="-"/>
              <a:defRPr/>
            </a:pPr>
            <a:r>
              <a:rPr lang="de-DE" dirty="0"/>
              <a:t>Logic is important for building arguments and evaluating them.</a:t>
            </a:r>
          </a:p>
        </p:txBody>
      </p:sp>
      <p:sp>
        <p:nvSpPr>
          <p:cNvPr id="4" name="Slide Number Placeholder 3"/>
          <p:cNvSpPr>
            <a:spLocks noGrp="1"/>
          </p:cNvSpPr>
          <p:nvPr>
            <p:ph type="sldNum" sz="quarter" idx="10"/>
          </p:nvPr>
        </p:nvSpPr>
        <p:spPr bwMode="auto"/>
        <p:txBody>
          <a:bodyPr/>
          <a:lstStyle/>
          <a:p>
            <a:pPr>
              <a:defRPr/>
            </a:pPr>
            <a:fld id="{7471B3FE-3E19-9699-2082-F0DE2FB8F64F}" type="slidenum">
              <a:rPr/>
              <a:t>3</a:t>
            </a:fld>
            <a:endParaRPr/>
          </a:p>
        </p:txBody>
      </p:sp>
    </p:spTree>
    <p:extLst>
      <p:ext uri="{BB962C8B-B14F-4D97-AF65-F5344CB8AC3E}">
        <p14:creationId xmlns:p14="http://schemas.microsoft.com/office/powerpoint/2010/main" val="348186941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bwMode="auto">
        <a:xfrm>
          <a:off x="0" y="0"/>
          <a:ext cx="0" cy="0"/>
          <a:chOff x="0" y="0"/>
          <a:chExt cx="0" cy="0"/>
        </a:xfrm>
      </p:grpSpPr>
      <p:sp>
        <p:nvSpPr>
          <p:cNvPr id="2" name="Slide Image Placeholder 1"/>
          <p:cNvSpPr>
            <a:spLocks noGrp="1" noRot="1" noChangeAspect="1"/>
          </p:cNvSpPr>
          <p:nvPr>
            <p:ph type="sldImg"/>
          </p:nvPr>
        </p:nvSpPr>
        <p:spPr bwMode="auto"/>
      </p:sp>
      <p:sp>
        <p:nvSpPr>
          <p:cNvPr id="3" name="Notes Placeholder 2"/>
          <p:cNvSpPr>
            <a:spLocks noGrp="1"/>
          </p:cNvSpPr>
          <p:nvPr>
            <p:ph type="body" idx="1"/>
          </p:nvPr>
        </p:nvSpPr>
        <p:spPr bwMode="auto"/>
        <p:txBody>
          <a:bodyPr/>
          <a:lstStyle/>
          <a:p>
            <a:pPr>
              <a:defRPr/>
            </a:pPr>
            <a:r>
              <a:rPr lang="de-DE" dirty="0"/>
              <a:t>Following on from the topic of logic on the previous slide, this slide presents the definition of some types of arguments.</a:t>
            </a:r>
          </a:p>
          <a:p>
            <a:pPr>
              <a:defRPr/>
            </a:pPr>
            <a:endParaRPr lang="de-DE" dirty="0"/>
          </a:p>
          <a:p>
            <a:pPr>
              <a:defRPr/>
            </a:pPr>
            <a:r>
              <a:rPr lang="de-DE" b="1" dirty="0"/>
              <a:t>Suggestion: </a:t>
            </a:r>
            <a:r>
              <a:rPr lang="de-DE" b="0" dirty="0"/>
              <a:t>Before explaining the two types of reasoning, you should first ask the group. Ask if they know any type of argumentation and if they are willing to explain how they think it works. </a:t>
            </a:r>
            <a:endParaRPr lang="de-DE" dirty="0"/>
          </a:p>
          <a:p>
            <a:pPr>
              <a:defRPr/>
            </a:pPr>
            <a:endParaRPr lang="de-DE" b="1" dirty="0"/>
          </a:p>
          <a:p>
            <a:pPr>
              <a:defRPr/>
            </a:pPr>
            <a:r>
              <a:rPr lang="de-DE" dirty="0"/>
              <a:t>The aim is to introduce students to some of the possible types of argumentation and to explain the reasons for this type of argumentation. A brief explanation and examples of deduction and induction can be found under the following link:</a:t>
            </a:r>
          </a:p>
          <a:p>
            <a:pPr marL="139700" indent="0">
              <a:buNone/>
              <a:defRPr/>
            </a:pPr>
            <a:endParaRPr lang="de-DE" dirty="0"/>
          </a:p>
          <a:p>
            <a:pPr marL="457200" indent="-317500">
              <a:defRPr/>
            </a:pPr>
            <a:r>
              <a:rPr lang="de-DE" dirty="0"/>
              <a:t>https://www.scribbr.com/methodology/inductive-deductive-reasoning/#:~:text=What's%20the%20difference%20between%20inductive,general%20premises%20to%20specific%20conclusions.</a:t>
            </a:r>
          </a:p>
          <a:p>
            <a:pPr marL="139700" indent="0">
              <a:buNone/>
              <a:defRPr/>
            </a:pPr>
            <a:endParaRPr lang="de-DE" dirty="0"/>
          </a:p>
          <a:p>
            <a:pPr marL="139700" indent="0">
              <a:buNone/>
              <a:defRPr/>
            </a:pPr>
            <a:endParaRPr lang="de-DE" dirty="0"/>
          </a:p>
          <a:p>
            <a:pPr>
              <a:defRPr/>
            </a:pPr>
            <a:endParaRPr lang="de-DE" dirty="0"/>
          </a:p>
          <a:p>
            <a:pPr>
              <a:defRPr/>
            </a:pPr>
            <a:endParaRPr dirty="0"/>
          </a:p>
        </p:txBody>
      </p:sp>
      <p:sp>
        <p:nvSpPr>
          <p:cNvPr id="4" name="Slide Number Placeholder 3"/>
          <p:cNvSpPr>
            <a:spLocks noGrp="1"/>
          </p:cNvSpPr>
          <p:nvPr>
            <p:ph type="sldNum" sz="quarter" idx="10"/>
          </p:nvPr>
        </p:nvSpPr>
        <p:spPr bwMode="auto"/>
        <p:txBody>
          <a:bodyPr/>
          <a:lstStyle/>
          <a:p>
            <a:pPr>
              <a:defRPr/>
            </a:pPr>
            <a:fld id="{4A24D2D8-62D4-80C9-C19D-BE20DF4F97F0}" type="slidenum">
              <a:rPr/>
              <a:t>4</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60FE4FB-25B6-EA0E-3116-BD04AC39B8A4}"/>
            </a:ext>
          </a:extLst>
        </p:cNvPr>
        <p:cNvGrpSpPr/>
        <p:nvPr/>
      </p:nvGrpSpPr>
      <p:grpSpPr bwMode="auto">
        <a:xfrm>
          <a:off x="0" y="0"/>
          <a:ext cx="0" cy="0"/>
          <a:chOff x="0" y="0"/>
          <a:chExt cx="0" cy="0"/>
        </a:xfrm>
      </p:grpSpPr>
      <p:sp>
        <p:nvSpPr>
          <p:cNvPr id="2" name="Slide Image Placeholder 1">
            <a:extLst>
              <a:ext uri="{FF2B5EF4-FFF2-40B4-BE49-F238E27FC236}">
                <a16:creationId xmlns:a16="http://schemas.microsoft.com/office/drawing/2014/main" id="{E6DF7D1A-BDDB-D92F-DC27-FA63CC8C8DA7}"/>
              </a:ext>
            </a:extLst>
          </p:cNvPr>
          <p:cNvSpPr>
            <a:spLocks noGrp="1" noRot="1" noChangeAspect="1"/>
          </p:cNvSpPr>
          <p:nvPr>
            <p:ph type="sldImg"/>
          </p:nvPr>
        </p:nvSpPr>
        <p:spPr bwMode="auto"/>
      </p:sp>
      <p:sp>
        <p:nvSpPr>
          <p:cNvPr id="3" name="Notes Placeholder 2">
            <a:extLst>
              <a:ext uri="{FF2B5EF4-FFF2-40B4-BE49-F238E27FC236}">
                <a16:creationId xmlns:a16="http://schemas.microsoft.com/office/drawing/2014/main" id="{E2126CEA-29C3-FCBA-07DB-FD926FF43C40}"/>
              </a:ext>
            </a:extLst>
          </p:cNvPr>
          <p:cNvSpPr>
            <a:spLocks noGrp="1"/>
          </p:cNvSpPr>
          <p:nvPr>
            <p:ph type="body" idx="1"/>
          </p:nvPr>
        </p:nvSpPr>
        <p:spPr bwMode="auto"/>
        <p:txBody>
          <a:bodyPr/>
          <a:lstStyle/>
          <a:p>
            <a:pPr>
              <a:defRPr/>
            </a:pPr>
            <a:r>
              <a:rPr lang="de-DE" dirty="0"/>
              <a:t>On this slide, we will take a closer look at the types of argumentation. The aim is to explain how this type of argumentation can be applied in the context of academic research. </a:t>
            </a:r>
          </a:p>
          <a:p>
            <a:pPr>
              <a:defRPr/>
            </a:pPr>
            <a:r>
              <a:rPr lang="de-DE" dirty="0"/>
              <a:t>The first type of reasoning we will look at is inductive reasoning. </a:t>
            </a:r>
          </a:p>
          <a:p>
            <a:pPr>
              <a:defRPr/>
            </a:pPr>
            <a:r>
              <a:rPr lang="de-DE" dirty="0"/>
              <a:t>The image was taken from this </a:t>
            </a:r>
            <a:r>
              <a:rPr lang="de-DE" dirty="0" err="1"/>
              <a:t>website</a:t>
            </a:r>
            <a:r>
              <a:rPr lang="de-DE" dirty="0"/>
              <a:t>: https://www.scribbr.com/methodology/inductive-reasoning/</a:t>
            </a:r>
          </a:p>
          <a:p>
            <a:pPr>
              <a:defRPr/>
            </a:pPr>
            <a:r>
              <a:rPr lang="de-DE" dirty="0" err="1"/>
              <a:t>You</a:t>
            </a:r>
            <a:r>
              <a:rPr lang="de-DE" dirty="0"/>
              <a:t> </a:t>
            </a:r>
            <a:r>
              <a:rPr lang="de-DE" dirty="0" err="1"/>
              <a:t>can</a:t>
            </a:r>
            <a:r>
              <a:rPr lang="de-DE" dirty="0"/>
              <a:t> find </a:t>
            </a:r>
            <a:r>
              <a:rPr lang="de-DE" dirty="0" err="1"/>
              <a:t>further</a:t>
            </a:r>
            <a:r>
              <a:rPr lang="de-DE" dirty="0"/>
              <a:t> ideas on how to introduce </a:t>
            </a:r>
            <a:r>
              <a:rPr lang="de-DE" dirty="0" err="1"/>
              <a:t>the</a:t>
            </a:r>
            <a:r>
              <a:rPr lang="de-DE" dirty="0"/>
              <a:t> </a:t>
            </a:r>
            <a:r>
              <a:rPr lang="de-DE" dirty="0" err="1"/>
              <a:t>topic</a:t>
            </a:r>
            <a:r>
              <a:rPr lang="de-DE" dirty="0"/>
              <a:t> on </a:t>
            </a:r>
            <a:r>
              <a:rPr lang="de-DE" dirty="0" err="1"/>
              <a:t>scribbr</a:t>
            </a:r>
            <a:r>
              <a:rPr lang="de-DE" dirty="0"/>
              <a:t>. </a:t>
            </a:r>
          </a:p>
        </p:txBody>
      </p:sp>
      <p:sp>
        <p:nvSpPr>
          <p:cNvPr id="4" name="Slide Number Placeholder 3">
            <a:extLst>
              <a:ext uri="{FF2B5EF4-FFF2-40B4-BE49-F238E27FC236}">
                <a16:creationId xmlns:a16="http://schemas.microsoft.com/office/drawing/2014/main" id="{A22D6BE7-6626-14C1-FD3C-A1DE39AAFCAB}"/>
              </a:ext>
            </a:extLst>
          </p:cNvPr>
          <p:cNvSpPr>
            <a:spLocks noGrp="1"/>
          </p:cNvSpPr>
          <p:nvPr>
            <p:ph type="sldNum" sz="quarter" idx="10"/>
          </p:nvPr>
        </p:nvSpPr>
        <p:spPr bwMode="auto"/>
        <p:txBody>
          <a:bodyPr/>
          <a:lstStyle/>
          <a:p>
            <a:pPr>
              <a:defRPr/>
            </a:pPr>
            <a:fld id="{7471B3FE-3E19-9699-2082-F0DE2FB8F64F}" type="slidenum">
              <a:rPr/>
              <a:t>5</a:t>
            </a:fld>
            <a:endParaRPr/>
          </a:p>
        </p:txBody>
      </p:sp>
    </p:spTree>
    <p:extLst>
      <p:ext uri="{BB962C8B-B14F-4D97-AF65-F5344CB8AC3E}">
        <p14:creationId xmlns:p14="http://schemas.microsoft.com/office/powerpoint/2010/main" val="244890374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DECCDBE-B0D6-73C6-800D-276A5C48714D}"/>
            </a:ext>
          </a:extLst>
        </p:cNvPr>
        <p:cNvGrpSpPr/>
        <p:nvPr/>
      </p:nvGrpSpPr>
      <p:grpSpPr bwMode="auto">
        <a:xfrm>
          <a:off x="0" y="0"/>
          <a:ext cx="0" cy="0"/>
          <a:chOff x="0" y="0"/>
          <a:chExt cx="0" cy="0"/>
        </a:xfrm>
      </p:grpSpPr>
      <p:sp>
        <p:nvSpPr>
          <p:cNvPr id="2" name="Slide Image Placeholder 1">
            <a:extLst>
              <a:ext uri="{FF2B5EF4-FFF2-40B4-BE49-F238E27FC236}">
                <a16:creationId xmlns:a16="http://schemas.microsoft.com/office/drawing/2014/main" id="{6E31FAE0-BA8B-9A3F-C9BF-53A12B53A7B3}"/>
              </a:ext>
            </a:extLst>
          </p:cNvPr>
          <p:cNvSpPr>
            <a:spLocks noGrp="1" noRot="1" noChangeAspect="1"/>
          </p:cNvSpPr>
          <p:nvPr>
            <p:ph type="sldImg"/>
          </p:nvPr>
        </p:nvSpPr>
        <p:spPr bwMode="auto"/>
      </p:sp>
      <p:sp>
        <p:nvSpPr>
          <p:cNvPr id="3" name="Notes Placeholder 2">
            <a:extLst>
              <a:ext uri="{FF2B5EF4-FFF2-40B4-BE49-F238E27FC236}">
                <a16:creationId xmlns:a16="http://schemas.microsoft.com/office/drawing/2014/main" id="{9A3BBFAE-3252-9AC1-576B-0FEC63E211F9}"/>
              </a:ext>
            </a:extLst>
          </p:cNvPr>
          <p:cNvSpPr>
            <a:spLocks noGrp="1"/>
          </p:cNvSpPr>
          <p:nvPr>
            <p:ph type="body" idx="1"/>
          </p:nvPr>
        </p:nvSpPr>
        <p:spPr bwMode="auto"/>
        <p:txBody>
          <a:bodyPr/>
          <a:lstStyle/>
          <a:p>
            <a:pPr>
              <a:defRPr/>
            </a:pPr>
            <a:r>
              <a:rPr lang="de-DE" dirty="0"/>
              <a:t>The second reasoning we want to address is deductive reasoning. You can find more examples and explanations on this topic on the </a:t>
            </a:r>
            <a:r>
              <a:rPr lang="de-DE" dirty="0" err="1"/>
              <a:t>website</a:t>
            </a:r>
            <a:r>
              <a:rPr lang="de-DE" dirty="0"/>
              <a:t> (</a:t>
            </a:r>
            <a:r>
              <a:rPr lang="en-US" sz="1200" dirty="0">
                <a:hlinkClick r:id="rId3"/>
              </a:rPr>
              <a:t>https://www.scribbr.com/methodology/dedutive-reasoning/</a:t>
            </a:r>
            <a:r>
              <a:rPr lang="en-US" sz="1200" dirty="0"/>
              <a:t>)</a:t>
            </a:r>
            <a:endParaRPr lang="de-DE" dirty="0"/>
          </a:p>
          <a:p>
            <a:pPr>
              <a:defRPr/>
            </a:pPr>
            <a:r>
              <a:rPr lang="de-DE" b="1" dirty="0"/>
              <a:t>Post-it </a:t>
            </a:r>
            <a:r>
              <a:rPr lang="de-DE" b="1" dirty="0" err="1"/>
              <a:t>note</a:t>
            </a:r>
            <a:r>
              <a:rPr lang="de-DE" b="1" dirty="0"/>
              <a:t>: </a:t>
            </a:r>
            <a:r>
              <a:rPr lang="de-DE" dirty="0"/>
              <a:t>"The methods you use influence your reasoning". This means that certain types of methods are related to or favor certain types of reasoning. </a:t>
            </a:r>
          </a:p>
          <a:p>
            <a:pPr>
              <a:defRPr/>
            </a:pPr>
            <a:r>
              <a:rPr lang="de-DE" b="1" dirty="0"/>
              <a:t>Example: </a:t>
            </a:r>
            <a:r>
              <a:rPr lang="de-DE" dirty="0"/>
              <a:t>Statistical methods with a large sample favor deductive reasoning. </a:t>
            </a:r>
            <a:endParaRPr lang="de-DE" b="1" dirty="0"/>
          </a:p>
        </p:txBody>
      </p:sp>
      <p:sp>
        <p:nvSpPr>
          <p:cNvPr id="4" name="Slide Number Placeholder 3">
            <a:extLst>
              <a:ext uri="{FF2B5EF4-FFF2-40B4-BE49-F238E27FC236}">
                <a16:creationId xmlns:a16="http://schemas.microsoft.com/office/drawing/2014/main" id="{04300F4D-33C8-1A14-5785-D8B95CA57165}"/>
              </a:ext>
            </a:extLst>
          </p:cNvPr>
          <p:cNvSpPr>
            <a:spLocks noGrp="1"/>
          </p:cNvSpPr>
          <p:nvPr>
            <p:ph type="sldNum" sz="quarter" idx="10"/>
          </p:nvPr>
        </p:nvSpPr>
        <p:spPr bwMode="auto"/>
        <p:txBody>
          <a:bodyPr/>
          <a:lstStyle/>
          <a:p>
            <a:pPr>
              <a:defRPr/>
            </a:pPr>
            <a:fld id="{7471B3FE-3E19-9699-2082-F0DE2FB8F64F}" type="slidenum">
              <a:rPr/>
              <a:t>6</a:t>
            </a:fld>
            <a:endParaRPr/>
          </a:p>
        </p:txBody>
      </p:sp>
    </p:spTree>
    <p:extLst>
      <p:ext uri="{BB962C8B-B14F-4D97-AF65-F5344CB8AC3E}">
        <p14:creationId xmlns:p14="http://schemas.microsoft.com/office/powerpoint/2010/main" val="129590705"/>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CF71998-65A3-362F-164E-4680B63F6DBD}"/>
            </a:ext>
          </a:extLst>
        </p:cNvPr>
        <p:cNvGrpSpPr/>
        <p:nvPr/>
      </p:nvGrpSpPr>
      <p:grpSpPr bwMode="auto">
        <a:xfrm>
          <a:off x="0" y="0"/>
          <a:ext cx="0" cy="0"/>
          <a:chOff x="0" y="0"/>
          <a:chExt cx="0" cy="0"/>
        </a:xfrm>
      </p:grpSpPr>
      <p:sp>
        <p:nvSpPr>
          <p:cNvPr id="2" name="Slide Image Placeholder 1">
            <a:extLst>
              <a:ext uri="{FF2B5EF4-FFF2-40B4-BE49-F238E27FC236}">
                <a16:creationId xmlns:a16="http://schemas.microsoft.com/office/drawing/2014/main" id="{AFED6F17-5903-EACB-1883-A34961DCDC2B}"/>
              </a:ext>
            </a:extLst>
          </p:cNvPr>
          <p:cNvSpPr>
            <a:spLocks noGrp="1" noRot="1" noChangeAspect="1"/>
          </p:cNvSpPr>
          <p:nvPr>
            <p:ph type="sldImg"/>
          </p:nvPr>
        </p:nvSpPr>
        <p:spPr bwMode="auto"/>
      </p:sp>
      <p:sp>
        <p:nvSpPr>
          <p:cNvPr id="3" name="Notes Placeholder 2">
            <a:extLst>
              <a:ext uri="{FF2B5EF4-FFF2-40B4-BE49-F238E27FC236}">
                <a16:creationId xmlns:a16="http://schemas.microsoft.com/office/drawing/2014/main" id="{443B8362-98E6-AB53-28A8-C73FFF46D27A}"/>
              </a:ext>
            </a:extLst>
          </p:cNvPr>
          <p:cNvSpPr>
            <a:spLocks noGrp="1"/>
          </p:cNvSpPr>
          <p:nvPr>
            <p:ph type="body" idx="1"/>
          </p:nvPr>
        </p:nvSpPr>
        <p:spPr bwMode="auto"/>
        <p:txBody>
          <a:bodyPr/>
          <a:lstStyle/>
          <a:p>
            <a:pPr marL="457200" indent="-317500">
              <a:defRPr/>
            </a:pPr>
            <a:r>
              <a:rPr lang="de-DE" dirty="0"/>
              <a:t>This checklist can be found in the document "Argumentation - First Steps" from the Writing Center. It is a guide on how to approach or write your own arguments. </a:t>
            </a:r>
          </a:p>
          <a:p>
            <a:pPr marL="457200" indent="-317500">
              <a:defRPr/>
            </a:pPr>
            <a:r>
              <a:rPr lang="de-DE" dirty="0"/>
              <a:t>You can go through the list with the students.</a:t>
            </a:r>
          </a:p>
          <a:p>
            <a:pPr marL="457200" indent="-317500">
              <a:defRPr/>
            </a:pPr>
            <a:r>
              <a:rPr lang="de-DE" b="1" dirty="0"/>
              <a:t>Tip</a:t>
            </a:r>
            <a:r>
              <a:rPr lang="de-DE" dirty="0"/>
              <a:t>: Ask the students what they do to check their own (written) arguments. Whether they can give their colleagues any other advice than that listed in the checklist.</a:t>
            </a:r>
            <a:endParaRPr lang="de-DE" b="1" dirty="0"/>
          </a:p>
        </p:txBody>
      </p:sp>
      <p:sp>
        <p:nvSpPr>
          <p:cNvPr id="4" name="Slide Number Placeholder 3">
            <a:extLst>
              <a:ext uri="{FF2B5EF4-FFF2-40B4-BE49-F238E27FC236}">
                <a16:creationId xmlns:a16="http://schemas.microsoft.com/office/drawing/2014/main" id="{AF2EADB4-B5C6-747D-3442-841A7D970B07}"/>
              </a:ext>
            </a:extLst>
          </p:cNvPr>
          <p:cNvSpPr>
            <a:spLocks noGrp="1"/>
          </p:cNvSpPr>
          <p:nvPr>
            <p:ph type="sldNum" sz="quarter" idx="10"/>
          </p:nvPr>
        </p:nvSpPr>
        <p:spPr bwMode="auto"/>
        <p:txBody>
          <a:bodyPr/>
          <a:lstStyle/>
          <a:p>
            <a:pPr>
              <a:defRPr/>
            </a:pPr>
            <a:fld id="{7471B3FE-3E19-9699-2082-F0DE2FB8F64F}" type="slidenum">
              <a:rPr/>
              <a:t>7</a:t>
            </a:fld>
            <a:endParaRPr/>
          </a:p>
        </p:txBody>
      </p:sp>
    </p:spTree>
    <p:extLst>
      <p:ext uri="{BB962C8B-B14F-4D97-AF65-F5344CB8AC3E}">
        <p14:creationId xmlns:p14="http://schemas.microsoft.com/office/powerpoint/2010/main" val="295504660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3C72246-DB3D-9ADB-67EE-52B6C1B1064E}"/>
            </a:ext>
          </a:extLst>
        </p:cNvPr>
        <p:cNvGrpSpPr/>
        <p:nvPr/>
      </p:nvGrpSpPr>
      <p:grpSpPr bwMode="auto">
        <a:xfrm>
          <a:off x="0" y="0"/>
          <a:ext cx="0" cy="0"/>
          <a:chOff x="0" y="0"/>
          <a:chExt cx="0" cy="0"/>
        </a:xfrm>
      </p:grpSpPr>
      <p:sp>
        <p:nvSpPr>
          <p:cNvPr id="2" name="Slide Image Placeholder 1">
            <a:extLst>
              <a:ext uri="{FF2B5EF4-FFF2-40B4-BE49-F238E27FC236}">
                <a16:creationId xmlns:a16="http://schemas.microsoft.com/office/drawing/2014/main" id="{793330DA-75CD-6E6F-AD10-47874418B2C0}"/>
              </a:ext>
            </a:extLst>
          </p:cNvPr>
          <p:cNvSpPr>
            <a:spLocks noGrp="1" noRot="1" noChangeAspect="1"/>
          </p:cNvSpPr>
          <p:nvPr>
            <p:ph type="sldImg"/>
          </p:nvPr>
        </p:nvSpPr>
        <p:spPr bwMode="auto"/>
      </p:sp>
      <p:sp>
        <p:nvSpPr>
          <p:cNvPr id="3" name="Notes Placeholder 2">
            <a:extLst>
              <a:ext uri="{FF2B5EF4-FFF2-40B4-BE49-F238E27FC236}">
                <a16:creationId xmlns:a16="http://schemas.microsoft.com/office/drawing/2014/main" id="{4E069ACC-1B3B-0C59-B8C4-30E991778BC8}"/>
              </a:ext>
            </a:extLst>
          </p:cNvPr>
          <p:cNvSpPr>
            <a:spLocks noGrp="1"/>
          </p:cNvSpPr>
          <p:nvPr>
            <p:ph type="body" idx="1"/>
          </p:nvPr>
        </p:nvSpPr>
        <p:spPr bwMode="auto"/>
        <p:txBody>
          <a:bodyPr/>
          <a:lstStyle/>
          <a:p>
            <a:pPr marL="171450" indent="-171450">
              <a:buFont typeface="Arial" panose="020B0604020202020204" pitchFamily="34" charset="0"/>
              <a:buChar char="•"/>
              <a:defRPr/>
            </a:pPr>
            <a:r>
              <a:rPr lang="de-DE" dirty="0"/>
              <a:t>In this final part of our presentation, we will look at how students can engage with the arguments of other texts. </a:t>
            </a:r>
          </a:p>
          <a:p>
            <a:pPr marL="171450" indent="-171450">
              <a:buFont typeface="Arial" panose="020B0604020202020204" pitchFamily="34" charset="0"/>
              <a:buChar char="•"/>
              <a:defRPr/>
            </a:pPr>
            <a:r>
              <a:rPr lang="de-DE" dirty="0"/>
              <a:t>An essential feature of engaging with the arguments of other texts is </a:t>
            </a:r>
            <a:r>
              <a:rPr lang="de-DE" dirty="0" err="1"/>
              <a:t>understanding</a:t>
            </a:r>
            <a:r>
              <a:rPr lang="de-DE" dirty="0"/>
              <a:t> </a:t>
            </a:r>
            <a:r>
              <a:rPr lang="de-DE" dirty="0" err="1"/>
              <a:t>the</a:t>
            </a:r>
            <a:r>
              <a:rPr lang="de-DE" dirty="0"/>
              <a:t> arguments.</a:t>
            </a:r>
          </a:p>
          <a:p>
            <a:pPr marL="171450" indent="-171450">
              <a:buFont typeface="Arial" panose="020B0604020202020204" pitchFamily="34" charset="0"/>
              <a:buChar char="•"/>
              <a:defRPr/>
            </a:pPr>
            <a:r>
              <a:rPr lang="de-DE" dirty="0"/>
              <a:t>It is important to clarify that the understanding of arguments is multi-layered and can be achieved, for example, through critical reading. </a:t>
            </a:r>
          </a:p>
        </p:txBody>
      </p:sp>
      <p:sp>
        <p:nvSpPr>
          <p:cNvPr id="4" name="Slide Number Placeholder 3">
            <a:extLst>
              <a:ext uri="{FF2B5EF4-FFF2-40B4-BE49-F238E27FC236}">
                <a16:creationId xmlns:a16="http://schemas.microsoft.com/office/drawing/2014/main" id="{2AE91DCE-A53F-2A55-A5F0-7110E70CC7D2}"/>
              </a:ext>
            </a:extLst>
          </p:cNvPr>
          <p:cNvSpPr>
            <a:spLocks noGrp="1"/>
          </p:cNvSpPr>
          <p:nvPr>
            <p:ph type="sldNum" sz="quarter" idx="10"/>
          </p:nvPr>
        </p:nvSpPr>
        <p:spPr bwMode="auto"/>
        <p:txBody>
          <a:bodyPr/>
          <a:lstStyle/>
          <a:p>
            <a:pPr>
              <a:defRPr/>
            </a:pPr>
            <a:fld id="{7471B3FE-3E19-9699-2082-F0DE2FB8F64F}" type="slidenum">
              <a:rPr/>
              <a:t>8</a:t>
            </a:fld>
            <a:endParaRPr/>
          </a:p>
        </p:txBody>
      </p:sp>
    </p:spTree>
    <p:extLst>
      <p:ext uri="{BB962C8B-B14F-4D97-AF65-F5344CB8AC3E}">
        <p14:creationId xmlns:p14="http://schemas.microsoft.com/office/powerpoint/2010/main" val="411312040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D555C0E-A830-40FB-3D86-60ABCA2B9866}"/>
            </a:ext>
          </a:extLst>
        </p:cNvPr>
        <p:cNvGrpSpPr/>
        <p:nvPr/>
      </p:nvGrpSpPr>
      <p:grpSpPr bwMode="auto">
        <a:xfrm>
          <a:off x="0" y="0"/>
          <a:ext cx="0" cy="0"/>
          <a:chOff x="0" y="0"/>
          <a:chExt cx="0" cy="0"/>
        </a:xfrm>
      </p:grpSpPr>
      <p:sp>
        <p:nvSpPr>
          <p:cNvPr id="2" name="Slide Image Placeholder 1">
            <a:extLst>
              <a:ext uri="{FF2B5EF4-FFF2-40B4-BE49-F238E27FC236}">
                <a16:creationId xmlns:a16="http://schemas.microsoft.com/office/drawing/2014/main" id="{AEDE50D6-23F8-9349-45B9-1042DE15B808}"/>
              </a:ext>
            </a:extLst>
          </p:cNvPr>
          <p:cNvSpPr>
            <a:spLocks noGrp="1" noRot="1" noChangeAspect="1"/>
          </p:cNvSpPr>
          <p:nvPr>
            <p:ph type="sldImg"/>
          </p:nvPr>
        </p:nvSpPr>
        <p:spPr bwMode="auto"/>
      </p:sp>
      <p:sp>
        <p:nvSpPr>
          <p:cNvPr id="3" name="Notes Placeholder 2">
            <a:extLst>
              <a:ext uri="{FF2B5EF4-FFF2-40B4-BE49-F238E27FC236}">
                <a16:creationId xmlns:a16="http://schemas.microsoft.com/office/drawing/2014/main" id="{B4E82BEF-198C-F634-962A-C552408DEF61}"/>
              </a:ext>
            </a:extLst>
          </p:cNvPr>
          <p:cNvSpPr>
            <a:spLocks noGrp="1"/>
          </p:cNvSpPr>
          <p:nvPr>
            <p:ph type="body" idx="1"/>
          </p:nvPr>
        </p:nvSpPr>
        <p:spPr bwMode="auto"/>
        <p:txBody>
          <a:bodyPr/>
          <a:lstStyle/>
          <a:p>
            <a:pPr marL="457200" marR="0" lvl="0" indent="-317500" algn="l" defTabSz="914400">
              <a:lnSpc>
                <a:spcPct val="100000"/>
              </a:lnSpc>
              <a:spcBef>
                <a:spcPts val="0"/>
              </a:spcBef>
              <a:spcAft>
                <a:spcPts val="0"/>
              </a:spcAft>
              <a:buClr>
                <a:srgbClr val="000000"/>
              </a:buClr>
              <a:buSzPts val="1400"/>
              <a:buFont typeface="Arial"/>
              <a:buChar char="●"/>
              <a:defRPr/>
            </a:pPr>
            <a:r>
              <a:rPr lang="de-DE" dirty="0"/>
              <a:t>This </a:t>
            </a:r>
            <a:r>
              <a:rPr lang="de-DE" dirty="0" err="1"/>
              <a:t>checklist</a:t>
            </a:r>
            <a:r>
              <a:rPr lang="de-DE" dirty="0"/>
              <a:t> is also included in the Writing Center's "</a:t>
            </a:r>
            <a:r>
              <a:rPr lang="de-DE" dirty="0" err="1"/>
              <a:t>Arguing</a:t>
            </a:r>
            <a:r>
              <a:rPr lang="de-DE" dirty="0"/>
              <a:t> - First </a:t>
            </a:r>
            <a:r>
              <a:rPr lang="de-DE" dirty="0" err="1"/>
              <a:t>Steps</a:t>
            </a:r>
            <a:r>
              <a:rPr lang="de-DE" dirty="0"/>
              <a:t>" document (in the supplemental materials for </a:t>
            </a:r>
            <a:r>
              <a:rPr lang="de-DE" dirty="0" err="1"/>
              <a:t>this</a:t>
            </a:r>
            <a:r>
              <a:rPr lang="de-DE" dirty="0"/>
              <a:t> </a:t>
            </a:r>
            <a:r>
              <a:rPr lang="de-DE" dirty="0" err="1"/>
              <a:t>week</a:t>
            </a:r>
            <a:r>
              <a:rPr lang="de-DE" dirty="0"/>
              <a:t>)</a:t>
            </a:r>
          </a:p>
          <a:p>
            <a:pPr marL="457200" marR="0" lvl="0" indent="-317500" algn="l" defTabSz="914400">
              <a:lnSpc>
                <a:spcPct val="100000"/>
              </a:lnSpc>
              <a:spcBef>
                <a:spcPts val="0"/>
              </a:spcBef>
              <a:spcAft>
                <a:spcPts val="0"/>
              </a:spcAft>
              <a:buClr>
                <a:srgbClr val="000000"/>
              </a:buClr>
              <a:buSzPts val="1400"/>
              <a:buFont typeface="Arial"/>
              <a:buChar char="●"/>
              <a:defRPr/>
            </a:pPr>
            <a:r>
              <a:rPr lang="de-DE" dirty="0"/>
              <a:t>These are ideas for questions that students can ask when reading a text so that they can understand and critically analyze the arguments. </a:t>
            </a:r>
          </a:p>
        </p:txBody>
      </p:sp>
      <p:sp>
        <p:nvSpPr>
          <p:cNvPr id="4" name="Slide Number Placeholder 3">
            <a:extLst>
              <a:ext uri="{FF2B5EF4-FFF2-40B4-BE49-F238E27FC236}">
                <a16:creationId xmlns:a16="http://schemas.microsoft.com/office/drawing/2014/main" id="{933B5148-1BB0-26A0-1400-CA58FF3DE285}"/>
              </a:ext>
            </a:extLst>
          </p:cNvPr>
          <p:cNvSpPr>
            <a:spLocks noGrp="1"/>
          </p:cNvSpPr>
          <p:nvPr>
            <p:ph type="sldNum" sz="quarter" idx="10"/>
          </p:nvPr>
        </p:nvSpPr>
        <p:spPr bwMode="auto"/>
        <p:txBody>
          <a:bodyPr/>
          <a:lstStyle/>
          <a:p>
            <a:pPr>
              <a:defRPr/>
            </a:pPr>
            <a:fld id="{7471B3FE-3E19-9699-2082-F0DE2FB8F64F}" type="slidenum">
              <a:rPr/>
              <a:t>9</a:t>
            </a:fld>
            <a:endParaRPr/>
          </a:p>
        </p:txBody>
      </p:sp>
    </p:spTree>
    <p:extLst>
      <p:ext uri="{BB962C8B-B14F-4D97-AF65-F5344CB8AC3E}">
        <p14:creationId xmlns:p14="http://schemas.microsoft.com/office/powerpoint/2010/main" val="258816120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43BB3D3-5A5B-9740-2A5C-06FF135805A9}"/>
            </a:ext>
          </a:extLst>
        </p:cNvPr>
        <p:cNvGrpSpPr/>
        <p:nvPr/>
      </p:nvGrpSpPr>
      <p:grpSpPr bwMode="auto">
        <a:xfrm>
          <a:off x="0" y="0"/>
          <a:ext cx="0" cy="0"/>
          <a:chOff x="0" y="0"/>
          <a:chExt cx="0" cy="0"/>
        </a:xfrm>
      </p:grpSpPr>
      <p:sp>
        <p:nvSpPr>
          <p:cNvPr id="2" name="Slide Image Placeholder 1">
            <a:extLst>
              <a:ext uri="{FF2B5EF4-FFF2-40B4-BE49-F238E27FC236}">
                <a16:creationId xmlns:a16="http://schemas.microsoft.com/office/drawing/2014/main" id="{F403A2C2-98EE-3B5E-6396-86220005C42D}"/>
              </a:ext>
            </a:extLst>
          </p:cNvPr>
          <p:cNvSpPr>
            <a:spLocks noGrp="1" noRot="1" noChangeAspect="1"/>
          </p:cNvSpPr>
          <p:nvPr>
            <p:ph type="sldImg"/>
          </p:nvPr>
        </p:nvSpPr>
        <p:spPr bwMode="auto"/>
      </p:sp>
      <p:sp>
        <p:nvSpPr>
          <p:cNvPr id="3" name="Notes Placeholder 2">
            <a:extLst>
              <a:ext uri="{FF2B5EF4-FFF2-40B4-BE49-F238E27FC236}">
                <a16:creationId xmlns:a16="http://schemas.microsoft.com/office/drawing/2014/main" id="{01A4E3A0-BD6D-7CD1-4E4B-C959A52F9DF9}"/>
              </a:ext>
            </a:extLst>
          </p:cNvPr>
          <p:cNvSpPr>
            <a:spLocks noGrp="1"/>
          </p:cNvSpPr>
          <p:nvPr>
            <p:ph type="body" idx="1"/>
          </p:nvPr>
        </p:nvSpPr>
        <p:spPr bwMode="auto"/>
        <p:txBody>
          <a:bodyPr/>
          <a:lstStyle/>
          <a:p>
            <a:pPr marL="0" marR="0" lvl="0" indent="0" algn="l" defTabSz="914400" eaLnBrk="1" fontAlgn="auto" latinLnBrk="0" hangingPunct="1">
              <a:lnSpc>
                <a:spcPct val="100000"/>
              </a:lnSpc>
              <a:spcBef>
                <a:spcPts val="0"/>
              </a:spcBef>
              <a:spcAft>
                <a:spcPts val="0"/>
              </a:spcAft>
              <a:buClrTx/>
              <a:buSzTx/>
              <a:buFontTx/>
              <a:buNone/>
              <a:tabLst/>
              <a:defRPr/>
            </a:pPr>
            <a:r>
              <a:rPr lang="de-DE" dirty="0"/>
              <a:t>This is a blank slide that you can use to do an introductory activating activity with your group (if you start the session with this presentation). </a:t>
            </a:r>
            <a:endParaRPr lang="en-GB" dirty="0"/>
          </a:p>
          <a:p>
            <a:pPr>
              <a:defRPr/>
            </a:pPr>
            <a:endParaRPr dirty="0"/>
          </a:p>
        </p:txBody>
      </p:sp>
      <p:sp>
        <p:nvSpPr>
          <p:cNvPr id="4" name="Slide Number Placeholder 3">
            <a:extLst>
              <a:ext uri="{FF2B5EF4-FFF2-40B4-BE49-F238E27FC236}">
                <a16:creationId xmlns:a16="http://schemas.microsoft.com/office/drawing/2014/main" id="{267525B1-815A-34BB-4CA8-16143830ACC6}"/>
              </a:ext>
            </a:extLst>
          </p:cNvPr>
          <p:cNvSpPr>
            <a:spLocks noGrp="1"/>
          </p:cNvSpPr>
          <p:nvPr>
            <p:ph type="sldNum" sz="quarter" idx="10"/>
          </p:nvPr>
        </p:nvSpPr>
        <p:spPr bwMode="auto"/>
        <p:txBody>
          <a:bodyPr/>
          <a:lstStyle/>
          <a:p>
            <a:pPr>
              <a:defRPr/>
            </a:pPr>
            <a:fld id="{7471B3FE-3E19-9699-2082-F0DE2FB8F64F}" type="slidenum">
              <a:rPr/>
              <a:t>10</a:t>
            </a:fld>
            <a:endParaRPr/>
          </a:p>
        </p:txBody>
      </p:sp>
    </p:spTree>
    <p:extLst>
      <p:ext uri="{BB962C8B-B14F-4D97-AF65-F5344CB8AC3E}">
        <p14:creationId xmlns:p14="http://schemas.microsoft.com/office/powerpoint/2010/main" val="961227713"/>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 Id="rId5" Type="http://schemas.openxmlformats.org/officeDocument/2006/relationships/image" Target="../media/image5.png"/><Relationship Id="rId4" Type="http://schemas.openxmlformats.org/officeDocument/2006/relationships/image" Target="../media/image4.png"/></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1.jpg"/><Relationship Id="rId1" Type="http://schemas.openxmlformats.org/officeDocument/2006/relationships/slideMaster" Target="../slideMasters/slideMaster1.xml"/><Relationship Id="rId6" Type="http://schemas.openxmlformats.org/officeDocument/2006/relationships/image" Target="../media/image4.png"/><Relationship Id="rId5" Type="http://schemas.openxmlformats.org/officeDocument/2006/relationships/image" Target="../media/image3.png"/><Relationship Id="rId4" Type="http://schemas.openxmlformats.org/officeDocument/2006/relationships/image" Target="../media/image2.png"/></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 Id="rId6" Type="http://schemas.openxmlformats.org/officeDocument/2006/relationships/image" Target="../media/image1.jpg"/><Relationship Id="rId5" Type="http://schemas.openxmlformats.org/officeDocument/2006/relationships/image" Target="../media/image5.png"/><Relationship Id="rId4" Type="http://schemas.openxmlformats.org/officeDocument/2006/relationships/image" Target="../media/image4.png"/></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 Id="rId6" Type="http://schemas.openxmlformats.org/officeDocument/2006/relationships/image" Target="../media/image1.jpg"/><Relationship Id="rId5" Type="http://schemas.openxmlformats.org/officeDocument/2006/relationships/image" Target="../media/image5.png"/><Relationship Id="rId4" Type="http://schemas.openxmlformats.org/officeDocument/2006/relationships/image" Target="../media/image4.png"/></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 Id="rId6" Type="http://schemas.openxmlformats.org/officeDocument/2006/relationships/image" Target="../media/image1.jpg"/><Relationship Id="rId5" Type="http://schemas.openxmlformats.org/officeDocument/2006/relationships/image" Target="../media/image5.png"/><Relationship Id="rId4" Type="http://schemas.openxmlformats.org/officeDocument/2006/relationships/image" Target="../media/image4.png"/></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 Id="rId6" Type="http://schemas.openxmlformats.org/officeDocument/2006/relationships/image" Target="../media/image1.jpg"/><Relationship Id="rId5" Type="http://schemas.openxmlformats.org/officeDocument/2006/relationships/image" Target="../media/image5.png"/><Relationship Id="rId4" Type="http://schemas.openxmlformats.org/officeDocument/2006/relationships/image" Target="../media/image4.png"/></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 Id="rId6" Type="http://schemas.openxmlformats.org/officeDocument/2006/relationships/image" Target="../media/image1.jpg"/><Relationship Id="rId5" Type="http://schemas.openxmlformats.org/officeDocument/2006/relationships/image" Target="../media/image5.png"/><Relationship Id="rId4" Type="http://schemas.openxmlformats.org/officeDocument/2006/relationships/image" Target="../media/image4.png"/></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 Id="rId6" Type="http://schemas.openxmlformats.org/officeDocument/2006/relationships/image" Target="../media/image1.jpg"/><Relationship Id="rId5" Type="http://schemas.openxmlformats.org/officeDocument/2006/relationships/image" Target="../media/image5.png"/><Relationship Id="rId4" Type="http://schemas.openxmlformats.org/officeDocument/2006/relationships/image" Target="../media/image4.png"/></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 Id="rId6" Type="http://schemas.openxmlformats.org/officeDocument/2006/relationships/image" Target="../media/image1.jpg"/><Relationship Id="rId5" Type="http://schemas.openxmlformats.org/officeDocument/2006/relationships/image" Target="../media/image5.png"/><Relationship Id="rId4" Type="http://schemas.openxmlformats.org/officeDocument/2006/relationships/image" Target="../media/image4.png"/></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1.jpg"/><Relationship Id="rId1" Type="http://schemas.openxmlformats.org/officeDocument/2006/relationships/slideMaster" Target="../slideMasters/slideMaster1.xml"/><Relationship Id="rId6" Type="http://schemas.openxmlformats.org/officeDocument/2006/relationships/image" Target="../media/image4.png"/><Relationship Id="rId5" Type="http://schemas.openxmlformats.org/officeDocument/2006/relationships/image" Target="../media/image3.png"/><Relationship Id="rId4" Type="http://schemas.openxmlformats.org/officeDocument/2006/relationships/image" Target="../media/image2.png"/></Relationships>
</file>

<file path=ppt/slideLayouts/_rels/slideLayout1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5.png"/><Relationship Id="rId1" Type="http://schemas.openxmlformats.org/officeDocument/2006/relationships/slideMaster" Target="../slideMasters/slideMaster1.xml"/><Relationship Id="rId6" Type="http://schemas.openxmlformats.org/officeDocument/2006/relationships/image" Target="../media/image1.jpg"/><Relationship Id="rId5" Type="http://schemas.openxmlformats.org/officeDocument/2006/relationships/image" Target="../media/image4.png"/><Relationship Id="rId4" Type="http://schemas.openxmlformats.org/officeDocument/2006/relationships/image" Target="../media/image3.png"/></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g"/><Relationship Id="rId1" Type="http://schemas.openxmlformats.org/officeDocument/2006/relationships/slideMaster" Target="../slideMasters/slideMaster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Layouts/_rels/slideLayout1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 Id="rId6" Type="http://schemas.openxmlformats.org/officeDocument/2006/relationships/image" Target="../media/image1.jpg"/><Relationship Id="rId5" Type="http://schemas.openxmlformats.org/officeDocument/2006/relationships/image" Target="../media/image5.png"/><Relationship Id="rId4" Type="http://schemas.openxmlformats.org/officeDocument/2006/relationships/image" Target="../media/image4.png"/></Relationships>
</file>

<file path=ppt/slideLayouts/_rels/slideLayout1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 Id="rId5" Type="http://schemas.openxmlformats.org/officeDocument/2006/relationships/image" Target="../media/image5.png"/><Relationship Id="rId4" Type="http://schemas.openxmlformats.org/officeDocument/2006/relationships/image" Target="../media/image4.png"/></Relationships>
</file>

<file path=ppt/slideLayouts/_rels/slideLayout1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 Id="rId5" Type="http://schemas.openxmlformats.org/officeDocument/2006/relationships/image" Target="../media/image5.png"/><Relationship Id="rId4" Type="http://schemas.openxmlformats.org/officeDocument/2006/relationships/image" Target="../media/image4.png"/></Relationships>
</file>

<file path=ppt/slideLayouts/_rels/slideLayout16.xml.rels><?xml version="1.0" encoding="UTF-8" standalone="yes"?>
<Relationships xmlns="http://schemas.openxmlformats.org/package/2006/relationships"><Relationship Id="rId8" Type="http://schemas.openxmlformats.org/officeDocument/2006/relationships/image" Target="../media/image12.png"/><Relationship Id="rId13" Type="http://schemas.openxmlformats.org/officeDocument/2006/relationships/image" Target="../media/image17.png"/><Relationship Id="rId18" Type="http://schemas.openxmlformats.org/officeDocument/2006/relationships/image" Target="../media/image22.png"/><Relationship Id="rId26" Type="http://schemas.openxmlformats.org/officeDocument/2006/relationships/image" Target="../media/image30.png"/><Relationship Id="rId3" Type="http://schemas.openxmlformats.org/officeDocument/2006/relationships/image" Target="../media/image7.png"/><Relationship Id="rId21" Type="http://schemas.openxmlformats.org/officeDocument/2006/relationships/image" Target="../media/image25.png"/><Relationship Id="rId7" Type="http://schemas.openxmlformats.org/officeDocument/2006/relationships/image" Target="../media/image11.png"/><Relationship Id="rId12" Type="http://schemas.openxmlformats.org/officeDocument/2006/relationships/image" Target="../media/image16.png"/><Relationship Id="rId17" Type="http://schemas.openxmlformats.org/officeDocument/2006/relationships/image" Target="../media/image21.png"/><Relationship Id="rId25" Type="http://schemas.openxmlformats.org/officeDocument/2006/relationships/image" Target="../media/image29.png"/><Relationship Id="rId2" Type="http://schemas.openxmlformats.org/officeDocument/2006/relationships/image" Target="../media/image6.png"/><Relationship Id="rId16" Type="http://schemas.openxmlformats.org/officeDocument/2006/relationships/image" Target="../media/image20.png"/><Relationship Id="rId20" Type="http://schemas.openxmlformats.org/officeDocument/2006/relationships/image" Target="../media/image24.png"/><Relationship Id="rId29" Type="http://schemas.openxmlformats.org/officeDocument/2006/relationships/image" Target="../media/image33.png"/><Relationship Id="rId1" Type="http://schemas.openxmlformats.org/officeDocument/2006/relationships/slideMaster" Target="../slideMasters/slideMaster1.xml"/><Relationship Id="rId6" Type="http://schemas.openxmlformats.org/officeDocument/2006/relationships/image" Target="../media/image10.png"/><Relationship Id="rId11" Type="http://schemas.openxmlformats.org/officeDocument/2006/relationships/image" Target="../media/image15.png"/><Relationship Id="rId24" Type="http://schemas.openxmlformats.org/officeDocument/2006/relationships/image" Target="../media/image28.png"/><Relationship Id="rId32" Type="http://schemas.openxmlformats.org/officeDocument/2006/relationships/image" Target="../media/image36.png"/><Relationship Id="rId5" Type="http://schemas.openxmlformats.org/officeDocument/2006/relationships/image" Target="../media/image9.png"/><Relationship Id="rId15" Type="http://schemas.openxmlformats.org/officeDocument/2006/relationships/image" Target="../media/image19.png"/><Relationship Id="rId23" Type="http://schemas.openxmlformats.org/officeDocument/2006/relationships/image" Target="../media/image27.png"/><Relationship Id="rId28" Type="http://schemas.openxmlformats.org/officeDocument/2006/relationships/image" Target="../media/image32.png"/><Relationship Id="rId10" Type="http://schemas.openxmlformats.org/officeDocument/2006/relationships/image" Target="../media/image14.png"/><Relationship Id="rId19" Type="http://schemas.openxmlformats.org/officeDocument/2006/relationships/image" Target="../media/image23.png"/><Relationship Id="rId31" Type="http://schemas.openxmlformats.org/officeDocument/2006/relationships/image" Target="../media/image35.png"/><Relationship Id="rId4" Type="http://schemas.openxmlformats.org/officeDocument/2006/relationships/image" Target="../media/image8.png"/><Relationship Id="rId9" Type="http://schemas.openxmlformats.org/officeDocument/2006/relationships/image" Target="../media/image13.png"/><Relationship Id="rId14" Type="http://schemas.openxmlformats.org/officeDocument/2006/relationships/image" Target="../media/image18.png"/><Relationship Id="rId22" Type="http://schemas.openxmlformats.org/officeDocument/2006/relationships/image" Target="../media/image26.png"/><Relationship Id="rId27" Type="http://schemas.openxmlformats.org/officeDocument/2006/relationships/image" Target="../media/image31.png"/><Relationship Id="rId30" Type="http://schemas.openxmlformats.org/officeDocument/2006/relationships/image" Target="../media/image34.png"/></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PhAnim="0" type="title" preserve="1" userDrawn="1">
  <p:cSld name="Titelfolie">
    <p:spTree>
      <p:nvGrpSpPr>
        <p:cNvPr id="1" name=""/>
        <p:cNvGrpSpPr/>
        <p:nvPr/>
      </p:nvGrpSpPr>
      <p:grpSpPr bwMode="auto">
        <a:xfrm>
          <a:off x="0" y="0"/>
          <a:ext cx="0" cy="0"/>
          <a:chOff x="0" y="0"/>
          <a:chExt cx="0" cy="0"/>
        </a:xfrm>
      </p:grpSpPr>
      <p:sp>
        <p:nvSpPr>
          <p:cNvPr id="2" name="Titel 1"/>
          <p:cNvSpPr>
            <a:spLocks noGrp="1"/>
          </p:cNvSpPr>
          <p:nvPr>
            <p:ph type="ctrTitle" hasCustomPrompt="1"/>
          </p:nvPr>
        </p:nvSpPr>
        <p:spPr bwMode="auto">
          <a:xfrm>
            <a:off x="2205643" y="2410767"/>
            <a:ext cx="13716000" cy="3581400"/>
          </a:xfrm>
        </p:spPr>
        <p:txBody>
          <a:bodyPr anchor="b"/>
          <a:lstStyle>
            <a:lvl1pPr algn="ctr">
              <a:defRPr sz="6000"/>
            </a:lvl1pPr>
          </a:lstStyle>
          <a:p>
            <a:pPr>
              <a:defRPr/>
            </a:pPr>
            <a:r>
              <a:rPr lang="de-DE"/>
              <a:t>Titel</a:t>
            </a:r>
            <a:endParaRPr/>
          </a:p>
        </p:txBody>
      </p:sp>
      <p:sp>
        <p:nvSpPr>
          <p:cNvPr id="3" name="Untertitel 2"/>
          <p:cNvSpPr>
            <a:spLocks noGrp="1"/>
          </p:cNvSpPr>
          <p:nvPr>
            <p:ph type="subTitle" idx="1" hasCustomPrompt="1"/>
          </p:nvPr>
        </p:nvSpPr>
        <p:spPr bwMode="auto">
          <a:xfrm>
            <a:off x="2205643" y="7982337"/>
            <a:ext cx="6777643" cy="78319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a:defRPr/>
            </a:pPr>
            <a:r>
              <a:rPr lang="de-DE"/>
              <a:t>Tutor*in: </a:t>
            </a:r>
            <a:endParaRPr/>
          </a:p>
        </p:txBody>
      </p:sp>
      <p:sp>
        <p:nvSpPr>
          <p:cNvPr id="7" name="Freeform 2"/>
          <p:cNvSpPr/>
          <p:nvPr userDrawn="1"/>
        </p:nvSpPr>
        <p:spPr bwMode="auto">
          <a:xfrm>
            <a:off x="-1263092" y="4204093"/>
            <a:ext cx="2499164" cy="5514763"/>
          </a:xfrm>
          <a:custGeom>
            <a:avLst/>
            <a:gdLst/>
            <a:ahLst/>
            <a:cxnLst/>
            <a:rect l="l" t="t" r="r" b="b"/>
            <a:pathLst>
              <a:path w="2499164" h="2394654" extrusionOk="0">
                <a:moveTo>
                  <a:pt x="0" y="0"/>
                </a:moveTo>
                <a:lnTo>
                  <a:pt x="2499165" y="0"/>
                </a:lnTo>
                <a:lnTo>
                  <a:pt x="2499165" y="2394654"/>
                </a:lnTo>
                <a:lnTo>
                  <a:pt x="0" y="2394654"/>
                </a:lnTo>
                <a:lnTo>
                  <a:pt x="0" y="0"/>
                </a:lnTo>
                <a:close/>
              </a:path>
            </a:pathLst>
          </a:custGeom>
          <a:blipFill>
            <a:blip r:embed="rId2"/>
            <a:stretch/>
          </a:blipFill>
        </p:spPr>
        <p:txBody>
          <a:bodyPr/>
          <a:lstStyle/>
          <a:p>
            <a:pPr>
              <a:defRPr/>
            </a:pPr>
            <a:endParaRPr lang="de-DE"/>
          </a:p>
        </p:txBody>
      </p:sp>
      <p:sp>
        <p:nvSpPr>
          <p:cNvPr id="8" name="Freeform 3"/>
          <p:cNvSpPr/>
          <p:nvPr userDrawn="1"/>
        </p:nvSpPr>
        <p:spPr bwMode="auto">
          <a:xfrm rot="4680788">
            <a:off x="16257418" y="8270982"/>
            <a:ext cx="2635834" cy="2525609"/>
          </a:xfrm>
          <a:custGeom>
            <a:avLst/>
            <a:gdLst/>
            <a:ahLst/>
            <a:cxnLst/>
            <a:rect l="l" t="t" r="r" b="b"/>
            <a:pathLst>
              <a:path w="2635834" h="2525609" extrusionOk="0">
                <a:moveTo>
                  <a:pt x="0" y="0"/>
                </a:moveTo>
                <a:lnTo>
                  <a:pt x="2635835" y="0"/>
                </a:lnTo>
                <a:lnTo>
                  <a:pt x="2635835" y="2525608"/>
                </a:lnTo>
                <a:lnTo>
                  <a:pt x="0" y="2525608"/>
                </a:lnTo>
                <a:lnTo>
                  <a:pt x="0" y="0"/>
                </a:lnTo>
                <a:close/>
              </a:path>
            </a:pathLst>
          </a:custGeom>
          <a:blipFill>
            <a:blip r:embed="rId2"/>
            <a:stretch/>
          </a:blipFill>
        </p:spPr>
        <p:txBody>
          <a:bodyPr/>
          <a:lstStyle/>
          <a:p>
            <a:pPr>
              <a:defRPr/>
            </a:pPr>
            <a:endParaRPr lang="de-DE"/>
          </a:p>
        </p:txBody>
      </p:sp>
      <p:sp>
        <p:nvSpPr>
          <p:cNvPr id="9" name="Freeform 4"/>
          <p:cNvSpPr/>
          <p:nvPr userDrawn="1"/>
        </p:nvSpPr>
        <p:spPr bwMode="auto">
          <a:xfrm>
            <a:off x="15433702" y="7133471"/>
            <a:ext cx="3505909" cy="3416667"/>
          </a:xfrm>
          <a:custGeom>
            <a:avLst/>
            <a:gdLst/>
            <a:ahLst/>
            <a:cxnLst/>
            <a:rect l="l" t="t" r="r" b="b"/>
            <a:pathLst>
              <a:path w="3505909" h="3416667" extrusionOk="0">
                <a:moveTo>
                  <a:pt x="0" y="0"/>
                </a:moveTo>
                <a:lnTo>
                  <a:pt x="3505909" y="0"/>
                </a:lnTo>
                <a:lnTo>
                  <a:pt x="3505909" y="3416668"/>
                </a:lnTo>
                <a:lnTo>
                  <a:pt x="0" y="3416668"/>
                </a:lnTo>
                <a:lnTo>
                  <a:pt x="0" y="0"/>
                </a:lnTo>
                <a:close/>
              </a:path>
            </a:pathLst>
          </a:custGeom>
          <a:blipFill>
            <a:blip r:embed="rId3"/>
            <a:stretch/>
          </a:blipFill>
        </p:spPr>
        <p:txBody>
          <a:bodyPr/>
          <a:lstStyle/>
          <a:p>
            <a:pPr>
              <a:defRPr/>
            </a:pPr>
            <a:endParaRPr lang="de-DE"/>
          </a:p>
        </p:txBody>
      </p:sp>
      <p:sp>
        <p:nvSpPr>
          <p:cNvPr id="10" name="Freeform 5"/>
          <p:cNvSpPr/>
          <p:nvPr userDrawn="1"/>
        </p:nvSpPr>
        <p:spPr bwMode="auto">
          <a:xfrm>
            <a:off x="-241193" y="146185"/>
            <a:ext cx="2813227" cy="2781862"/>
          </a:xfrm>
          <a:custGeom>
            <a:avLst/>
            <a:gdLst/>
            <a:ahLst/>
            <a:cxnLst/>
            <a:rect l="l" t="t" r="r" b="b"/>
            <a:pathLst>
              <a:path w="2085371" h="2032289" extrusionOk="0">
                <a:moveTo>
                  <a:pt x="0" y="0"/>
                </a:moveTo>
                <a:lnTo>
                  <a:pt x="2085371" y="0"/>
                </a:lnTo>
                <a:lnTo>
                  <a:pt x="2085371" y="2032289"/>
                </a:lnTo>
                <a:lnTo>
                  <a:pt x="0" y="2032289"/>
                </a:lnTo>
                <a:lnTo>
                  <a:pt x="0" y="0"/>
                </a:lnTo>
                <a:close/>
              </a:path>
            </a:pathLst>
          </a:custGeom>
          <a:blipFill>
            <a:blip r:embed="rId3"/>
            <a:stretch/>
          </a:blipFill>
        </p:spPr>
        <p:txBody>
          <a:bodyPr/>
          <a:lstStyle/>
          <a:p>
            <a:pPr>
              <a:defRPr/>
            </a:pPr>
            <a:endParaRPr lang="de-DE"/>
          </a:p>
        </p:txBody>
      </p:sp>
      <p:sp>
        <p:nvSpPr>
          <p:cNvPr id="11" name="Freeform 6"/>
          <p:cNvSpPr/>
          <p:nvPr userDrawn="1"/>
        </p:nvSpPr>
        <p:spPr bwMode="auto">
          <a:xfrm rot="7860678">
            <a:off x="63301" y="315707"/>
            <a:ext cx="1600955" cy="1490343"/>
          </a:xfrm>
          <a:custGeom>
            <a:avLst/>
            <a:gdLst/>
            <a:ahLst/>
            <a:cxnLst/>
            <a:rect l="l" t="t" r="r" b="b"/>
            <a:pathLst>
              <a:path w="1600955" h="1490343" extrusionOk="0">
                <a:moveTo>
                  <a:pt x="0" y="0"/>
                </a:moveTo>
                <a:lnTo>
                  <a:pt x="1600954" y="0"/>
                </a:lnTo>
                <a:lnTo>
                  <a:pt x="1600954" y="1490343"/>
                </a:lnTo>
                <a:lnTo>
                  <a:pt x="0" y="1490343"/>
                </a:lnTo>
                <a:lnTo>
                  <a:pt x="0" y="0"/>
                </a:lnTo>
                <a:close/>
              </a:path>
            </a:pathLst>
          </a:custGeom>
          <a:blipFill>
            <a:blip r:embed="rId4"/>
            <a:stretch/>
          </a:blipFill>
        </p:spPr>
        <p:txBody>
          <a:bodyPr/>
          <a:lstStyle/>
          <a:p>
            <a:pPr>
              <a:defRPr/>
            </a:pPr>
            <a:endParaRPr lang="de-DE"/>
          </a:p>
        </p:txBody>
      </p:sp>
      <p:sp>
        <p:nvSpPr>
          <p:cNvPr id="12" name="Freeform 7"/>
          <p:cNvSpPr/>
          <p:nvPr userDrawn="1"/>
        </p:nvSpPr>
        <p:spPr bwMode="auto">
          <a:xfrm rot="7860678">
            <a:off x="15930678" y="7382404"/>
            <a:ext cx="2243704" cy="2088684"/>
          </a:xfrm>
          <a:custGeom>
            <a:avLst/>
            <a:gdLst/>
            <a:ahLst/>
            <a:cxnLst/>
            <a:rect l="l" t="t" r="r" b="b"/>
            <a:pathLst>
              <a:path w="2243704" h="2088684" extrusionOk="0">
                <a:moveTo>
                  <a:pt x="0" y="0"/>
                </a:moveTo>
                <a:lnTo>
                  <a:pt x="2243704" y="0"/>
                </a:lnTo>
                <a:lnTo>
                  <a:pt x="2243704" y="2088684"/>
                </a:lnTo>
                <a:lnTo>
                  <a:pt x="0" y="2088684"/>
                </a:lnTo>
                <a:lnTo>
                  <a:pt x="0" y="0"/>
                </a:lnTo>
                <a:close/>
              </a:path>
            </a:pathLst>
          </a:custGeom>
          <a:blipFill>
            <a:blip r:embed="rId4"/>
            <a:stretch/>
          </a:blipFill>
        </p:spPr>
        <p:txBody>
          <a:bodyPr/>
          <a:lstStyle/>
          <a:p>
            <a:pPr>
              <a:defRPr/>
            </a:pPr>
            <a:endParaRPr lang="de-DE"/>
          </a:p>
        </p:txBody>
      </p:sp>
      <p:sp>
        <p:nvSpPr>
          <p:cNvPr id="13" name="Freeform 8"/>
          <p:cNvSpPr/>
          <p:nvPr userDrawn="1"/>
        </p:nvSpPr>
        <p:spPr bwMode="auto">
          <a:xfrm rot="-458312">
            <a:off x="16269322" y="-478677"/>
            <a:ext cx="3155791" cy="3023821"/>
          </a:xfrm>
          <a:custGeom>
            <a:avLst/>
            <a:gdLst/>
            <a:ahLst/>
            <a:cxnLst/>
            <a:rect l="l" t="t" r="r" b="b"/>
            <a:pathLst>
              <a:path w="3155791" h="3023821" extrusionOk="0">
                <a:moveTo>
                  <a:pt x="0" y="0"/>
                </a:moveTo>
                <a:lnTo>
                  <a:pt x="3155790" y="0"/>
                </a:lnTo>
                <a:lnTo>
                  <a:pt x="3155790" y="3023821"/>
                </a:lnTo>
                <a:lnTo>
                  <a:pt x="0" y="3023821"/>
                </a:lnTo>
                <a:lnTo>
                  <a:pt x="0" y="0"/>
                </a:lnTo>
                <a:close/>
              </a:path>
            </a:pathLst>
          </a:custGeom>
          <a:blipFill>
            <a:blip r:embed="rId2"/>
            <a:stretch/>
          </a:blipFill>
        </p:spPr>
        <p:txBody>
          <a:bodyPr/>
          <a:lstStyle/>
          <a:p>
            <a:pPr>
              <a:defRPr/>
            </a:pPr>
            <a:endParaRPr lang="de-DE"/>
          </a:p>
        </p:txBody>
      </p:sp>
      <p:sp>
        <p:nvSpPr>
          <p:cNvPr id="14" name="Freeform 9"/>
          <p:cNvSpPr/>
          <p:nvPr userDrawn="1"/>
        </p:nvSpPr>
        <p:spPr bwMode="auto">
          <a:xfrm rot="1296289">
            <a:off x="16320004" y="1512598"/>
            <a:ext cx="2265599" cy="1919581"/>
          </a:xfrm>
          <a:custGeom>
            <a:avLst/>
            <a:gdLst/>
            <a:ahLst/>
            <a:cxnLst/>
            <a:rect l="l" t="t" r="r" b="b"/>
            <a:pathLst>
              <a:path w="2265599" h="1919581" extrusionOk="0">
                <a:moveTo>
                  <a:pt x="0" y="0"/>
                </a:moveTo>
                <a:lnTo>
                  <a:pt x="2265600" y="0"/>
                </a:lnTo>
                <a:lnTo>
                  <a:pt x="2265600" y="1919581"/>
                </a:lnTo>
                <a:lnTo>
                  <a:pt x="0" y="1919581"/>
                </a:lnTo>
                <a:lnTo>
                  <a:pt x="0" y="0"/>
                </a:lnTo>
                <a:close/>
              </a:path>
            </a:pathLst>
          </a:custGeom>
          <a:blipFill>
            <a:blip r:embed="rId5"/>
            <a:stretch/>
          </a:blipFill>
        </p:spPr>
        <p:txBody>
          <a:bodyPr/>
          <a:lstStyle/>
          <a:p>
            <a:pPr>
              <a:defRPr/>
            </a:pPr>
            <a:endParaRPr lang="de-DE"/>
          </a:p>
        </p:txBody>
      </p:sp>
      <p:sp>
        <p:nvSpPr>
          <p:cNvPr id="15" name="Freeform 10"/>
          <p:cNvSpPr/>
          <p:nvPr userDrawn="1"/>
        </p:nvSpPr>
        <p:spPr bwMode="auto">
          <a:xfrm rot="-2487859">
            <a:off x="1794946" y="-277491"/>
            <a:ext cx="2161751" cy="1802118"/>
          </a:xfrm>
          <a:custGeom>
            <a:avLst/>
            <a:gdLst/>
            <a:ahLst/>
            <a:cxnLst/>
            <a:rect l="l" t="t" r="r" b="b"/>
            <a:pathLst>
              <a:path w="1763767" h="1494392" extrusionOk="0">
                <a:moveTo>
                  <a:pt x="0" y="0"/>
                </a:moveTo>
                <a:lnTo>
                  <a:pt x="1763767" y="0"/>
                </a:lnTo>
                <a:lnTo>
                  <a:pt x="1763767" y="1494392"/>
                </a:lnTo>
                <a:lnTo>
                  <a:pt x="0" y="1494392"/>
                </a:lnTo>
                <a:lnTo>
                  <a:pt x="0" y="0"/>
                </a:lnTo>
                <a:close/>
              </a:path>
            </a:pathLst>
          </a:custGeom>
          <a:blipFill>
            <a:blip r:embed="rId5"/>
            <a:stretch/>
          </a:blipFill>
        </p:spPr>
        <p:txBody>
          <a:bodyPr/>
          <a:lstStyle/>
          <a:p>
            <a:pPr>
              <a:defRPr/>
            </a:pPr>
            <a:endParaRPr lang="de-DE"/>
          </a:p>
        </p:txBody>
      </p:sp>
      <p:sp>
        <p:nvSpPr>
          <p:cNvPr id="16" name="Freeform 11"/>
          <p:cNvSpPr/>
          <p:nvPr userDrawn="1"/>
        </p:nvSpPr>
        <p:spPr bwMode="auto">
          <a:xfrm rot="1296289">
            <a:off x="-369759" y="7879792"/>
            <a:ext cx="2430280" cy="2059110"/>
          </a:xfrm>
          <a:custGeom>
            <a:avLst/>
            <a:gdLst/>
            <a:ahLst/>
            <a:cxnLst/>
            <a:rect l="l" t="t" r="r" b="b"/>
            <a:pathLst>
              <a:path w="2430280" h="2059110" extrusionOk="0">
                <a:moveTo>
                  <a:pt x="0" y="0"/>
                </a:moveTo>
                <a:lnTo>
                  <a:pt x="2430281" y="0"/>
                </a:lnTo>
                <a:lnTo>
                  <a:pt x="2430281" y="2059110"/>
                </a:lnTo>
                <a:lnTo>
                  <a:pt x="0" y="2059110"/>
                </a:lnTo>
                <a:lnTo>
                  <a:pt x="0" y="0"/>
                </a:lnTo>
                <a:close/>
              </a:path>
            </a:pathLst>
          </a:custGeom>
          <a:blipFill>
            <a:blip r:embed="rId5"/>
            <a:stretch/>
          </a:blipFill>
        </p:spPr>
        <p:txBody>
          <a:bodyPr/>
          <a:lstStyle/>
          <a:p>
            <a:pPr>
              <a:defRPr/>
            </a:pPr>
            <a:endParaRPr lang="de-DE"/>
          </a:p>
        </p:txBody>
      </p:sp>
      <p:sp>
        <p:nvSpPr>
          <p:cNvPr id="17" name="Freeform 12"/>
          <p:cNvSpPr/>
          <p:nvPr userDrawn="1"/>
        </p:nvSpPr>
        <p:spPr bwMode="auto">
          <a:xfrm rot="7628196">
            <a:off x="15300850" y="559721"/>
            <a:ext cx="1939168" cy="1805189"/>
          </a:xfrm>
          <a:custGeom>
            <a:avLst/>
            <a:gdLst/>
            <a:ahLst/>
            <a:cxnLst/>
            <a:rect l="l" t="t" r="r" b="b"/>
            <a:pathLst>
              <a:path w="1939168" h="1805189" extrusionOk="0">
                <a:moveTo>
                  <a:pt x="0" y="0"/>
                </a:moveTo>
                <a:lnTo>
                  <a:pt x="1939169" y="0"/>
                </a:lnTo>
                <a:lnTo>
                  <a:pt x="1939169" y="1805189"/>
                </a:lnTo>
                <a:lnTo>
                  <a:pt x="0" y="1805189"/>
                </a:lnTo>
                <a:lnTo>
                  <a:pt x="0" y="0"/>
                </a:lnTo>
                <a:close/>
              </a:path>
            </a:pathLst>
          </a:custGeom>
          <a:blipFill>
            <a:blip r:embed="rId4"/>
            <a:stretch/>
          </a:blipFill>
        </p:spPr>
        <p:txBody>
          <a:bodyPr/>
          <a:lstStyle/>
          <a:p>
            <a:pPr>
              <a:defRPr/>
            </a:pPr>
            <a:endParaRPr lang="de-DE"/>
          </a:p>
        </p:txBody>
      </p:sp>
      <p:sp>
        <p:nvSpPr>
          <p:cNvPr id="4" name="Untertitel 2"/>
          <p:cNvSpPr txBox="1"/>
          <p:nvPr userDrawn="1"/>
        </p:nvSpPr>
        <p:spPr bwMode="auto">
          <a:xfrm>
            <a:off x="2205642" y="6228658"/>
            <a:ext cx="13716000" cy="1276046"/>
          </a:xfrm>
          <a:prstGeom prst="rect">
            <a:avLst/>
          </a:prstGeom>
        </p:spPr>
        <p:txBody>
          <a:bodyPr vert="horz" lIns="91440" tIns="45720" rIns="91440" bIns="45720" rtlCol="0">
            <a:normAutofit/>
          </a:bodyPr>
          <a:lstStyle>
            <a:lvl1pPr marL="0" indent="0" algn="ctr" defTabSz="914400">
              <a:lnSpc>
                <a:spcPct val="90000"/>
              </a:lnSpc>
              <a:spcBef>
                <a:spcPts val="1000"/>
              </a:spcBef>
              <a:buFont typeface="Arial"/>
              <a:buNone/>
              <a:defRPr sz="2400">
                <a:solidFill>
                  <a:schemeClr val="tx1"/>
                </a:solidFill>
                <a:latin typeface="+mn-lt"/>
                <a:ea typeface="+mn-ea"/>
                <a:cs typeface="+mn-cs"/>
              </a:defRPr>
            </a:lvl1pPr>
            <a:lvl2pPr marL="457200" indent="0" algn="ctr" defTabSz="914400">
              <a:lnSpc>
                <a:spcPct val="90000"/>
              </a:lnSpc>
              <a:spcBef>
                <a:spcPts val="500"/>
              </a:spcBef>
              <a:buFont typeface="Arial"/>
              <a:buNone/>
              <a:defRPr sz="2000">
                <a:solidFill>
                  <a:schemeClr val="tx1"/>
                </a:solidFill>
                <a:latin typeface="+mn-lt"/>
                <a:ea typeface="+mn-ea"/>
                <a:cs typeface="+mn-cs"/>
              </a:defRPr>
            </a:lvl2pPr>
            <a:lvl3pPr marL="914400" indent="0" algn="ctr" defTabSz="914400">
              <a:lnSpc>
                <a:spcPct val="90000"/>
              </a:lnSpc>
              <a:spcBef>
                <a:spcPts val="500"/>
              </a:spcBef>
              <a:buFont typeface="Arial"/>
              <a:buNone/>
              <a:defRPr sz="1800">
                <a:solidFill>
                  <a:schemeClr val="tx1"/>
                </a:solidFill>
                <a:latin typeface="+mn-lt"/>
                <a:ea typeface="+mn-ea"/>
                <a:cs typeface="+mn-cs"/>
              </a:defRPr>
            </a:lvl3pPr>
            <a:lvl4pPr marL="1371600" indent="0" algn="ctr" defTabSz="914400">
              <a:lnSpc>
                <a:spcPct val="90000"/>
              </a:lnSpc>
              <a:spcBef>
                <a:spcPts val="500"/>
              </a:spcBef>
              <a:buFont typeface="Arial"/>
              <a:buNone/>
              <a:defRPr sz="1600">
                <a:solidFill>
                  <a:schemeClr val="tx1"/>
                </a:solidFill>
                <a:latin typeface="+mn-lt"/>
                <a:ea typeface="+mn-ea"/>
                <a:cs typeface="+mn-cs"/>
              </a:defRPr>
            </a:lvl4pPr>
            <a:lvl5pPr marL="1828800" indent="0" algn="ctr" defTabSz="914400">
              <a:lnSpc>
                <a:spcPct val="90000"/>
              </a:lnSpc>
              <a:spcBef>
                <a:spcPts val="500"/>
              </a:spcBef>
              <a:buFont typeface="Arial"/>
              <a:buNone/>
              <a:defRPr sz="1600">
                <a:solidFill>
                  <a:schemeClr val="tx1"/>
                </a:solidFill>
                <a:latin typeface="+mn-lt"/>
                <a:ea typeface="+mn-ea"/>
                <a:cs typeface="+mn-cs"/>
              </a:defRPr>
            </a:lvl5pPr>
            <a:lvl6pPr marL="2286000" indent="0" algn="ctr" defTabSz="914400">
              <a:lnSpc>
                <a:spcPct val="90000"/>
              </a:lnSpc>
              <a:spcBef>
                <a:spcPts val="500"/>
              </a:spcBef>
              <a:buFont typeface="Arial"/>
              <a:buNone/>
              <a:defRPr sz="1600">
                <a:solidFill>
                  <a:schemeClr val="tx1"/>
                </a:solidFill>
                <a:latin typeface="+mn-lt"/>
                <a:ea typeface="+mn-ea"/>
                <a:cs typeface="+mn-cs"/>
              </a:defRPr>
            </a:lvl6pPr>
            <a:lvl7pPr marL="2743200" indent="0" algn="ctr" defTabSz="914400">
              <a:lnSpc>
                <a:spcPct val="90000"/>
              </a:lnSpc>
              <a:spcBef>
                <a:spcPts val="500"/>
              </a:spcBef>
              <a:buFont typeface="Arial"/>
              <a:buNone/>
              <a:defRPr sz="1600">
                <a:solidFill>
                  <a:schemeClr val="tx1"/>
                </a:solidFill>
                <a:latin typeface="+mn-lt"/>
                <a:ea typeface="+mn-ea"/>
                <a:cs typeface="+mn-cs"/>
              </a:defRPr>
            </a:lvl7pPr>
            <a:lvl8pPr marL="3200400" indent="0" algn="ctr" defTabSz="914400">
              <a:lnSpc>
                <a:spcPct val="90000"/>
              </a:lnSpc>
              <a:spcBef>
                <a:spcPts val="500"/>
              </a:spcBef>
              <a:buFont typeface="Arial"/>
              <a:buNone/>
              <a:defRPr sz="1600">
                <a:solidFill>
                  <a:schemeClr val="tx1"/>
                </a:solidFill>
                <a:latin typeface="+mn-lt"/>
                <a:ea typeface="+mn-ea"/>
                <a:cs typeface="+mn-cs"/>
              </a:defRPr>
            </a:lvl8pPr>
            <a:lvl9pPr marL="3657600" indent="0" algn="ctr" defTabSz="914400">
              <a:lnSpc>
                <a:spcPct val="90000"/>
              </a:lnSpc>
              <a:spcBef>
                <a:spcPts val="500"/>
              </a:spcBef>
              <a:buFont typeface="Arial"/>
              <a:buNone/>
              <a:defRPr sz="1600">
                <a:solidFill>
                  <a:schemeClr val="tx1"/>
                </a:solidFill>
                <a:latin typeface="+mn-lt"/>
                <a:ea typeface="+mn-ea"/>
                <a:cs typeface="+mn-cs"/>
              </a:defRPr>
            </a:lvl9pPr>
          </a:lstStyle>
          <a:p>
            <a:pPr>
              <a:defRPr/>
            </a:pPr>
            <a:r>
              <a:rPr lang="de-DE"/>
              <a:t>Master-Untertitelformat bearbeiten</a:t>
            </a:r>
            <a:endParaRPr/>
          </a:p>
        </p:txBody>
      </p:sp>
      <p:sp>
        <p:nvSpPr>
          <p:cNvPr id="5" name="Untertitel 2"/>
          <p:cNvSpPr txBox="1"/>
          <p:nvPr userDrawn="1"/>
        </p:nvSpPr>
        <p:spPr bwMode="auto">
          <a:xfrm>
            <a:off x="9144000" y="7982337"/>
            <a:ext cx="6777643" cy="783192"/>
          </a:xfrm>
          <a:prstGeom prst="rect">
            <a:avLst/>
          </a:prstGeom>
        </p:spPr>
        <p:txBody>
          <a:bodyPr vert="horz" lIns="91440" tIns="45720" rIns="91440" bIns="45720" rtlCol="0">
            <a:normAutofit/>
          </a:bodyPr>
          <a:lstStyle>
            <a:lvl1pPr marL="0" indent="0" algn="ctr" defTabSz="914400">
              <a:lnSpc>
                <a:spcPct val="90000"/>
              </a:lnSpc>
              <a:spcBef>
                <a:spcPts val="1000"/>
              </a:spcBef>
              <a:buFont typeface="Arial"/>
              <a:buNone/>
              <a:defRPr sz="2400">
                <a:solidFill>
                  <a:schemeClr val="tx1"/>
                </a:solidFill>
                <a:latin typeface="+mn-lt"/>
                <a:ea typeface="+mn-ea"/>
                <a:cs typeface="+mn-cs"/>
              </a:defRPr>
            </a:lvl1pPr>
            <a:lvl2pPr marL="457200" indent="0" algn="ctr" defTabSz="914400">
              <a:lnSpc>
                <a:spcPct val="90000"/>
              </a:lnSpc>
              <a:spcBef>
                <a:spcPts val="500"/>
              </a:spcBef>
              <a:buFont typeface="Arial"/>
              <a:buNone/>
              <a:defRPr sz="2000">
                <a:solidFill>
                  <a:schemeClr val="tx1"/>
                </a:solidFill>
                <a:latin typeface="+mn-lt"/>
                <a:ea typeface="+mn-ea"/>
                <a:cs typeface="+mn-cs"/>
              </a:defRPr>
            </a:lvl2pPr>
            <a:lvl3pPr marL="914400" indent="0" algn="ctr" defTabSz="914400">
              <a:lnSpc>
                <a:spcPct val="90000"/>
              </a:lnSpc>
              <a:spcBef>
                <a:spcPts val="500"/>
              </a:spcBef>
              <a:buFont typeface="Arial"/>
              <a:buNone/>
              <a:defRPr sz="1800">
                <a:solidFill>
                  <a:schemeClr val="tx1"/>
                </a:solidFill>
                <a:latin typeface="+mn-lt"/>
                <a:ea typeface="+mn-ea"/>
                <a:cs typeface="+mn-cs"/>
              </a:defRPr>
            </a:lvl3pPr>
            <a:lvl4pPr marL="1371600" indent="0" algn="ctr" defTabSz="914400">
              <a:lnSpc>
                <a:spcPct val="90000"/>
              </a:lnSpc>
              <a:spcBef>
                <a:spcPts val="500"/>
              </a:spcBef>
              <a:buFont typeface="Arial"/>
              <a:buNone/>
              <a:defRPr sz="1600">
                <a:solidFill>
                  <a:schemeClr val="tx1"/>
                </a:solidFill>
                <a:latin typeface="+mn-lt"/>
                <a:ea typeface="+mn-ea"/>
                <a:cs typeface="+mn-cs"/>
              </a:defRPr>
            </a:lvl4pPr>
            <a:lvl5pPr marL="1828800" indent="0" algn="ctr" defTabSz="914400">
              <a:lnSpc>
                <a:spcPct val="90000"/>
              </a:lnSpc>
              <a:spcBef>
                <a:spcPts val="500"/>
              </a:spcBef>
              <a:buFont typeface="Arial"/>
              <a:buNone/>
              <a:defRPr sz="1600">
                <a:solidFill>
                  <a:schemeClr val="tx1"/>
                </a:solidFill>
                <a:latin typeface="+mn-lt"/>
                <a:ea typeface="+mn-ea"/>
                <a:cs typeface="+mn-cs"/>
              </a:defRPr>
            </a:lvl5pPr>
            <a:lvl6pPr marL="2286000" indent="0" algn="ctr" defTabSz="914400">
              <a:lnSpc>
                <a:spcPct val="90000"/>
              </a:lnSpc>
              <a:spcBef>
                <a:spcPts val="500"/>
              </a:spcBef>
              <a:buFont typeface="Arial"/>
              <a:buNone/>
              <a:defRPr sz="1600">
                <a:solidFill>
                  <a:schemeClr val="tx1"/>
                </a:solidFill>
                <a:latin typeface="+mn-lt"/>
                <a:ea typeface="+mn-ea"/>
                <a:cs typeface="+mn-cs"/>
              </a:defRPr>
            </a:lvl6pPr>
            <a:lvl7pPr marL="2743200" indent="0" algn="ctr" defTabSz="914400">
              <a:lnSpc>
                <a:spcPct val="90000"/>
              </a:lnSpc>
              <a:spcBef>
                <a:spcPts val="500"/>
              </a:spcBef>
              <a:buFont typeface="Arial"/>
              <a:buNone/>
              <a:defRPr sz="1600">
                <a:solidFill>
                  <a:schemeClr val="tx1"/>
                </a:solidFill>
                <a:latin typeface="+mn-lt"/>
                <a:ea typeface="+mn-ea"/>
                <a:cs typeface="+mn-cs"/>
              </a:defRPr>
            </a:lvl7pPr>
            <a:lvl8pPr marL="3200400" indent="0" algn="ctr" defTabSz="914400">
              <a:lnSpc>
                <a:spcPct val="90000"/>
              </a:lnSpc>
              <a:spcBef>
                <a:spcPts val="500"/>
              </a:spcBef>
              <a:buFont typeface="Arial"/>
              <a:buNone/>
              <a:defRPr sz="1600">
                <a:solidFill>
                  <a:schemeClr val="tx1"/>
                </a:solidFill>
                <a:latin typeface="+mn-lt"/>
                <a:ea typeface="+mn-ea"/>
                <a:cs typeface="+mn-cs"/>
              </a:defRPr>
            </a:lvl8pPr>
            <a:lvl9pPr marL="3657600" indent="0" algn="ctr" defTabSz="914400">
              <a:lnSpc>
                <a:spcPct val="90000"/>
              </a:lnSpc>
              <a:spcBef>
                <a:spcPts val="500"/>
              </a:spcBef>
              <a:buFont typeface="Arial"/>
              <a:buNone/>
              <a:defRPr sz="1600">
                <a:solidFill>
                  <a:schemeClr val="tx1"/>
                </a:solidFill>
                <a:latin typeface="+mn-lt"/>
                <a:ea typeface="+mn-ea"/>
                <a:cs typeface="+mn-cs"/>
              </a:defRPr>
            </a:lvl9pPr>
          </a:lstStyle>
          <a:p>
            <a:pPr>
              <a:defRPr/>
            </a:pPr>
            <a:r>
              <a:rPr lang="de-DE"/>
              <a:t>Datum: </a:t>
            </a:r>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PhAnim="0" preserve="1" userDrawn="1">
  <p:cSld name="Agenda">
    <p:spTree>
      <p:nvGrpSpPr>
        <p:cNvPr id="1" name=""/>
        <p:cNvGrpSpPr/>
        <p:nvPr/>
      </p:nvGrpSpPr>
      <p:grpSpPr bwMode="auto">
        <a:xfrm>
          <a:off x="0" y="0"/>
          <a:ext cx="0" cy="0"/>
          <a:chOff x="0" y="0"/>
          <a:chExt cx="0" cy="0"/>
        </a:xfrm>
      </p:grpSpPr>
      <p:sp>
        <p:nvSpPr>
          <p:cNvPr id="2" name="Titel 1"/>
          <p:cNvSpPr>
            <a:spLocks noGrp="1"/>
          </p:cNvSpPr>
          <p:nvPr>
            <p:ph type="title" hasCustomPrompt="1"/>
          </p:nvPr>
        </p:nvSpPr>
        <p:spPr bwMode="auto"/>
        <p:txBody>
          <a:bodyPr anchor="b"/>
          <a:lstStyle>
            <a:lvl1pPr>
              <a:defRPr sz="6000"/>
            </a:lvl1pPr>
          </a:lstStyle>
          <a:p>
            <a:pPr>
              <a:defRPr/>
            </a:pPr>
            <a:r>
              <a:rPr lang="de-DE"/>
              <a:t>Agenda</a:t>
            </a:r>
            <a:endParaRPr/>
          </a:p>
        </p:txBody>
      </p:sp>
      <p:sp>
        <p:nvSpPr>
          <p:cNvPr id="17" name="Freeform 13"/>
          <p:cNvSpPr/>
          <p:nvPr userDrawn="1"/>
        </p:nvSpPr>
        <p:spPr bwMode="auto">
          <a:xfrm>
            <a:off x="7687907" y="30602"/>
            <a:ext cx="2912186" cy="1012162"/>
          </a:xfrm>
          <a:custGeom>
            <a:avLst/>
            <a:gdLst/>
            <a:ahLst/>
            <a:cxnLst/>
            <a:rect l="l" t="t" r="r" b="b"/>
            <a:pathLst>
              <a:path w="2912186" h="1012162" extrusionOk="0">
                <a:moveTo>
                  <a:pt x="0" y="0"/>
                </a:moveTo>
                <a:lnTo>
                  <a:pt x="2912186" y="0"/>
                </a:lnTo>
                <a:lnTo>
                  <a:pt x="2912186" y="1012162"/>
                </a:lnTo>
                <a:lnTo>
                  <a:pt x="0" y="1012162"/>
                </a:lnTo>
                <a:lnTo>
                  <a:pt x="0" y="0"/>
                </a:lnTo>
                <a:close/>
              </a:path>
            </a:pathLst>
          </a:custGeom>
          <a:blipFill>
            <a:blip r:embed="rId2"/>
            <a:stretch/>
          </a:blipFill>
        </p:spPr>
        <p:txBody>
          <a:bodyPr/>
          <a:lstStyle/>
          <a:p>
            <a:pPr>
              <a:defRPr/>
            </a:pPr>
            <a:endParaRPr lang="de-DE"/>
          </a:p>
        </p:txBody>
      </p:sp>
      <p:sp>
        <p:nvSpPr>
          <p:cNvPr id="30" name="Freeform 10"/>
          <p:cNvSpPr/>
          <p:nvPr userDrawn="1"/>
        </p:nvSpPr>
        <p:spPr bwMode="auto">
          <a:xfrm rot="-2487859">
            <a:off x="2018666" y="506518"/>
            <a:ext cx="2809405" cy="2643335"/>
          </a:xfrm>
          <a:custGeom>
            <a:avLst/>
            <a:gdLst/>
            <a:ahLst/>
            <a:cxnLst/>
            <a:rect l="l" t="t" r="r" b="b"/>
            <a:pathLst>
              <a:path w="1763767" h="1494392" extrusionOk="0">
                <a:moveTo>
                  <a:pt x="0" y="0"/>
                </a:moveTo>
                <a:lnTo>
                  <a:pt x="1763767" y="0"/>
                </a:lnTo>
                <a:lnTo>
                  <a:pt x="1763767" y="1494392"/>
                </a:lnTo>
                <a:lnTo>
                  <a:pt x="0" y="1494392"/>
                </a:lnTo>
                <a:lnTo>
                  <a:pt x="0" y="0"/>
                </a:lnTo>
                <a:close/>
              </a:path>
            </a:pathLst>
          </a:custGeom>
          <a:blipFill>
            <a:blip r:embed="rId3"/>
            <a:stretch/>
          </a:blipFill>
        </p:spPr>
        <p:txBody>
          <a:bodyPr/>
          <a:lstStyle/>
          <a:p>
            <a:pPr>
              <a:defRPr/>
            </a:pPr>
            <a:endParaRPr lang="de-DE"/>
          </a:p>
        </p:txBody>
      </p:sp>
      <p:sp>
        <p:nvSpPr>
          <p:cNvPr id="31" name="Freeform 2"/>
          <p:cNvSpPr/>
          <p:nvPr userDrawn="1"/>
        </p:nvSpPr>
        <p:spPr bwMode="auto">
          <a:xfrm>
            <a:off x="-562784" y="4424673"/>
            <a:ext cx="2499164" cy="2394654"/>
          </a:xfrm>
          <a:custGeom>
            <a:avLst/>
            <a:gdLst/>
            <a:ahLst/>
            <a:cxnLst/>
            <a:rect l="l" t="t" r="r" b="b"/>
            <a:pathLst>
              <a:path w="2499164" h="2394654" extrusionOk="0">
                <a:moveTo>
                  <a:pt x="0" y="0"/>
                </a:moveTo>
                <a:lnTo>
                  <a:pt x="2499165" y="0"/>
                </a:lnTo>
                <a:lnTo>
                  <a:pt x="2499165" y="2394654"/>
                </a:lnTo>
                <a:lnTo>
                  <a:pt x="0" y="2394654"/>
                </a:lnTo>
                <a:lnTo>
                  <a:pt x="0" y="0"/>
                </a:lnTo>
                <a:close/>
              </a:path>
            </a:pathLst>
          </a:custGeom>
          <a:blipFill>
            <a:blip r:embed="rId4"/>
            <a:stretch/>
          </a:blipFill>
        </p:spPr>
        <p:txBody>
          <a:bodyPr/>
          <a:lstStyle/>
          <a:p>
            <a:pPr>
              <a:defRPr/>
            </a:pPr>
            <a:endParaRPr lang="de-DE"/>
          </a:p>
        </p:txBody>
      </p:sp>
      <p:sp>
        <p:nvSpPr>
          <p:cNvPr id="32" name="Freeform 3"/>
          <p:cNvSpPr/>
          <p:nvPr userDrawn="1"/>
        </p:nvSpPr>
        <p:spPr bwMode="auto">
          <a:xfrm rot="4680788">
            <a:off x="16257418" y="8270982"/>
            <a:ext cx="2635834" cy="2525609"/>
          </a:xfrm>
          <a:custGeom>
            <a:avLst/>
            <a:gdLst/>
            <a:ahLst/>
            <a:cxnLst/>
            <a:rect l="l" t="t" r="r" b="b"/>
            <a:pathLst>
              <a:path w="2635834" h="2525609" extrusionOk="0">
                <a:moveTo>
                  <a:pt x="0" y="0"/>
                </a:moveTo>
                <a:lnTo>
                  <a:pt x="2635835" y="0"/>
                </a:lnTo>
                <a:lnTo>
                  <a:pt x="2635835" y="2525608"/>
                </a:lnTo>
                <a:lnTo>
                  <a:pt x="0" y="2525608"/>
                </a:lnTo>
                <a:lnTo>
                  <a:pt x="0" y="0"/>
                </a:lnTo>
                <a:close/>
              </a:path>
            </a:pathLst>
          </a:custGeom>
          <a:blipFill>
            <a:blip r:embed="rId4"/>
            <a:stretch/>
          </a:blipFill>
        </p:spPr>
        <p:txBody>
          <a:bodyPr/>
          <a:lstStyle/>
          <a:p>
            <a:pPr>
              <a:defRPr/>
            </a:pPr>
            <a:endParaRPr lang="de-DE"/>
          </a:p>
        </p:txBody>
      </p:sp>
      <p:sp>
        <p:nvSpPr>
          <p:cNvPr id="33" name="Freeform 4"/>
          <p:cNvSpPr/>
          <p:nvPr userDrawn="1"/>
        </p:nvSpPr>
        <p:spPr bwMode="auto">
          <a:xfrm>
            <a:off x="-1766" y="-260603"/>
            <a:ext cx="3894251" cy="4068485"/>
          </a:xfrm>
          <a:custGeom>
            <a:avLst/>
            <a:gdLst/>
            <a:ahLst/>
            <a:cxnLst/>
            <a:rect l="l" t="t" r="r" b="b"/>
            <a:pathLst>
              <a:path w="3505909" h="3416667" extrusionOk="0">
                <a:moveTo>
                  <a:pt x="0" y="0"/>
                </a:moveTo>
                <a:lnTo>
                  <a:pt x="3505909" y="0"/>
                </a:lnTo>
                <a:lnTo>
                  <a:pt x="3505909" y="3416668"/>
                </a:lnTo>
                <a:lnTo>
                  <a:pt x="0" y="3416668"/>
                </a:lnTo>
                <a:lnTo>
                  <a:pt x="0" y="0"/>
                </a:lnTo>
                <a:close/>
              </a:path>
            </a:pathLst>
          </a:custGeom>
          <a:blipFill>
            <a:blip r:embed="rId5"/>
            <a:stretch/>
          </a:blipFill>
        </p:spPr>
        <p:txBody>
          <a:bodyPr/>
          <a:lstStyle/>
          <a:p>
            <a:pPr>
              <a:defRPr/>
            </a:pPr>
            <a:endParaRPr lang="de-DE"/>
          </a:p>
        </p:txBody>
      </p:sp>
      <p:sp>
        <p:nvSpPr>
          <p:cNvPr id="34" name="Freeform 5"/>
          <p:cNvSpPr/>
          <p:nvPr userDrawn="1"/>
        </p:nvSpPr>
        <p:spPr bwMode="auto">
          <a:xfrm rot="16008410">
            <a:off x="14998235" y="987245"/>
            <a:ext cx="3473526" cy="2914635"/>
          </a:xfrm>
          <a:custGeom>
            <a:avLst/>
            <a:gdLst/>
            <a:ahLst/>
            <a:cxnLst/>
            <a:rect l="l" t="t" r="r" b="b"/>
            <a:pathLst>
              <a:path w="2085371" h="2032289" extrusionOk="0">
                <a:moveTo>
                  <a:pt x="0" y="0"/>
                </a:moveTo>
                <a:lnTo>
                  <a:pt x="2085371" y="0"/>
                </a:lnTo>
                <a:lnTo>
                  <a:pt x="2085371" y="2032289"/>
                </a:lnTo>
                <a:lnTo>
                  <a:pt x="0" y="2032289"/>
                </a:lnTo>
                <a:lnTo>
                  <a:pt x="0" y="0"/>
                </a:lnTo>
                <a:close/>
              </a:path>
            </a:pathLst>
          </a:custGeom>
          <a:blipFill>
            <a:blip r:embed="rId5"/>
            <a:stretch/>
          </a:blipFill>
        </p:spPr>
        <p:txBody>
          <a:bodyPr/>
          <a:lstStyle/>
          <a:p>
            <a:pPr>
              <a:defRPr/>
            </a:pPr>
            <a:endParaRPr lang="de-DE"/>
          </a:p>
        </p:txBody>
      </p:sp>
      <p:sp>
        <p:nvSpPr>
          <p:cNvPr id="35" name="Freeform 6"/>
          <p:cNvSpPr/>
          <p:nvPr userDrawn="1"/>
        </p:nvSpPr>
        <p:spPr bwMode="auto">
          <a:xfrm rot="7860678">
            <a:off x="126546" y="7226320"/>
            <a:ext cx="1600955" cy="1490343"/>
          </a:xfrm>
          <a:custGeom>
            <a:avLst/>
            <a:gdLst/>
            <a:ahLst/>
            <a:cxnLst/>
            <a:rect l="l" t="t" r="r" b="b"/>
            <a:pathLst>
              <a:path w="1600955" h="1490343" extrusionOk="0">
                <a:moveTo>
                  <a:pt x="0" y="0"/>
                </a:moveTo>
                <a:lnTo>
                  <a:pt x="1600954" y="0"/>
                </a:lnTo>
                <a:lnTo>
                  <a:pt x="1600954" y="1490343"/>
                </a:lnTo>
                <a:lnTo>
                  <a:pt x="0" y="1490343"/>
                </a:lnTo>
                <a:lnTo>
                  <a:pt x="0" y="0"/>
                </a:lnTo>
                <a:close/>
              </a:path>
            </a:pathLst>
          </a:custGeom>
          <a:blipFill>
            <a:blip r:embed="rId6"/>
            <a:stretch/>
          </a:blipFill>
        </p:spPr>
        <p:txBody>
          <a:bodyPr/>
          <a:lstStyle/>
          <a:p>
            <a:pPr>
              <a:defRPr/>
            </a:pPr>
            <a:endParaRPr lang="de-DE"/>
          </a:p>
        </p:txBody>
      </p:sp>
      <p:sp>
        <p:nvSpPr>
          <p:cNvPr id="36" name="Freeform 7"/>
          <p:cNvSpPr/>
          <p:nvPr userDrawn="1"/>
        </p:nvSpPr>
        <p:spPr bwMode="auto">
          <a:xfrm rot="7860678">
            <a:off x="15930678" y="7382404"/>
            <a:ext cx="2243704" cy="2088684"/>
          </a:xfrm>
          <a:custGeom>
            <a:avLst/>
            <a:gdLst/>
            <a:ahLst/>
            <a:cxnLst/>
            <a:rect l="l" t="t" r="r" b="b"/>
            <a:pathLst>
              <a:path w="2243704" h="2088684" extrusionOk="0">
                <a:moveTo>
                  <a:pt x="0" y="0"/>
                </a:moveTo>
                <a:lnTo>
                  <a:pt x="2243704" y="0"/>
                </a:lnTo>
                <a:lnTo>
                  <a:pt x="2243704" y="2088684"/>
                </a:lnTo>
                <a:lnTo>
                  <a:pt x="0" y="2088684"/>
                </a:lnTo>
                <a:lnTo>
                  <a:pt x="0" y="0"/>
                </a:lnTo>
                <a:close/>
              </a:path>
            </a:pathLst>
          </a:custGeom>
          <a:blipFill>
            <a:blip r:embed="rId6"/>
            <a:stretch/>
          </a:blipFill>
        </p:spPr>
        <p:txBody>
          <a:bodyPr/>
          <a:lstStyle/>
          <a:p>
            <a:pPr>
              <a:defRPr/>
            </a:pPr>
            <a:endParaRPr lang="de-DE"/>
          </a:p>
        </p:txBody>
      </p:sp>
      <p:sp>
        <p:nvSpPr>
          <p:cNvPr id="38" name="Freeform 9"/>
          <p:cNvSpPr/>
          <p:nvPr userDrawn="1"/>
        </p:nvSpPr>
        <p:spPr bwMode="auto">
          <a:xfrm rot="1296289">
            <a:off x="14548476" y="-705407"/>
            <a:ext cx="3201123" cy="3188050"/>
          </a:xfrm>
          <a:custGeom>
            <a:avLst/>
            <a:gdLst/>
            <a:ahLst/>
            <a:cxnLst/>
            <a:rect l="l" t="t" r="r" b="b"/>
            <a:pathLst>
              <a:path w="2265599" h="1919581" extrusionOk="0">
                <a:moveTo>
                  <a:pt x="0" y="0"/>
                </a:moveTo>
                <a:lnTo>
                  <a:pt x="2265600" y="0"/>
                </a:lnTo>
                <a:lnTo>
                  <a:pt x="2265600" y="1919581"/>
                </a:lnTo>
                <a:lnTo>
                  <a:pt x="0" y="1919581"/>
                </a:lnTo>
                <a:lnTo>
                  <a:pt x="0" y="0"/>
                </a:lnTo>
                <a:close/>
              </a:path>
            </a:pathLst>
          </a:custGeom>
          <a:blipFill>
            <a:blip r:embed="rId3"/>
            <a:stretch/>
          </a:blipFill>
        </p:spPr>
        <p:txBody>
          <a:bodyPr/>
          <a:lstStyle/>
          <a:p>
            <a:pPr>
              <a:defRPr/>
            </a:pPr>
            <a:endParaRPr lang="de-DE"/>
          </a:p>
        </p:txBody>
      </p:sp>
      <p:sp>
        <p:nvSpPr>
          <p:cNvPr id="39" name="Freeform 10"/>
          <p:cNvSpPr/>
          <p:nvPr userDrawn="1"/>
        </p:nvSpPr>
        <p:spPr bwMode="auto">
          <a:xfrm rot="-2487859">
            <a:off x="16952453" y="4767483"/>
            <a:ext cx="2033723" cy="1619753"/>
          </a:xfrm>
          <a:custGeom>
            <a:avLst/>
            <a:gdLst/>
            <a:ahLst/>
            <a:cxnLst/>
            <a:rect l="l" t="t" r="r" b="b"/>
            <a:pathLst>
              <a:path w="1763767" h="1494392" extrusionOk="0">
                <a:moveTo>
                  <a:pt x="0" y="0"/>
                </a:moveTo>
                <a:lnTo>
                  <a:pt x="1763767" y="0"/>
                </a:lnTo>
                <a:lnTo>
                  <a:pt x="1763767" y="1494392"/>
                </a:lnTo>
                <a:lnTo>
                  <a:pt x="0" y="1494392"/>
                </a:lnTo>
                <a:lnTo>
                  <a:pt x="0" y="0"/>
                </a:lnTo>
                <a:close/>
              </a:path>
            </a:pathLst>
          </a:custGeom>
          <a:blipFill>
            <a:blip r:embed="rId3"/>
            <a:stretch/>
          </a:blipFill>
        </p:spPr>
        <p:txBody>
          <a:bodyPr/>
          <a:lstStyle/>
          <a:p>
            <a:pPr>
              <a:defRPr/>
            </a:pPr>
            <a:endParaRPr lang="de-DE"/>
          </a:p>
        </p:txBody>
      </p:sp>
      <p:sp>
        <p:nvSpPr>
          <p:cNvPr id="40" name="Freeform 11"/>
          <p:cNvSpPr/>
          <p:nvPr userDrawn="1"/>
        </p:nvSpPr>
        <p:spPr bwMode="auto">
          <a:xfrm rot="1296289">
            <a:off x="-366738" y="7821452"/>
            <a:ext cx="3294095" cy="2754079"/>
          </a:xfrm>
          <a:custGeom>
            <a:avLst/>
            <a:gdLst/>
            <a:ahLst/>
            <a:cxnLst/>
            <a:rect l="l" t="t" r="r" b="b"/>
            <a:pathLst>
              <a:path w="2430280" h="2059110" extrusionOk="0">
                <a:moveTo>
                  <a:pt x="0" y="0"/>
                </a:moveTo>
                <a:lnTo>
                  <a:pt x="2430281" y="0"/>
                </a:lnTo>
                <a:lnTo>
                  <a:pt x="2430281" y="2059110"/>
                </a:lnTo>
                <a:lnTo>
                  <a:pt x="0" y="2059110"/>
                </a:lnTo>
                <a:lnTo>
                  <a:pt x="0" y="0"/>
                </a:lnTo>
                <a:close/>
              </a:path>
            </a:pathLst>
          </a:custGeom>
          <a:blipFill>
            <a:blip r:embed="rId3"/>
            <a:stretch/>
          </a:blipFill>
        </p:spPr>
        <p:txBody>
          <a:bodyPr/>
          <a:lstStyle/>
          <a:p>
            <a:pPr>
              <a:defRPr/>
            </a:pPr>
            <a:endParaRPr lang="de-DE"/>
          </a:p>
        </p:txBody>
      </p:sp>
      <p:sp>
        <p:nvSpPr>
          <p:cNvPr id="41" name="Freeform 12"/>
          <p:cNvSpPr/>
          <p:nvPr userDrawn="1"/>
        </p:nvSpPr>
        <p:spPr bwMode="auto">
          <a:xfrm rot="2046247">
            <a:off x="17050506" y="-563810"/>
            <a:ext cx="2158222" cy="2864923"/>
          </a:xfrm>
          <a:custGeom>
            <a:avLst/>
            <a:gdLst/>
            <a:ahLst/>
            <a:cxnLst/>
            <a:rect l="l" t="t" r="r" b="b"/>
            <a:pathLst>
              <a:path w="1939168" h="1805189" extrusionOk="0">
                <a:moveTo>
                  <a:pt x="0" y="0"/>
                </a:moveTo>
                <a:lnTo>
                  <a:pt x="1939169" y="0"/>
                </a:lnTo>
                <a:lnTo>
                  <a:pt x="1939169" y="1805189"/>
                </a:lnTo>
                <a:lnTo>
                  <a:pt x="0" y="1805189"/>
                </a:lnTo>
                <a:lnTo>
                  <a:pt x="0" y="0"/>
                </a:lnTo>
                <a:close/>
              </a:path>
            </a:pathLst>
          </a:custGeom>
          <a:blipFill>
            <a:blip r:embed="rId6"/>
            <a:stretch/>
          </a:blipFill>
        </p:spPr>
        <p:txBody>
          <a:bodyPr/>
          <a:lstStyle/>
          <a:p>
            <a:pPr>
              <a:defRPr/>
            </a:pPr>
            <a:endParaRPr lang="de-DE"/>
          </a:p>
        </p:txBody>
      </p:sp>
      <p:sp>
        <p:nvSpPr>
          <p:cNvPr id="3" name="Inhaltsplatzhalter 2"/>
          <p:cNvSpPr>
            <a:spLocks noGrp="1"/>
          </p:cNvSpPr>
          <p:nvPr>
            <p:ph idx="1" hasCustomPrompt="1"/>
          </p:nvPr>
        </p:nvSpPr>
        <p:spPr bwMode="auto">
          <a:xfrm>
            <a:off x="4666760" y="2718492"/>
            <a:ext cx="9742165" cy="6480000"/>
          </a:xfrm>
        </p:spPr>
        <p:txBody>
          <a:bodyPr/>
          <a:lstStyle>
            <a:lvl1pPr marL="514350" indent="-514350">
              <a:buFont typeface="+mj-lt"/>
              <a:buAutoNum type="arabicPeriod"/>
              <a:defRPr sz="3600"/>
            </a:lvl1pPr>
            <a:lvl2pPr marL="971550" indent="-514350">
              <a:buFont typeface="+mj-lt"/>
              <a:buAutoNum type="romanLcPeriod"/>
              <a:defRPr sz="3600"/>
            </a:lvl2pPr>
          </a:lstStyle>
          <a:p>
            <a:pPr lvl="0">
              <a:defRPr/>
            </a:pPr>
            <a:r>
              <a:rPr lang="de-DE"/>
              <a:t> </a:t>
            </a:r>
            <a:endParaRPr/>
          </a:p>
          <a:p>
            <a:pPr lvl="1">
              <a:defRPr/>
            </a:pPr>
            <a:r>
              <a:rPr lang="de-DE"/>
              <a:t>  </a:t>
            </a:r>
            <a:endParaRPr/>
          </a:p>
          <a:p>
            <a:pPr lvl="0">
              <a:defRPr/>
            </a:pPr>
            <a:r>
              <a:rPr lang="de-DE"/>
              <a:t>  </a:t>
            </a:r>
            <a:endParaRPr/>
          </a:p>
          <a:p>
            <a:pPr lvl="1">
              <a:defRPr/>
            </a:pPr>
            <a:r>
              <a:rPr lang="de-DE"/>
              <a:t>  </a:t>
            </a:r>
            <a:endParaRPr/>
          </a:p>
          <a:p>
            <a:pPr lvl="1">
              <a:defRPr/>
            </a:pPr>
            <a:r>
              <a:rPr lang="de-DE"/>
              <a:t> </a:t>
            </a:r>
            <a:endParaRPr/>
          </a:p>
          <a:p>
            <a:pPr lvl="0">
              <a:defRPr/>
            </a:pPr>
            <a:r>
              <a:rPr lang="de-DE"/>
              <a:t>  </a:t>
            </a:r>
            <a:endParaRPr/>
          </a:p>
          <a:p>
            <a:pPr lvl="1">
              <a:defRPr/>
            </a:pPr>
            <a:r>
              <a:rPr lang="de-DE"/>
              <a:t> </a:t>
            </a:r>
            <a:endParaRPr/>
          </a:p>
          <a:p>
            <a:pPr lvl="1">
              <a:defRPr/>
            </a:pPr>
            <a:r>
              <a:rPr lang="de-DE"/>
              <a:t> </a:t>
            </a:r>
            <a:endParaRPr/>
          </a:p>
          <a:p>
            <a:pPr lvl="1">
              <a:defRPr/>
            </a:pPr>
            <a:r>
              <a:rPr lang="de-DE"/>
              <a:t> </a:t>
            </a:r>
            <a:endParaRPr/>
          </a:p>
          <a:p>
            <a:pPr lvl="0">
              <a:defRPr/>
            </a:pPr>
            <a:r>
              <a:rPr lang="de-DE"/>
              <a:t> </a:t>
            </a:r>
            <a:endParaRPr/>
          </a:p>
          <a:p>
            <a:pPr lvl="0">
              <a:defRPr/>
            </a:pPr>
            <a:endParaRPr lang="de-DE"/>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PhAnim="0" preserve="1" userDrawn="1">
  <p:cSld name="Check-In">
    <p:spTree>
      <p:nvGrpSpPr>
        <p:cNvPr id="1" name=""/>
        <p:cNvGrpSpPr/>
        <p:nvPr/>
      </p:nvGrpSpPr>
      <p:grpSpPr bwMode="auto">
        <a:xfrm>
          <a:off x="0" y="0"/>
          <a:ext cx="0" cy="0"/>
          <a:chOff x="0" y="0"/>
          <a:chExt cx="0" cy="0"/>
        </a:xfrm>
      </p:grpSpPr>
      <p:sp>
        <p:nvSpPr>
          <p:cNvPr id="4" name="Rechteck 3"/>
          <p:cNvSpPr/>
          <p:nvPr userDrawn="1"/>
        </p:nvSpPr>
        <p:spPr bwMode="auto">
          <a:xfrm>
            <a:off x="1895176" y="2183393"/>
            <a:ext cx="14399999" cy="6399403"/>
          </a:xfrm>
          <a:prstGeom prst="rect">
            <a:avLst/>
          </a:prstGeom>
          <a:solidFill>
            <a:schemeClr val="accent3">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defRPr/>
            </a:pPr>
            <a:endParaRPr lang="de-DE"/>
          </a:p>
        </p:txBody>
      </p:sp>
      <p:sp>
        <p:nvSpPr>
          <p:cNvPr id="2" name="Titel 1"/>
          <p:cNvSpPr>
            <a:spLocks noGrp="1"/>
          </p:cNvSpPr>
          <p:nvPr>
            <p:ph type="title" hasCustomPrompt="1"/>
          </p:nvPr>
        </p:nvSpPr>
        <p:spPr bwMode="auto">
          <a:xfrm>
            <a:off x="1906800" y="2171700"/>
            <a:ext cx="14400000" cy="6483674"/>
          </a:xfrm>
        </p:spPr>
        <p:txBody>
          <a:bodyPr lIns="90000" anchor="ctr"/>
          <a:lstStyle>
            <a:lvl1pPr>
              <a:defRPr sz="6000"/>
            </a:lvl1pPr>
          </a:lstStyle>
          <a:p>
            <a:pPr>
              <a:defRPr/>
            </a:pPr>
            <a:r>
              <a:rPr lang="de-DE"/>
              <a:t>Check-In</a:t>
            </a:r>
            <a:endParaRPr/>
          </a:p>
        </p:txBody>
      </p:sp>
      <p:sp>
        <p:nvSpPr>
          <p:cNvPr id="7" name="Freeform 2"/>
          <p:cNvSpPr/>
          <p:nvPr userDrawn="1"/>
        </p:nvSpPr>
        <p:spPr bwMode="auto">
          <a:xfrm>
            <a:off x="-988817" y="7307032"/>
            <a:ext cx="2499164" cy="2394654"/>
          </a:xfrm>
          <a:custGeom>
            <a:avLst/>
            <a:gdLst/>
            <a:ahLst/>
            <a:cxnLst/>
            <a:rect l="l" t="t" r="r" b="b"/>
            <a:pathLst>
              <a:path w="2499164" h="2394654" extrusionOk="0">
                <a:moveTo>
                  <a:pt x="0" y="0"/>
                </a:moveTo>
                <a:lnTo>
                  <a:pt x="2499165" y="0"/>
                </a:lnTo>
                <a:lnTo>
                  <a:pt x="2499165" y="2394654"/>
                </a:lnTo>
                <a:lnTo>
                  <a:pt x="0" y="2394654"/>
                </a:lnTo>
                <a:lnTo>
                  <a:pt x="0" y="0"/>
                </a:lnTo>
                <a:close/>
              </a:path>
            </a:pathLst>
          </a:custGeom>
          <a:blipFill>
            <a:blip r:embed="rId2"/>
            <a:stretch/>
          </a:blipFill>
        </p:spPr>
        <p:txBody>
          <a:bodyPr/>
          <a:lstStyle/>
          <a:p>
            <a:pPr>
              <a:defRPr/>
            </a:pPr>
            <a:endParaRPr lang="de-DE"/>
          </a:p>
        </p:txBody>
      </p:sp>
      <p:sp>
        <p:nvSpPr>
          <p:cNvPr id="8" name="Freeform 3"/>
          <p:cNvSpPr/>
          <p:nvPr userDrawn="1"/>
        </p:nvSpPr>
        <p:spPr bwMode="auto">
          <a:xfrm rot="4680788">
            <a:off x="16257418" y="8270982"/>
            <a:ext cx="2635834" cy="2525609"/>
          </a:xfrm>
          <a:custGeom>
            <a:avLst/>
            <a:gdLst/>
            <a:ahLst/>
            <a:cxnLst/>
            <a:rect l="l" t="t" r="r" b="b"/>
            <a:pathLst>
              <a:path w="2635834" h="2525609" extrusionOk="0">
                <a:moveTo>
                  <a:pt x="0" y="0"/>
                </a:moveTo>
                <a:lnTo>
                  <a:pt x="2635835" y="0"/>
                </a:lnTo>
                <a:lnTo>
                  <a:pt x="2635835" y="2525608"/>
                </a:lnTo>
                <a:lnTo>
                  <a:pt x="0" y="2525608"/>
                </a:lnTo>
                <a:lnTo>
                  <a:pt x="0" y="0"/>
                </a:lnTo>
                <a:close/>
              </a:path>
            </a:pathLst>
          </a:custGeom>
          <a:blipFill>
            <a:blip r:embed="rId2"/>
            <a:stretch/>
          </a:blipFill>
        </p:spPr>
        <p:txBody>
          <a:bodyPr/>
          <a:lstStyle/>
          <a:p>
            <a:pPr>
              <a:defRPr/>
            </a:pPr>
            <a:endParaRPr lang="de-DE"/>
          </a:p>
        </p:txBody>
      </p:sp>
      <p:sp>
        <p:nvSpPr>
          <p:cNvPr id="9" name="Freeform 4"/>
          <p:cNvSpPr/>
          <p:nvPr userDrawn="1"/>
        </p:nvSpPr>
        <p:spPr bwMode="auto">
          <a:xfrm>
            <a:off x="15433702" y="7133471"/>
            <a:ext cx="3505909" cy="3416667"/>
          </a:xfrm>
          <a:custGeom>
            <a:avLst/>
            <a:gdLst/>
            <a:ahLst/>
            <a:cxnLst/>
            <a:rect l="l" t="t" r="r" b="b"/>
            <a:pathLst>
              <a:path w="3505909" h="3416667" extrusionOk="0">
                <a:moveTo>
                  <a:pt x="0" y="0"/>
                </a:moveTo>
                <a:lnTo>
                  <a:pt x="3505909" y="0"/>
                </a:lnTo>
                <a:lnTo>
                  <a:pt x="3505909" y="3416668"/>
                </a:lnTo>
                <a:lnTo>
                  <a:pt x="0" y="3416668"/>
                </a:lnTo>
                <a:lnTo>
                  <a:pt x="0" y="0"/>
                </a:lnTo>
                <a:close/>
              </a:path>
            </a:pathLst>
          </a:custGeom>
          <a:blipFill>
            <a:blip r:embed="rId3"/>
            <a:stretch/>
          </a:blipFill>
        </p:spPr>
        <p:txBody>
          <a:bodyPr/>
          <a:lstStyle/>
          <a:p>
            <a:pPr>
              <a:defRPr/>
            </a:pPr>
            <a:endParaRPr lang="de-DE"/>
          </a:p>
        </p:txBody>
      </p:sp>
      <p:sp>
        <p:nvSpPr>
          <p:cNvPr id="10" name="Freeform 5"/>
          <p:cNvSpPr/>
          <p:nvPr userDrawn="1"/>
        </p:nvSpPr>
        <p:spPr bwMode="auto">
          <a:xfrm>
            <a:off x="-844430" y="-193109"/>
            <a:ext cx="2311228" cy="2962220"/>
          </a:xfrm>
          <a:custGeom>
            <a:avLst/>
            <a:gdLst/>
            <a:ahLst/>
            <a:cxnLst/>
            <a:rect l="l" t="t" r="r" b="b"/>
            <a:pathLst>
              <a:path w="2085371" h="2032289" extrusionOk="0">
                <a:moveTo>
                  <a:pt x="0" y="0"/>
                </a:moveTo>
                <a:lnTo>
                  <a:pt x="2085371" y="0"/>
                </a:lnTo>
                <a:lnTo>
                  <a:pt x="2085371" y="2032289"/>
                </a:lnTo>
                <a:lnTo>
                  <a:pt x="0" y="2032289"/>
                </a:lnTo>
                <a:lnTo>
                  <a:pt x="0" y="0"/>
                </a:lnTo>
                <a:close/>
              </a:path>
            </a:pathLst>
          </a:custGeom>
          <a:blipFill>
            <a:blip r:embed="rId3"/>
            <a:stretch/>
          </a:blipFill>
        </p:spPr>
        <p:txBody>
          <a:bodyPr/>
          <a:lstStyle/>
          <a:p>
            <a:pPr>
              <a:defRPr/>
            </a:pPr>
            <a:endParaRPr lang="de-DE"/>
          </a:p>
        </p:txBody>
      </p:sp>
      <p:sp>
        <p:nvSpPr>
          <p:cNvPr id="12" name="Freeform 7"/>
          <p:cNvSpPr/>
          <p:nvPr userDrawn="1"/>
        </p:nvSpPr>
        <p:spPr bwMode="auto">
          <a:xfrm rot="7860678">
            <a:off x="15930678" y="7382404"/>
            <a:ext cx="2243704" cy="2088684"/>
          </a:xfrm>
          <a:custGeom>
            <a:avLst/>
            <a:gdLst/>
            <a:ahLst/>
            <a:cxnLst/>
            <a:rect l="l" t="t" r="r" b="b"/>
            <a:pathLst>
              <a:path w="2243704" h="2088684" extrusionOk="0">
                <a:moveTo>
                  <a:pt x="0" y="0"/>
                </a:moveTo>
                <a:lnTo>
                  <a:pt x="2243704" y="0"/>
                </a:lnTo>
                <a:lnTo>
                  <a:pt x="2243704" y="2088684"/>
                </a:lnTo>
                <a:lnTo>
                  <a:pt x="0" y="2088684"/>
                </a:lnTo>
                <a:lnTo>
                  <a:pt x="0" y="0"/>
                </a:lnTo>
                <a:close/>
              </a:path>
            </a:pathLst>
          </a:custGeom>
          <a:blipFill>
            <a:blip r:embed="rId4"/>
            <a:stretch/>
          </a:blipFill>
        </p:spPr>
        <p:txBody>
          <a:bodyPr/>
          <a:lstStyle/>
          <a:p>
            <a:pPr>
              <a:defRPr/>
            </a:pPr>
            <a:endParaRPr lang="de-DE"/>
          </a:p>
        </p:txBody>
      </p:sp>
      <p:sp>
        <p:nvSpPr>
          <p:cNvPr id="13" name="Freeform 8"/>
          <p:cNvSpPr/>
          <p:nvPr userDrawn="1"/>
        </p:nvSpPr>
        <p:spPr bwMode="auto">
          <a:xfrm rot="-458312">
            <a:off x="16209917" y="184642"/>
            <a:ext cx="3155791" cy="3023821"/>
          </a:xfrm>
          <a:custGeom>
            <a:avLst/>
            <a:gdLst/>
            <a:ahLst/>
            <a:cxnLst/>
            <a:rect l="l" t="t" r="r" b="b"/>
            <a:pathLst>
              <a:path w="3155791" h="3023821" extrusionOk="0">
                <a:moveTo>
                  <a:pt x="0" y="0"/>
                </a:moveTo>
                <a:lnTo>
                  <a:pt x="3155790" y="0"/>
                </a:lnTo>
                <a:lnTo>
                  <a:pt x="3155790" y="3023821"/>
                </a:lnTo>
                <a:lnTo>
                  <a:pt x="0" y="3023821"/>
                </a:lnTo>
                <a:lnTo>
                  <a:pt x="0" y="0"/>
                </a:lnTo>
                <a:close/>
              </a:path>
            </a:pathLst>
          </a:custGeom>
          <a:blipFill>
            <a:blip r:embed="rId2"/>
            <a:stretch/>
          </a:blipFill>
        </p:spPr>
        <p:txBody>
          <a:bodyPr/>
          <a:lstStyle/>
          <a:p>
            <a:pPr>
              <a:defRPr/>
            </a:pPr>
            <a:endParaRPr lang="de-DE"/>
          </a:p>
        </p:txBody>
      </p:sp>
      <p:sp>
        <p:nvSpPr>
          <p:cNvPr id="14" name="Freeform 9"/>
          <p:cNvSpPr/>
          <p:nvPr userDrawn="1"/>
        </p:nvSpPr>
        <p:spPr bwMode="auto">
          <a:xfrm rot="1296289">
            <a:off x="15248400" y="253720"/>
            <a:ext cx="2265599" cy="1919581"/>
          </a:xfrm>
          <a:custGeom>
            <a:avLst/>
            <a:gdLst/>
            <a:ahLst/>
            <a:cxnLst/>
            <a:rect l="l" t="t" r="r" b="b"/>
            <a:pathLst>
              <a:path w="2265599" h="1919581" extrusionOk="0">
                <a:moveTo>
                  <a:pt x="0" y="0"/>
                </a:moveTo>
                <a:lnTo>
                  <a:pt x="2265600" y="0"/>
                </a:lnTo>
                <a:lnTo>
                  <a:pt x="2265600" y="1919581"/>
                </a:lnTo>
                <a:lnTo>
                  <a:pt x="0" y="1919581"/>
                </a:lnTo>
                <a:lnTo>
                  <a:pt x="0" y="0"/>
                </a:lnTo>
                <a:close/>
              </a:path>
            </a:pathLst>
          </a:custGeom>
          <a:blipFill>
            <a:blip r:embed="rId5"/>
            <a:stretch/>
          </a:blipFill>
        </p:spPr>
        <p:txBody>
          <a:bodyPr/>
          <a:lstStyle/>
          <a:p>
            <a:pPr>
              <a:defRPr/>
            </a:pPr>
            <a:endParaRPr lang="de-DE"/>
          </a:p>
        </p:txBody>
      </p:sp>
      <p:sp>
        <p:nvSpPr>
          <p:cNvPr id="15" name="Freeform 10"/>
          <p:cNvSpPr/>
          <p:nvPr userDrawn="1"/>
        </p:nvSpPr>
        <p:spPr bwMode="auto">
          <a:xfrm rot="-2487859">
            <a:off x="1040125" y="-83341"/>
            <a:ext cx="1763767" cy="1494391"/>
          </a:xfrm>
          <a:custGeom>
            <a:avLst/>
            <a:gdLst/>
            <a:ahLst/>
            <a:cxnLst/>
            <a:rect l="l" t="t" r="r" b="b"/>
            <a:pathLst>
              <a:path w="1763767" h="1494392" extrusionOk="0">
                <a:moveTo>
                  <a:pt x="0" y="0"/>
                </a:moveTo>
                <a:lnTo>
                  <a:pt x="1763767" y="0"/>
                </a:lnTo>
                <a:lnTo>
                  <a:pt x="1763767" y="1494392"/>
                </a:lnTo>
                <a:lnTo>
                  <a:pt x="0" y="1494392"/>
                </a:lnTo>
                <a:lnTo>
                  <a:pt x="0" y="0"/>
                </a:lnTo>
                <a:close/>
              </a:path>
            </a:pathLst>
          </a:custGeom>
          <a:blipFill>
            <a:blip r:embed="rId5"/>
            <a:stretch/>
          </a:blipFill>
        </p:spPr>
        <p:txBody>
          <a:bodyPr/>
          <a:lstStyle/>
          <a:p>
            <a:pPr>
              <a:defRPr/>
            </a:pPr>
            <a:endParaRPr lang="de-DE"/>
          </a:p>
        </p:txBody>
      </p:sp>
      <p:sp>
        <p:nvSpPr>
          <p:cNvPr id="16" name="Freeform 11"/>
          <p:cNvSpPr/>
          <p:nvPr userDrawn="1"/>
        </p:nvSpPr>
        <p:spPr bwMode="auto">
          <a:xfrm rot="1296289">
            <a:off x="554481" y="8677791"/>
            <a:ext cx="2430280" cy="2059110"/>
          </a:xfrm>
          <a:custGeom>
            <a:avLst/>
            <a:gdLst/>
            <a:ahLst/>
            <a:cxnLst/>
            <a:rect l="l" t="t" r="r" b="b"/>
            <a:pathLst>
              <a:path w="2430280" h="2059110" extrusionOk="0">
                <a:moveTo>
                  <a:pt x="0" y="0"/>
                </a:moveTo>
                <a:lnTo>
                  <a:pt x="2430281" y="0"/>
                </a:lnTo>
                <a:lnTo>
                  <a:pt x="2430281" y="2059110"/>
                </a:lnTo>
                <a:lnTo>
                  <a:pt x="0" y="2059110"/>
                </a:lnTo>
                <a:lnTo>
                  <a:pt x="0" y="0"/>
                </a:lnTo>
                <a:close/>
              </a:path>
            </a:pathLst>
          </a:custGeom>
          <a:blipFill>
            <a:blip r:embed="rId5"/>
            <a:stretch/>
          </a:blipFill>
        </p:spPr>
        <p:txBody>
          <a:bodyPr/>
          <a:lstStyle/>
          <a:p>
            <a:pPr>
              <a:defRPr/>
            </a:pPr>
            <a:endParaRPr lang="de-DE"/>
          </a:p>
        </p:txBody>
      </p:sp>
      <p:sp>
        <p:nvSpPr>
          <p:cNvPr id="17" name="Freeform 12"/>
          <p:cNvSpPr/>
          <p:nvPr userDrawn="1"/>
        </p:nvSpPr>
        <p:spPr bwMode="auto">
          <a:xfrm rot="7628196">
            <a:off x="15096766" y="-48757"/>
            <a:ext cx="1939168" cy="1805189"/>
          </a:xfrm>
          <a:custGeom>
            <a:avLst/>
            <a:gdLst/>
            <a:ahLst/>
            <a:cxnLst/>
            <a:rect l="l" t="t" r="r" b="b"/>
            <a:pathLst>
              <a:path w="1939168" h="1805189" extrusionOk="0">
                <a:moveTo>
                  <a:pt x="0" y="0"/>
                </a:moveTo>
                <a:lnTo>
                  <a:pt x="1939169" y="0"/>
                </a:lnTo>
                <a:lnTo>
                  <a:pt x="1939169" y="1805189"/>
                </a:lnTo>
                <a:lnTo>
                  <a:pt x="0" y="1805189"/>
                </a:lnTo>
                <a:lnTo>
                  <a:pt x="0" y="0"/>
                </a:lnTo>
                <a:close/>
              </a:path>
            </a:pathLst>
          </a:custGeom>
          <a:blipFill>
            <a:blip r:embed="rId4"/>
            <a:stretch/>
          </a:blipFill>
        </p:spPr>
        <p:txBody>
          <a:bodyPr/>
          <a:lstStyle/>
          <a:p>
            <a:pPr>
              <a:defRPr/>
            </a:pPr>
            <a:endParaRPr lang="de-DE"/>
          </a:p>
        </p:txBody>
      </p:sp>
      <p:sp>
        <p:nvSpPr>
          <p:cNvPr id="18" name="Freeform 13"/>
          <p:cNvSpPr/>
          <p:nvPr userDrawn="1"/>
        </p:nvSpPr>
        <p:spPr bwMode="auto">
          <a:xfrm>
            <a:off x="7687907" y="30602"/>
            <a:ext cx="2912186" cy="1012162"/>
          </a:xfrm>
          <a:custGeom>
            <a:avLst/>
            <a:gdLst/>
            <a:ahLst/>
            <a:cxnLst/>
            <a:rect l="l" t="t" r="r" b="b"/>
            <a:pathLst>
              <a:path w="2912186" h="1012162" extrusionOk="0">
                <a:moveTo>
                  <a:pt x="0" y="0"/>
                </a:moveTo>
                <a:lnTo>
                  <a:pt x="2912186" y="0"/>
                </a:lnTo>
                <a:lnTo>
                  <a:pt x="2912186" y="1012162"/>
                </a:lnTo>
                <a:lnTo>
                  <a:pt x="0" y="1012162"/>
                </a:lnTo>
                <a:lnTo>
                  <a:pt x="0" y="0"/>
                </a:lnTo>
                <a:close/>
              </a:path>
            </a:pathLst>
          </a:custGeom>
          <a:blipFill>
            <a:blip r:embed="rId6"/>
            <a:stretch/>
          </a:blipFill>
        </p:spPr>
        <p:txBody>
          <a:bodyPr/>
          <a:lstStyle/>
          <a:p>
            <a:pPr>
              <a:defRPr/>
            </a:pPr>
            <a:endParaRPr lang="de-DE"/>
          </a:p>
        </p:txBody>
      </p:sp>
      <p:sp>
        <p:nvSpPr>
          <p:cNvPr id="11" name="Freeform 6"/>
          <p:cNvSpPr/>
          <p:nvPr userDrawn="1"/>
        </p:nvSpPr>
        <p:spPr bwMode="auto">
          <a:xfrm rot="7860678">
            <a:off x="668732" y="930928"/>
            <a:ext cx="1600955" cy="1490343"/>
          </a:xfrm>
          <a:custGeom>
            <a:avLst/>
            <a:gdLst/>
            <a:ahLst/>
            <a:cxnLst/>
            <a:rect l="l" t="t" r="r" b="b"/>
            <a:pathLst>
              <a:path w="1600955" h="1490343" extrusionOk="0">
                <a:moveTo>
                  <a:pt x="0" y="0"/>
                </a:moveTo>
                <a:lnTo>
                  <a:pt x="1600954" y="0"/>
                </a:lnTo>
                <a:lnTo>
                  <a:pt x="1600954" y="1490343"/>
                </a:lnTo>
                <a:lnTo>
                  <a:pt x="0" y="1490343"/>
                </a:lnTo>
                <a:lnTo>
                  <a:pt x="0" y="0"/>
                </a:lnTo>
                <a:close/>
              </a:path>
            </a:pathLst>
          </a:custGeom>
          <a:blipFill>
            <a:blip r:embed="rId4"/>
            <a:stretch/>
          </a:blipFill>
        </p:spPr>
        <p:txBody>
          <a:bodyPr/>
          <a:lstStyle/>
          <a:p>
            <a:pPr>
              <a:defRPr/>
            </a:pPr>
            <a:endParaRPr lang="de-DE"/>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showMasterPhAnim="0" type="obj" preserve="1" userDrawn="1">
  <p:cSld name="Textfolie">
    <p:spTree>
      <p:nvGrpSpPr>
        <p:cNvPr id="1" name=""/>
        <p:cNvGrpSpPr/>
        <p:nvPr/>
      </p:nvGrpSpPr>
      <p:grpSpPr bwMode="auto">
        <a:xfrm>
          <a:off x="0" y="0"/>
          <a:ext cx="0" cy="0"/>
          <a:chOff x="0" y="0"/>
          <a:chExt cx="0" cy="0"/>
        </a:xfrm>
      </p:grpSpPr>
      <p:sp>
        <p:nvSpPr>
          <p:cNvPr id="2" name="Titel 1"/>
          <p:cNvSpPr>
            <a:spLocks noGrp="1"/>
          </p:cNvSpPr>
          <p:nvPr>
            <p:ph type="title" hasCustomPrompt="1"/>
          </p:nvPr>
        </p:nvSpPr>
        <p:spPr bwMode="auto">
          <a:xfrm>
            <a:off x="1944000" y="1301860"/>
            <a:ext cx="14400000" cy="1260000"/>
          </a:xfrm>
        </p:spPr>
        <p:txBody>
          <a:bodyPr/>
          <a:lstStyle/>
          <a:p>
            <a:pPr>
              <a:defRPr/>
            </a:pPr>
            <a:r>
              <a:rPr lang="de-DE"/>
              <a:t>Überschrift</a:t>
            </a:r>
            <a:endParaRPr/>
          </a:p>
        </p:txBody>
      </p:sp>
      <p:sp>
        <p:nvSpPr>
          <p:cNvPr id="3" name="Inhaltsplatzhalter 2"/>
          <p:cNvSpPr>
            <a:spLocks noGrp="1"/>
          </p:cNvSpPr>
          <p:nvPr>
            <p:ph idx="1"/>
          </p:nvPr>
        </p:nvSpPr>
        <p:spPr bwMode="auto">
          <a:xfrm>
            <a:off x="1944000" y="2738828"/>
            <a:ext cx="14400000" cy="6480000"/>
          </a:xfrm>
        </p:spPr>
        <p:txBody>
          <a:bodyPr/>
          <a:lstStyle/>
          <a:p>
            <a:pPr lvl="0">
              <a:defRPr/>
            </a:pPr>
            <a:r>
              <a:rPr lang="de-DE"/>
              <a:t>Mastertextformat bearbeiten</a:t>
            </a:r>
            <a:endParaRPr/>
          </a:p>
          <a:p>
            <a:pPr lvl="1">
              <a:defRPr/>
            </a:pPr>
            <a:r>
              <a:rPr lang="de-DE"/>
              <a:t>Zweite Ebene</a:t>
            </a:r>
            <a:endParaRPr/>
          </a:p>
          <a:p>
            <a:pPr lvl="2">
              <a:defRPr/>
            </a:pPr>
            <a:r>
              <a:rPr lang="de-DE"/>
              <a:t>Dritte Ebene</a:t>
            </a:r>
            <a:endParaRPr/>
          </a:p>
          <a:p>
            <a:pPr lvl="3">
              <a:defRPr/>
            </a:pPr>
            <a:r>
              <a:rPr lang="de-DE"/>
              <a:t>Vierte Ebene</a:t>
            </a:r>
            <a:endParaRPr/>
          </a:p>
          <a:p>
            <a:pPr lvl="4">
              <a:defRPr/>
            </a:pPr>
            <a:r>
              <a:rPr lang="de-DE"/>
              <a:t>Fünfte Ebene</a:t>
            </a:r>
            <a:endParaRPr/>
          </a:p>
        </p:txBody>
      </p:sp>
      <p:sp>
        <p:nvSpPr>
          <p:cNvPr id="7" name="Freeform 2"/>
          <p:cNvSpPr/>
          <p:nvPr userDrawn="1"/>
        </p:nvSpPr>
        <p:spPr bwMode="auto">
          <a:xfrm>
            <a:off x="-806140" y="-803735"/>
            <a:ext cx="2499164" cy="2394654"/>
          </a:xfrm>
          <a:custGeom>
            <a:avLst/>
            <a:gdLst/>
            <a:ahLst/>
            <a:cxnLst/>
            <a:rect l="l" t="t" r="r" b="b"/>
            <a:pathLst>
              <a:path w="2499164" h="2394654" extrusionOk="0">
                <a:moveTo>
                  <a:pt x="0" y="0"/>
                </a:moveTo>
                <a:lnTo>
                  <a:pt x="2499165" y="0"/>
                </a:lnTo>
                <a:lnTo>
                  <a:pt x="2499165" y="2394654"/>
                </a:lnTo>
                <a:lnTo>
                  <a:pt x="0" y="2394654"/>
                </a:lnTo>
                <a:lnTo>
                  <a:pt x="0" y="0"/>
                </a:lnTo>
                <a:close/>
              </a:path>
            </a:pathLst>
          </a:custGeom>
          <a:blipFill>
            <a:blip r:embed="rId2"/>
            <a:stretch/>
          </a:blipFill>
        </p:spPr>
        <p:txBody>
          <a:bodyPr/>
          <a:lstStyle/>
          <a:p>
            <a:pPr>
              <a:defRPr/>
            </a:pPr>
            <a:endParaRPr lang="de-DE"/>
          </a:p>
        </p:txBody>
      </p:sp>
      <p:sp>
        <p:nvSpPr>
          <p:cNvPr id="8" name="Freeform 3"/>
          <p:cNvSpPr/>
          <p:nvPr userDrawn="1"/>
        </p:nvSpPr>
        <p:spPr bwMode="auto">
          <a:xfrm rot="4680788">
            <a:off x="16257418" y="8270982"/>
            <a:ext cx="2635834" cy="2525609"/>
          </a:xfrm>
          <a:custGeom>
            <a:avLst/>
            <a:gdLst/>
            <a:ahLst/>
            <a:cxnLst/>
            <a:rect l="l" t="t" r="r" b="b"/>
            <a:pathLst>
              <a:path w="2635834" h="2525609" extrusionOk="0">
                <a:moveTo>
                  <a:pt x="0" y="0"/>
                </a:moveTo>
                <a:lnTo>
                  <a:pt x="2635835" y="0"/>
                </a:lnTo>
                <a:lnTo>
                  <a:pt x="2635835" y="2525608"/>
                </a:lnTo>
                <a:lnTo>
                  <a:pt x="0" y="2525608"/>
                </a:lnTo>
                <a:lnTo>
                  <a:pt x="0" y="0"/>
                </a:lnTo>
                <a:close/>
              </a:path>
            </a:pathLst>
          </a:custGeom>
          <a:blipFill>
            <a:blip r:embed="rId2"/>
            <a:stretch/>
          </a:blipFill>
        </p:spPr>
        <p:txBody>
          <a:bodyPr/>
          <a:lstStyle/>
          <a:p>
            <a:pPr>
              <a:defRPr/>
            </a:pPr>
            <a:endParaRPr lang="de-DE"/>
          </a:p>
        </p:txBody>
      </p:sp>
      <p:sp>
        <p:nvSpPr>
          <p:cNvPr id="9" name="Freeform 4"/>
          <p:cNvSpPr/>
          <p:nvPr userDrawn="1"/>
        </p:nvSpPr>
        <p:spPr bwMode="auto">
          <a:xfrm>
            <a:off x="15433702" y="7133471"/>
            <a:ext cx="3505909" cy="3416667"/>
          </a:xfrm>
          <a:custGeom>
            <a:avLst/>
            <a:gdLst/>
            <a:ahLst/>
            <a:cxnLst/>
            <a:rect l="l" t="t" r="r" b="b"/>
            <a:pathLst>
              <a:path w="3505909" h="3416667" extrusionOk="0">
                <a:moveTo>
                  <a:pt x="0" y="0"/>
                </a:moveTo>
                <a:lnTo>
                  <a:pt x="3505909" y="0"/>
                </a:lnTo>
                <a:lnTo>
                  <a:pt x="3505909" y="3416668"/>
                </a:lnTo>
                <a:lnTo>
                  <a:pt x="0" y="3416668"/>
                </a:lnTo>
                <a:lnTo>
                  <a:pt x="0" y="0"/>
                </a:lnTo>
                <a:close/>
              </a:path>
            </a:pathLst>
          </a:custGeom>
          <a:blipFill>
            <a:blip r:embed="rId3"/>
            <a:stretch/>
          </a:blipFill>
        </p:spPr>
        <p:txBody>
          <a:bodyPr/>
          <a:lstStyle/>
          <a:p>
            <a:pPr>
              <a:defRPr/>
            </a:pPr>
            <a:endParaRPr lang="de-DE"/>
          </a:p>
        </p:txBody>
      </p:sp>
      <p:sp>
        <p:nvSpPr>
          <p:cNvPr id="10" name="Freeform 5"/>
          <p:cNvSpPr/>
          <p:nvPr userDrawn="1"/>
        </p:nvSpPr>
        <p:spPr bwMode="auto">
          <a:xfrm>
            <a:off x="-241193" y="146185"/>
            <a:ext cx="2085371" cy="2032289"/>
          </a:xfrm>
          <a:custGeom>
            <a:avLst/>
            <a:gdLst/>
            <a:ahLst/>
            <a:cxnLst/>
            <a:rect l="l" t="t" r="r" b="b"/>
            <a:pathLst>
              <a:path w="2085371" h="2032289" extrusionOk="0">
                <a:moveTo>
                  <a:pt x="0" y="0"/>
                </a:moveTo>
                <a:lnTo>
                  <a:pt x="2085371" y="0"/>
                </a:lnTo>
                <a:lnTo>
                  <a:pt x="2085371" y="2032289"/>
                </a:lnTo>
                <a:lnTo>
                  <a:pt x="0" y="2032289"/>
                </a:lnTo>
                <a:lnTo>
                  <a:pt x="0" y="0"/>
                </a:lnTo>
                <a:close/>
              </a:path>
            </a:pathLst>
          </a:custGeom>
          <a:blipFill>
            <a:blip r:embed="rId3"/>
            <a:stretch/>
          </a:blipFill>
        </p:spPr>
        <p:txBody>
          <a:bodyPr/>
          <a:lstStyle/>
          <a:p>
            <a:pPr>
              <a:defRPr/>
            </a:pPr>
            <a:endParaRPr lang="de-DE"/>
          </a:p>
        </p:txBody>
      </p:sp>
      <p:sp>
        <p:nvSpPr>
          <p:cNvPr id="11" name="Freeform 6"/>
          <p:cNvSpPr/>
          <p:nvPr userDrawn="1"/>
        </p:nvSpPr>
        <p:spPr bwMode="auto">
          <a:xfrm rot="7860678">
            <a:off x="668732" y="930928"/>
            <a:ext cx="1600955" cy="1490343"/>
          </a:xfrm>
          <a:custGeom>
            <a:avLst/>
            <a:gdLst/>
            <a:ahLst/>
            <a:cxnLst/>
            <a:rect l="l" t="t" r="r" b="b"/>
            <a:pathLst>
              <a:path w="1600955" h="1490343" extrusionOk="0">
                <a:moveTo>
                  <a:pt x="0" y="0"/>
                </a:moveTo>
                <a:lnTo>
                  <a:pt x="1600954" y="0"/>
                </a:lnTo>
                <a:lnTo>
                  <a:pt x="1600954" y="1490343"/>
                </a:lnTo>
                <a:lnTo>
                  <a:pt x="0" y="1490343"/>
                </a:lnTo>
                <a:lnTo>
                  <a:pt x="0" y="0"/>
                </a:lnTo>
                <a:close/>
              </a:path>
            </a:pathLst>
          </a:custGeom>
          <a:blipFill>
            <a:blip r:embed="rId4"/>
            <a:stretch/>
          </a:blipFill>
        </p:spPr>
        <p:txBody>
          <a:bodyPr/>
          <a:lstStyle/>
          <a:p>
            <a:pPr>
              <a:defRPr/>
            </a:pPr>
            <a:endParaRPr lang="de-DE"/>
          </a:p>
        </p:txBody>
      </p:sp>
      <p:sp>
        <p:nvSpPr>
          <p:cNvPr id="12" name="Freeform 7"/>
          <p:cNvSpPr/>
          <p:nvPr userDrawn="1"/>
        </p:nvSpPr>
        <p:spPr bwMode="auto">
          <a:xfrm rot="7860678">
            <a:off x="15930678" y="7382404"/>
            <a:ext cx="2243704" cy="2088684"/>
          </a:xfrm>
          <a:custGeom>
            <a:avLst/>
            <a:gdLst/>
            <a:ahLst/>
            <a:cxnLst/>
            <a:rect l="l" t="t" r="r" b="b"/>
            <a:pathLst>
              <a:path w="2243704" h="2088684" extrusionOk="0">
                <a:moveTo>
                  <a:pt x="0" y="0"/>
                </a:moveTo>
                <a:lnTo>
                  <a:pt x="2243704" y="0"/>
                </a:lnTo>
                <a:lnTo>
                  <a:pt x="2243704" y="2088684"/>
                </a:lnTo>
                <a:lnTo>
                  <a:pt x="0" y="2088684"/>
                </a:lnTo>
                <a:lnTo>
                  <a:pt x="0" y="0"/>
                </a:lnTo>
                <a:close/>
              </a:path>
            </a:pathLst>
          </a:custGeom>
          <a:blipFill>
            <a:blip r:embed="rId4"/>
            <a:stretch/>
          </a:blipFill>
        </p:spPr>
        <p:txBody>
          <a:bodyPr/>
          <a:lstStyle/>
          <a:p>
            <a:pPr>
              <a:defRPr/>
            </a:pPr>
            <a:endParaRPr lang="de-DE"/>
          </a:p>
        </p:txBody>
      </p:sp>
      <p:sp>
        <p:nvSpPr>
          <p:cNvPr id="13" name="Freeform 8"/>
          <p:cNvSpPr/>
          <p:nvPr userDrawn="1"/>
        </p:nvSpPr>
        <p:spPr bwMode="auto">
          <a:xfrm rot="-458312">
            <a:off x="16771767" y="216258"/>
            <a:ext cx="3155791" cy="3023821"/>
          </a:xfrm>
          <a:custGeom>
            <a:avLst/>
            <a:gdLst/>
            <a:ahLst/>
            <a:cxnLst/>
            <a:rect l="l" t="t" r="r" b="b"/>
            <a:pathLst>
              <a:path w="3155791" h="3023821" extrusionOk="0">
                <a:moveTo>
                  <a:pt x="0" y="0"/>
                </a:moveTo>
                <a:lnTo>
                  <a:pt x="3155790" y="0"/>
                </a:lnTo>
                <a:lnTo>
                  <a:pt x="3155790" y="3023821"/>
                </a:lnTo>
                <a:lnTo>
                  <a:pt x="0" y="3023821"/>
                </a:lnTo>
                <a:lnTo>
                  <a:pt x="0" y="0"/>
                </a:lnTo>
                <a:close/>
              </a:path>
            </a:pathLst>
          </a:custGeom>
          <a:blipFill>
            <a:blip r:embed="rId2"/>
            <a:stretch/>
          </a:blipFill>
        </p:spPr>
        <p:txBody>
          <a:bodyPr/>
          <a:lstStyle/>
          <a:p>
            <a:pPr>
              <a:defRPr/>
            </a:pPr>
            <a:endParaRPr lang="de-DE"/>
          </a:p>
        </p:txBody>
      </p:sp>
      <p:sp>
        <p:nvSpPr>
          <p:cNvPr id="14" name="Freeform 9"/>
          <p:cNvSpPr/>
          <p:nvPr userDrawn="1"/>
        </p:nvSpPr>
        <p:spPr bwMode="auto">
          <a:xfrm rot="1296289">
            <a:off x="15646620" y="-376703"/>
            <a:ext cx="2265599" cy="1919581"/>
          </a:xfrm>
          <a:custGeom>
            <a:avLst/>
            <a:gdLst/>
            <a:ahLst/>
            <a:cxnLst/>
            <a:rect l="l" t="t" r="r" b="b"/>
            <a:pathLst>
              <a:path w="2265599" h="1919581" extrusionOk="0">
                <a:moveTo>
                  <a:pt x="0" y="0"/>
                </a:moveTo>
                <a:lnTo>
                  <a:pt x="2265600" y="0"/>
                </a:lnTo>
                <a:lnTo>
                  <a:pt x="2265600" y="1919581"/>
                </a:lnTo>
                <a:lnTo>
                  <a:pt x="0" y="1919581"/>
                </a:lnTo>
                <a:lnTo>
                  <a:pt x="0" y="0"/>
                </a:lnTo>
                <a:close/>
              </a:path>
            </a:pathLst>
          </a:custGeom>
          <a:blipFill>
            <a:blip r:embed="rId5"/>
            <a:stretch/>
          </a:blipFill>
        </p:spPr>
        <p:txBody>
          <a:bodyPr/>
          <a:lstStyle/>
          <a:p>
            <a:pPr>
              <a:defRPr/>
            </a:pPr>
            <a:endParaRPr lang="de-DE"/>
          </a:p>
        </p:txBody>
      </p:sp>
      <p:sp>
        <p:nvSpPr>
          <p:cNvPr id="15" name="Freeform 10"/>
          <p:cNvSpPr/>
          <p:nvPr userDrawn="1"/>
        </p:nvSpPr>
        <p:spPr bwMode="auto">
          <a:xfrm rot="2310651">
            <a:off x="-811537" y="3739758"/>
            <a:ext cx="2509961" cy="2095591"/>
          </a:xfrm>
          <a:custGeom>
            <a:avLst/>
            <a:gdLst/>
            <a:ahLst/>
            <a:cxnLst/>
            <a:rect l="l" t="t" r="r" b="b"/>
            <a:pathLst>
              <a:path w="1763767" h="1494392" extrusionOk="0">
                <a:moveTo>
                  <a:pt x="0" y="0"/>
                </a:moveTo>
                <a:lnTo>
                  <a:pt x="1763767" y="0"/>
                </a:lnTo>
                <a:lnTo>
                  <a:pt x="1763767" y="1494392"/>
                </a:lnTo>
                <a:lnTo>
                  <a:pt x="0" y="1494392"/>
                </a:lnTo>
                <a:lnTo>
                  <a:pt x="0" y="0"/>
                </a:lnTo>
                <a:close/>
              </a:path>
            </a:pathLst>
          </a:custGeom>
          <a:blipFill>
            <a:blip r:embed="rId5"/>
            <a:stretch/>
          </a:blipFill>
        </p:spPr>
        <p:txBody>
          <a:bodyPr/>
          <a:lstStyle/>
          <a:p>
            <a:pPr>
              <a:defRPr/>
            </a:pPr>
            <a:endParaRPr lang="de-DE"/>
          </a:p>
        </p:txBody>
      </p:sp>
      <p:sp>
        <p:nvSpPr>
          <p:cNvPr id="17" name="Freeform 12"/>
          <p:cNvSpPr/>
          <p:nvPr userDrawn="1"/>
        </p:nvSpPr>
        <p:spPr bwMode="auto">
          <a:xfrm rot="7628196">
            <a:off x="17318415" y="2283638"/>
            <a:ext cx="1939168" cy="1805189"/>
          </a:xfrm>
          <a:custGeom>
            <a:avLst/>
            <a:gdLst/>
            <a:ahLst/>
            <a:cxnLst/>
            <a:rect l="l" t="t" r="r" b="b"/>
            <a:pathLst>
              <a:path w="1939168" h="1805189" extrusionOk="0">
                <a:moveTo>
                  <a:pt x="0" y="0"/>
                </a:moveTo>
                <a:lnTo>
                  <a:pt x="1939169" y="0"/>
                </a:lnTo>
                <a:lnTo>
                  <a:pt x="1939169" y="1805189"/>
                </a:lnTo>
                <a:lnTo>
                  <a:pt x="0" y="1805189"/>
                </a:lnTo>
                <a:lnTo>
                  <a:pt x="0" y="0"/>
                </a:lnTo>
                <a:close/>
              </a:path>
            </a:pathLst>
          </a:custGeom>
          <a:blipFill>
            <a:blip r:embed="rId4"/>
            <a:stretch/>
          </a:blipFill>
        </p:spPr>
        <p:txBody>
          <a:bodyPr/>
          <a:lstStyle/>
          <a:p>
            <a:pPr>
              <a:defRPr/>
            </a:pPr>
            <a:endParaRPr lang="de-DE"/>
          </a:p>
        </p:txBody>
      </p:sp>
      <p:sp>
        <p:nvSpPr>
          <p:cNvPr id="18" name="Freeform 13"/>
          <p:cNvSpPr/>
          <p:nvPr userDrawn="1"/>
        </p:nvSpPr>
        <p:spPr bwMode="auto">
          <a:xfrm>
            <a:off x="7687907" y="30602"/>
            <a:ext cx="2912186" cy="1012162"/>
          </a:xfrm>
          <a:custGeom>
            <a:avLst/>
            <a:gdLst/>
            <a:ahLst/>
            <a:cxnLst/>
            <a:rect l="l" t="t" r="r" b="b"/>
            <a:pathLst>
              <a:path w="2912186" h="1012162" extrusionOk="0">
                <a:moveTo>
                  <a:pt x="0" y="0"/>
                </a:moveTo>
                <a:lnTo>
                  <a:pt x="2912186" y="0"/>
                </a:lnTo>
                <a:lnTo>
                  <a:pt x="2912186" y="1012162"/>
                </a:lnTo>
                <a:lnTo>
                  <a:pt x="0" y="1012162"/>
                </a:lnTo>
                <a:lnTo>
                  <a:pt x="0" y="0"/>
                </a:lnTo>
                <a:close/>
              </a:path>
            </a:pathLst>
          </a:custGeom>
          <a:blipFill>
            <a:blip r:embed="rId6"/>
            <a:stretch/>
          </a:blipFill>
        </p:spPr>
        <p:txBody>
          <a:bodyPr/>
          <a:lstStyle/>
          <a:p>
            <a:pPr>
              <a:defRPr/>
            </a:pPr>
            <a:endParaRPr lang="de-DE"/>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PhAnim="0" type="secHead" preserve="1" userDrawn="1">
  <p:cSld name="Abschnitts-&#10;überschrift">
    <p:spTree>
      <p:nvGrpSpPr>
        <p:cNvPr id="1" name=""/>
        <p:cNvGrpSpPr/>
        <p:nvPr/>
      </p:nvGrpSpPr>
      <p:grpSpPr bwMode="auto">
        <a:xfrm>
          <a:off x="0" y="0"/>
          <a:ext cx="0" cy="0"/>
          <a:chOff x="0" y="0"/>
          <a:chExt cx="0" cy="0"/>
        </a:xfrm>
      </p:grpSpPr>
      <p:sp>
        <p:nvSpPr>
          <p:cNvPr id="2" name="Titel 1"/>
          <p:cNvSpPr>
            <a:spLocks noGrp="1"/>
          </p:cNvSpPr>
          <p:nvPr>
            <p:ph type="title" hasCustomPrompt="1"/>
          </p:nvPr>
        </p:nvSpPr>
        <p:spPr bwMode="auto">
          <a:xfrm>
            <a:off x="1906800" y="2171700"/>
            <a:ext cx="14400000" cy="3955611"/>
          </a:xfrm>
        </p:spPr>
        <p:txBody>
          <a:bodyPr lIns="90000" anchor="b"/>
          <a:lstStyle>
            <a:lvl1pPr>
              <a:defRPr sz="6000"/>
            </a:lvl1pPr>
          </a:lstStyle>
          <a:p>
            <a:pPr>
              <a:defRPr/>
            </a:pPr>
            <a:r>
              <a:rPr lang="de-DE"/>
              <a:t>Überschrift</a:t>
            </a:r>
            <a:endParaRPr/>
          </a:p>
        </p:txBody>
      </p:sp>
      <p:sp>
        <p:nvSpPr>
          <p:cNvPr id="3" name="Textplatzhalter 2"/>
          <p:cNvSpPr>
            <a:spLocks noGrp="1"/>
          </p:cNvSpPr>
          <p:nvPr>
            <p:ph type="body" idx="1"/>
          </p:nvPr>
        </p:nvSpPr>
        <p:spPr bwMode="auto">
          <a:xfrm>
            <a:off x="1906800" y="6491289"/>
            <a:ext cx="14400000" cy="2079814"/>
          </a:xfrm>
        </p:spPr>
        <p:txBody>
          <a:bodyPr lIns="90000"/>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defRPr/>
            </a:pPr>
            <a:r>
              <a:rPr lang="de-DE"/>
              <a:t>Mastertextformat bearbeiten</a:t>
            </a:r>
            <a:endParaRPr/>
          </a:p>
        </p:txBody>
      </p:sp>
      <p:sp>
        <p:nvSpPr>
          <p:cNvPr id="7" name="Freeform 2"/>
          <p:cNvSpPr/>
          <p:nvPr userDrawn="1"/>
        </p:nvSpPr>
        <p:spPr bwMode="auto">
          <a:xfrm>
            <a:off x="-988817" y="7307032"/>
            <a:ext cx="2499164" cy="2394654"/>
          </a:xfrm>
          <a:custGeom>
            <a:avLst/>
            <a:gdLst/>
            <a:ahLst/>
            <a:cxnLst/>
            <a:rect l="l" t="t" r="r" b="b"/>
            <a:pathLst>
              <a:path w="2499164" h="2394654" extrusionOk="0">
                <a:moveTo>
                  <a:pt x="0" y="0"/>
                </a:moveTo>
                <a:lnTo>
                  <a:pt x="2499165" y="0"/>
                </a:lnTo>
                <a:lnTo>
                  <a:pt x="2499165" y="2394654"/>
                </a:lnTo>
                <a:lnTo>
                  <a:pt x="0" y="2394654"/>
                </a:lnTo>
                <a:lnTo>
                  <a:pt x="0" y="0"/>
                </a:lnTo>
                <a:close/>
              </a:path>
            </a:pathLst>
          </a:custGeom>
          <a:blipFill>
            <a:blip r:embed="rId2"/>
            <a:stretch/>
          </a:blipFill>
        </p:spPr>
        <p:txBody>
          <a:bodyPr/>
          <a:lstStyle/>
          <a:p>
            <a:pPr>
              <a:defRPr/>
            </a:pPr>
            <a:endParaRPr lang="de-DE"/>
          </a:p>
        </p:txBody>
      </p:sp>
      <p:sp>
        <p:nvSpPr>
          <p:cNvPr id="8" name="Freeform 3"/>
          <p:cNvSpPr/>
          <p:nvPr userDrawn="1"/>
        </p:nvSpPr>
        <p:spPr bwMode="auto">
          <a:xfrm rot="4680788">
            <a:off x="16257418" y="8270982"/>
            <a:ext cx="2635834" cy="2525609"/>
          </a:xfrm>
          <a:custGeom>
            <a:avLst/>
            <a:gdLst/>
            <a:ahLst/>
            <a:cxnLst/>
            <a:rect l="l" t="t" r="r" b="b"/>
            <a:pathLst>
              <a:path w="2635834" h="2525609" extrusionOk="0">
                <a:moveTo>
                  <a:pt x="0" y="0"/>
                </a:moveTo>
                <a:lnTo>
                  <a:pt x="2635835" y="0"/>
                </a:lnTo>
                <a:lnTo>
                  <a:pt x="2635835" y="2525608"/>
                </a:lnTo>
                <a:lnTo>
                  <a:pt x="0" y="2525608"/>
                </a:lnTo>
                <a:lnTo>
                  <a:pt x="0" y="0"/>
                </a:lnTo>
                <a:close/>
              </a:path>
            </a:pathLst>
          </a:custGeom>
          <a:blipFill>
            <a:blip r:embed="rId2"/>
            <a:stretch/>
          </a:blipFill>
        </p:spPr>
        <p:txBody>
          <a:bodyPr/>
          <a:lstStyle/>
          <a:p>
            <a:pPr>
              <a:defRPr/>
            </a:pPr>
            <a:endParaRPr lang="de-DE"/>
          </a:p>
        </p:txBody>
      </p:sp>
      <p:sp>
        <p:nvSpPr>
          <p:cNvPr id="9" name="Freeform 4"/>
          <p:cNvSpPr/>
          <p:nvPr userDrawn="1"/>
        </p:nvSpPr>
        <p:spPr bwMode="auto">
          <a:xfrm>
            <a:off x="15433702" y="7133471"/>
            <a:ext cx="3505909" cy="3416667"/>
          </a:xfrm>
          <a:custGeom>
            <a:avLst/>
            <a:gdLst/>
            <a:ahLst/>
            <a:cxnLst/>
            <a:rect l="l" t="t" r="r" b="b"/>
            <a:pathLst>
              <a:path w="3505909" h="3416667" extrusionOk="0">
                <a:moveTo>
                  <a:pt x="0" y="0"/>
                </a:moveTo>
                <a:lnTo>
                  <a:pt x="3505909" y="0"/>
                </a:lnTo>
                <a:lnTo>
                  <a:pt x="3505909" y="3416668"/>
                </a:lnTo>
                <a:lnTo>
                  <a:pt x="0" y="3416668"/>
                </a:lnTo>
                <a:lnTo>
                  <a:pt x="0" y="0"/>
                </a:lnTo>
                <a:close/>
              </a:path>
            </a:pathLst>
          </a:custGeom>
          <a:blipFill>
            <a:blip r:embed="rId3"/>
            <a:stretch/>
          </a:blipFill>
        </p:spPr>
        <p:txBody>
          <a:bodyPr/>
          <a:lstStyle/>
          <a:p>
            <a:pPr>
              <a:defRPr/>
            </a:pPr>
            <a:endParaRPr lang="de-DE"/>
          </a:p>
        </p:txBody>
      </p:sp>
      <p:sp>
        <p:nvSpPr>
          <p:cNvPr id="10" name="Freeform 5"/>
          <p:cNvSpPr/>
          <p:nvPr userDrawn="1"/>
        </p:nvSpPr>
        <p:spPr bwMode="auto">
          <a:xfrm>
            <a:off x="-844430" y="-193109"/>
            <a:ext cx="2311228" cy="2962220"/>
          </a:xfrm>
          <a:custGeom>
            <a:avLst/>
            <a:gdLst/>
            <a:ahLst/>
            <a:cxnLst/>
            <a:rect l="l" t="t" r="r" b="b"/>
            <a:pathLst>
              <a:path w="2085371" h="2032289" extrusionOk="0">
                <a:moveTo>
                  <a:pt x="0" y="0"/>
                </a:moveTo>
                <a:lnTo>
                  <a:pt x="2085371" y="0"/>
                </a:lnTo>
                <a:lnTo>
                  <a:pt x="2085371" y="2032289"/>
                </a:lnTo>
                <a:lnTo>
                  <a:pt x="0" y="2032289"/>
                </a:lnTo>
                <a:lnTo>
                  <a:pt x="0" y="0"/>
                </a:lnTo>
                <a:close/>
              </a:path>
            </a:pathLst>
          </a:custGeom>
          <a:blipFill>
            <a:blip r:embed="rId3"/>
            <a:stretch/>
          </a:blipFill>
        </p:spPr>
        <p:txBody>
          <a:bodyPr/>
          <a:lstStyle/>
          <a:p>
            <a:pPr>
              <a:defRPr/>
            </a:pPr>
            <a:endParaRPr lang="de-DE"/>
          </a:p>
        </p:txBody>
      </p:sp>
      <p:sp>
        <p:nvSpPr>
          <p:cNvPr id="12" name="Freeform 7"/>
          <p:cNvSpPr/>
          <p:nvPr userDrawn="1"/>
        </p:nvSpPr>
        <p:spPr bwMode="auto">
          <a:xfrm rot="7860678">
            <a:off x="15930678" y="7382404"/>
            <a:ext cx="2243704" cy="2088684"/>
          </a:xfrm>
          <a:custGeom>
            <a:avLst/>
            <a:gdLst/>
            <a:ahLst/>
            <a:cxnLst/>
            <a:rect l="l" t="t" r="r" b="b"/>
            <a:pathLst>
              <a:path w="2243704" h="2088684" extrusionOk="0">
                <a:moveTo>
                  <a:pt x="0" y="0"/>
                </a:moveTo>
                <a:lnTo>
                  <a:pt x="2243704" y="0"/>
                </a:lnTo>
                <a:lnTo>
                  <a:pt x="2243704" y="2088684"/>
                </a:lnTo>
                <a:lnTo>
                  <a:pt x="0" y="2088684"/>
                </a:lnTo>
                <a:lnTo>
                  <a:pt x="0" y="0"/>
                </a:lnTo>
                <a:close/>
              </a:path>
            </a:pathLst>
          </a:custGeom>
          <a:blipFill>
            <a:blip r:embed="rId4"/>
            <a:stretch/>
          </a:blipFill>
        </p:spPr>
        <p:txBody>
          <a:bodyPr/>
          <a:lstStyle/>
          <a:p>
            <a:pPr>
              <a:defRPr/>
            </a:pPr>
            <a:endParaRPr lang="de-DE"/>
          </a:p>
        </p:txBody>
      </p:sp>
      <p:sp>
        <p:nvSpPr>
          <p:cNvPr id="13" name="Freeform 8"/>
          <p:cNvSpPr/>
          <p:nvPr userDrawn="1"/>
        </p:nvSpPr>
        <p:spPr bwMode="auto">
          <a:xfrm rot="-458312">
            <a:off x="16209917" y="184642"/>
            <a:ext cx="3155791" cy="3023821"/>
          </a:xfrm>
          <a:custGeom>
            <a:avLst/>
            <a:gdLst/>
            <a:ahLst/>
            <a:cxnLst/>
            <a:rect l="l" t="t" r="r" b="b"/>
            <a:pathLst>
              <a:path w="3155791" h="3023821" extrusionOk="0">
                <a:moveTo>
                  <a:pt x="0" y="0"/>
                </a:moveTo>
                <a:lnTo>
                  <a:pt x="3155790" y="0"/>
                </a:lnTo>
                <a:lnTo>
                  <a:pt x="3155790" y="3023821"/>
                </a:lnTo>
                <a:lnTo>
                  <a:pt x="0" y="3023821"/>
                </a:lnTo>
                <a:lnTo>
                  <a:pt x="0" y="0"/>
                </a:lnTo>
                <a:close/>
              </a:path>
            </a:pathLst>
          </a:custGeom>
          <a:blipFill>
            <a:blip r:embed="rId2"/>
            <a:stretch/>
          </a:blipFill>
        </p:spPr>
        <p:txBody>
          <a:bodyPr/>
          <a:lstStyle/>
          <a:p>
            <a:pPr>
              <a:defRPr/>
            </a:pPr>
            <a:endParaRPr lang="de-DE"/>
          </a:p>
        </p:txBody>
      </p:sp>
      <p:sp>
        <p:nvSpPr>
          <p:cNvPr id="14" name="Freeform 9"/>
          <p:cNvSpPr/>
          <p:nvPr userDrawn="1"/>
        </p:nvSpPr>
        <p:spPr bwMode="auto">
          <a:xfrm rot="1296289">
            <a:off x="15248400" y="253720"/>
            <a:ext cx="2265599" cy="1919581"/>
          </a:xfrm>
          <a:custGeom>
            <a:avLst/>
            <a:gdLst/>
            <a:ahLst/>
            <a:cxnLst/>
            <a:rect l="l" t="t" r="r" b="b"/>
            <a:pathLst>
              <a:path w="2265599" h="1919581" extrusionOk="0">
                <a:moveTo>
                  <a:pt x="0" y="0"/>
                </a:moveTo>
                <a:lnTo>
                  <a:pt x="2265600" y="0"/>
                </a:lnTo>
                <a:lnTo>
                  <a:pt x="2265600" y="1919581"/>
                </a:lnTo>
                <a:lnTo>
                  <a:pt x="0" y="1919581"/>
                </a:lnTo>
                <a:lnTo>
                  <a:pt x="0" y="0"/>
                </a:lnTo>
                <a:close/>
              </a:path>
            </a:pathLst>
          </a:custGeom>
          <a:blipFill>
            <a:blip r:embed="rId5"/>
            <a:stretch/>
          </a:blipFill>
        </p:spPr>
        <p:txBody>
          <a:bodyPr/>
          <a:lstStyle/>
          <a:p>
            <a:pPr>
              <a:defRPr/>
            </a:pPr>
            <a:endParaRPr lang="de-DE"/>
          </a:p>
        </p:txBody>
      </p:sp>
      <p:sp>
        <p:nvSpPr>
          <p:cNvPr id="15" name="Freeform 10"/>
          <p:cNvSpPr/>
          <p:nvPr userDrawn="1"/>
        </p:nvSpPr>
        <p:spPr bwMode="auto">
          <a:xfrm rot="-2487859">
            <a:off x="1040125" y="-83341"/>
            <a:ext cx="1763767" cy="1494391"/>
          </a:xfrm>
          <a:custGeom>
            <a:avLst/>
            <a:gdLst/>
            <a:ahLst/>
            <a:cxnLst/>
            <a:rect l="l" t="t" r="r" b="b"/>
            <a:pathLst>
              <a:path w="1763767" h="1494392" extrusionOk="0">
                <a:moveTo>
                  <a:pt x="0" y="0"/>
                </a:moveTo>
                <a:lnTo>
                  <a:pt x="1763767" y="0"/>
                </a:lnTo>
                <a:lnTo>
                  <a:pt x="1763767" y="1494392"/>
                </a:lnTo>
                <a:lnTo>
                  <a:pt x="0" y="1494392"/>
                </a:lnTo>
                <a:lnTo>
                  <a:pt x="0" y="0"/>
                </a:lnTo>
                <a:close/>
              </a:path>
            </a:pathLst>
          </a:custGeom>
          <a:blipFill>
            <a:blip r:embed="rId5"/>
            <a:stretch/>
          </a:blipFill>
        </p:spPr>
        <p:txBody>
          <a:bodyPr/>
          <a:lstStyle/>
          <a:p>
            <a:pPr>
              <a:defRPr/>
            </a:pPr>
            <a:endParaRPr lang="de-DE"/>
          </a:p>
        </p:txBody>
      </p:sp>
      <p:sp>
        <p:nvSpPr>
          <p:cNvPr id="16" name="Freeform 11"/>
          <p:cNvSpPr/>
          <p:nvPr userDrawn="1"/>
        </p:nvSpPr>
        <p:spPr bwMode="auto">
          <a:xfrm rot="1296289">
            <a:off x="554481" y="8677791"/>
            <a:ext cx="2430280" cy="2059110"/>
          </a:xfrm>
          <a:custGeom>
            <a:avLst/>
            <a:gdLst/>
            <a:ahLst/>
            <a:cxnLst/>
            <a:rect l="l" t="t" r="r" b="b"/>
            <a:pathLst>
              <a:path w="2430280" h="2059110" extrusionOk="0">
                <a:moveTo>
                  <a:pt x="0" y="0"/>
                </a:moveTo>
                <a:lnTo>
                  <a:pt x="2430281" y="0"/>
                </a:lnTo>
                <a:lnTo>
                  <a:pt x="2430281" y="2059110"/>
                </a:lnTo>
                <a:lnTo>
                  <a:pt x="0" y="2059110"/>
                </a:lnTo>
                <a:lnTo>
                  <a:pt x="0" y="0"/>
                </a:lnTo>
                <a:close/>
              </a:path>
            </a:pathLst>
          </a:custGeom>
          <a:blipFill>
            <a:blip r:embed="rId5"/>
            <a:stretch/>
          </a:blipFill>
        </p:spPr>
        <p:txBody>
          <a:bodyPr/>
          <a:lstStyle/>
          <a:p>
            <a:pPr>
              <a:defRPr/>
            </a:pPr>
            <a:endParaRPr lang="de-DE"/>
          </a:p>
        </p:txBody>
      </p:sp>
      <p:sp>
        <p:nvSpPr>
          <p:cNvPr id="17" name="Freeform 12"/>
          <p:cNvSpPr/>
          <p:nvPr userDrawn="1"/>
        </p:nvSpPr>
        <p:spPr bwMode="auto">
          <a:xfrm rot="7628196">
            <a:off x="15096766" y="-48757"/>
            <a:ext cx="1939168" cy="1805189"/>
          </a:xfrm>
          <a:custGeom>
            <a:avLst/>
            <a:gdLst/>
            <a:ahLst/>
            <a:cxnLst/>
            <a:rect l="l" t="t" r="r" b="b"/>
            <a:pathLst>
              <a:path w="1939168" h="1805189" extrusionOk="0">
                <a:moveTo>
                  <a:pt x="0" y="0"/>
                </a:moveTo>
                <a:lnTo>
                  <a:pt x="1939169" y="0"/>
                </a:lnTo>
                <a:lnTo>
                  <a:pt x="1939169" y="1805189"/>
                </a:lnTo>
                <a:lnTo>
                  <a:pt x="0" y="1805189"/>
                </a:lnTo>
                <a:lnTo>
                  <a:pt x="0" y="0"/>
                </a:lnTo>
                <a:close/>
              </a:path>
            </a:pathLst>
          </a:custGeom>
          <a:blipFill>
            <a:blip r:embed="rId4"/>
            <a:stretch/>
          </a:blipFill>
        </p:spPr>
        <p:txBody>
          <a:bodyPr/>
          <a:lstStyle/>
          <a:p>
            <a:pPr>
              <a:defRPr/>
            </a:pPr>
            <a:endParaRPr lang="de-DE"/>
          </a:p>
        </p:txBody>
      </p:sp>
      <p:sp>
        <p:nvSpPr>
          <p:cNvPr id="18" name="Freeform 13"/>
          <p:cNvSpPr/>
          <p:nvPr userDrawn="1"/>
        </p:nvSpPr>
        <p:spPr bwMode="auto">
          <a:xfrm>
            <a:off x="7687907" y="30602"/>
            <a:ext cx="2912186" cy="1012162"/>
          </a:xfrm>
          <a:custGeom>
            <a:avLst/>
            <a:gdLst/>
            <a:ahLst/>
            <a:cxnLst/>
            <a:rect l="l" t="t" r="r" b="b"/>
            <a:pathLst>
              <a:path w="2912186" h="1012162" extrusionOk="0">
                <a:moveTo>
                  <a:pt x="0" y="0"/>
                </a:moveTo>
                <a:lnTo>
                  <a:pt x="2912186" y="0"/>
                </a:lnTo>
                <a:lnTo>
                  <a:pt x="2912186" y="1012162"/>
                </a:lnTo>
                <a:lnTo>
                  <a:pt x="0" y="1012162"/>
                </a:lnTo>
                <a:lnTo>
                  <a:pt x="0" y="0"/>
                </a:lnTo>
                <a:close/>
              </a:path>
            </a:pathLst>
          </a:custGeom>
          <a:blipFill>
            <a:blip r:embed="rId6"/>
            <a:stretch/>
          </a:blipFill>
        </p:spPr>
        <p:txBody>
          <a:bodyPr/>
          <a:lstStyle/>
          <a:p>
            <a:pPr>
              <a:defRPr/>
            </a:pPr>
            <a:endParaRPr lang="de-DE"/>
          </a:p>
        </p:txBody>
      </p:sp>
      <p:sp>
        <p:nvSpPr>
          <p:cNvPr id="11" name="Freeform 6"/>
          <p:cNvSpPr/>
          <p:nvPr userDrawn="1"/>
        </p:nvSpPr>
        <p:spPr bwMode="auto">
          <a:xfrm rot="7860678">
            <a:off x="668732" y="930928"/>
            <a:ext cx="1600955" cy="1490343"/>
          </a:xfrm>
          <a:custGeom>
            <a:avLst/>
            <a:gdLst/>
            <a:ahLst/>
            <a:cxnLst/>
            <a:rect l="l" t="t" r="r" b="b"/>
            <a:pathLst>
              <a:path w="1600955" h="1490343" extrusionOk="0">
                <a:moveTo>
                  <a:pt x="0" y="0"/>
                </a:moveTo>
                <a:lnTo>
                  <a:pt x="1600954" y="0"/>
                </a:lnTo>
                <a:lnTo>
                  <a:pt x="1600954" y="1490343"/>
                </a:lnTo>
                <a:lnTo>
                  <a:pt x="0" y="1490343"/>
                </a:lnTo>
                <a:lnTo>
                  <a:pt x="0" y="0"/>
                </a:lnTo>
                <a:close/>
              </a:path>
            </a:pathLst>
          </a:custGeom>
          <a:blipFill>
            <a:blip r:embed="rId4"/>
            <a:stretch/>
          </a:blipFill>
        </p:spPr>
        <p:txBody>
          <a:bodyPr/>
          <a:lstStyle/>
          <a:p>
            <a:pPr>
              <a:defRPr/>
            </a:pPr>
            <a:endParaRPr lang="de-DE"/>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showMasterPhAnim="0" preserve="1" userDrawn="1">
  <p:cSld name="Pause">
    <p:spTree>
      <p:nvGrpSpPr>
        <p:cNvPr id="1" name=""/>
        <p:cNvGrpSpPr/>
        <p:nvPr/>
      </p:nvGrpSpPr>
      <p:grpSpPr bwMode="auto">
        <a:xfrm>
          <a:off x="0" y="0"/>
          <a:ext cx="0" cy="0"/>
          <a:chOff x="0" y="0"/>
          <a:chExt cx="0" cy="0"/>
        </a:xfrm>
      </p:grpSpPr>
      <p:sp>
        <p:nvSpPr>
          <p:cNvPr id="6" name="Rechteck 5"/>
          <p:cNvSpPr/>
          <p:nvPr userDrawn="1"/>
        </p:nvSpPr>
        <p:spPr bwMode="auto">
          <a:xfrm>
            <a:off x="1906799" y="2171700"/>
            <a:ext cx="14399999" cy="6399403"/>
          </a:xfrm>
          <a:prstGeom prst="rect">
            <a:avLst/>
          </a:prstGeom>
          <a:solidFill>
            <a:schemeClr val="accent4">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defRPr/>
            </a:pPr>
            <a:endParaRPr lang="de-DE"/>
          </a:p>
        </p:txBody>
      </p:sp>
      <p:sp>
        <p:nvSpPr>
          <p:cNvPr id="2" name="Titel 1"/>
          <p:cNvSpPr>
            <a:spLocks noGrp="1"/>
          </p:cNvSpPr>
          <p:nvPr>
            <p:ph type="title" hasCustomPrompt="1"/>
          </p:nvPr>
        </p:nvSpPr>
        <p:spPr bwMode="auto">
          <a:xfrm>
            <a:off x="1906800" y="2171700"/>
            <a:ext cx="14400000" cy="6399403"/>
          </a:xfrm>
        </p:spPr>
        <p:txBody>
          <a:bodyPr lIns="90000" anchor="ctr"/>
          <a:lstStyle>
            <a:lvl1pPr>
              <a:defRPr sz="6000"/>
            </a:lvl1pPr>
          </a:lstStyle>
          <a:p>
            <a:pPr>
              <a:defRPr/>
            </a:pPr>
            <a:r>
              <a:rPr lang="de-DE"/>
              <a:t>PAUSE</a:t>
            </a:r>
            <a:endParaRPr/>
          </a:p>
        </p:txBody>
      </p:sp>
      <p:sp>
        <p:nvSpPr>
          <p:cNvPr id="7" name="Freeform 2"/>
          <p:cNvSpPr/>
          <p:nvPr userDrawn="1"/>
        </p:nvSpPr>
        <p:spPr bwMode="auto">
          <a:xfrm>
            <a:off x="-988817" y="7307032"/>
            <a:ext cx="2499164" cy="2394654"/>
          </a:xfrm>
          <a:custGeom>
            <a:avLst/>
            <a:gdLst/>
            <a:ahLst/>
            <a:cxnLst/>
            <a:rect l="l" t="t" r="r" b="b"/>
            <a:pathLst>
              <a:path w="2499164" h="2394654" extrusionOk="0">
                <a:moveTo>
                  <a:pt x="0" y="0"/>
                </a:moveTo>
                <a:lnTo>
                  <a:pt x="2499165" y="0"/>
                </a:lnTo>
                <a:lnTo>
                  <a:pt x="2499165" y="2394654"/>
                </a:lnTo>
                <a:lnTo>
                  <a:pt x="0" y="2394654"/>
                </a:lnTo>
                <a:lnTo>
                  <a:pt x="0" y="0"/>
                </a:lnTo>
                <a:close/>
              </a:path>
            </a:pathLst>
          </a:custGeom>
          <a:blipFill>
            <a:blip r:embed="rId2"/>
            <a:stretch/>
          </a:blipFill>
        </p:spPr>
        <p:txBody>
          <a:bodyPr/>
          <a:lstStyle/>
          <a:p>
            <a:pPr>
              <a:defRPr/>
            </a:pPr>
            <a:endParaRPr lang="de-DE"/>
          </a:p>
        </p:txBody>
      </p:sp>
      <p:sp>
        <p:nvSpPr>
          <p:cNvPr id="8" name="Freeform 3"/>
          <p:cNvSpPr/>
          <p:nvPr userDrawn="1"/>
        </p:nvSpPr>
        <p:spPr bwMode="auto">
          <a:xfrm rot="4680788">
            <a:off x="16257418" y="8270982"/>
            <a:ext cx="2635834" cy="2525609"/>
          </a:xfrm>
          <a:custGeom>
            <a:avLst/>
            <a:gdLst/>
            <a:ahLst/>
            <a:cxnLst/>
            <a:rect l="l" t="t" r="r" b="b"/>
            <a:pathLst>
              <a:path w="2635834" h="2525609" extrusionOk="0">
                <a:moveTo>
                  <a:pt x="0" y="0"/>
                </a:moveTo>
                <a:lnTo>
                  <a:pt x="2635835" y="0"/>
                </a:lnTo>
                <a:lnTo>
                  <a:pt x="2635835" y="2525608"/>
                </a:lnTo>
                <a:lnTo>
                  <a:pt x="0" y="2525608"/>
                </a:lnTo>
                <a:lnTo>
                  <a:pt x="0" y="0"/>
                </a:lnTo>
                <a:close/>
              </a:path>
            </a:pathLst>
          </a:custGeom>
          <a:blipFill>
            <a:blip r:embed="rId2"/>
            <a:stretch/>
          </a:blipFill>
        </p:spPr>
        <p:txBody>
          <a:bodyPr/>
          <a:lstStyle/>
          <a:p>
            <a:pPr>
              <a:defRPr/>
            </a:pPr>
            <a:endParaRPr lang="de-DE"/>
          </a:p>
        </p:txBody>
      </p:sp>
      <p:sp>
        <p:nvSpPr>
          <p:cNvPr id="9" name="Freeform 4"/>
          <p:cNvSpPr/>
          <p:nvPr userDrawn="1"/>
        </p:nvSpPr>
        <p:spPr bwMode="auto">
          <a:xfrm>
            <a:off x="15433702" y="7133471"/>
            <a:ext cx="3505909" cy="3416667"/>
          </a:xfrm>
          <a:custGeom>
            <a:avLst/>
            <a:gdLst/>
            <a:ahLst/>
            <a:cxnLst/>
            <a:rect l="l" t="t" r="r" b="b"/>
            <a:pathLst>
              <a:path w="3505909" h="3416667" extrusionOk="0">
                <a:moveTo>
                  <a:pt x="0" y="0"/>
                </a:moveTo>
                <a:lnTo>
                  <a:pt x="3505909" y="0"/>
                </a:lnTo>
                <a:lnTo>
                  <a:pt x="3505909" y="3416668"/>
                </a:lnTo>
                <a:lnTo>
                  <a:pt x="0" y="3416668"/>
                </a:lnTo>
                <a:lnTo>
                  <a:pt x="0" y="0"/>
                </a:lnTo>
                <a:close/>
              </a:path>
            </a:pathLst>
          </a:custGeom>
          <a:blipFill>
            <a:blip r:embed="rId3"/>
            <a:stretch/>
          </a:blipFill>
        </p:spPr>
        <p:txBody>
          <a:bodyPr/>
          <a:lstStyle/>
          <a:p>
            <a:pPr>
              <a:defRPr/>
            </a:pPr>
            <a:endParaRPr lang="de-DE"/>
          </a:p>
        </p:txBody>
      </p:sp>
      <p:sp>
        <p:nvSpPr>
          <p:cNvPr id="10" name="Freeform 5"/>
          <p:cNvSpPr/>
          <p:nvPr userDrawn="1"/>
        </p:nvSpPr>
        <p:spPr bwMode="auto">
          <a:xfrm>
            <a:off x="-844430" y="-193109"/>
            <a:ext cx="2311228" cy="2962220"/>
          </a:xfrm>
          <a:custGeom>
            <a:avLst/>
            <a:gdLst/>
            <a:ahLst/>
            <a:cxnLst/>
            <a:rect l="l" t="t" r="r" b="b"/>
            <a:pathLst>
              <a:path w="2085371" h="2032289" extrusionOk="0">
                <a:moveTo>
                  <a:pt x="0" y="0"/>
                </a:moveTo>
                <a:lnTo>
                  <a:pt x="2085371" y="0"/>
                </a:lnTo>
                <a:lnTo>
                  <a:pt x="2085371" y="2032289"/>
                </a:lnTo>
                <a:lnTo>
                  <a:pt x="0" y="2032289"/>
                </a:lnTo>
                <a:lnTo>
                  <a:pt x="0" y="0"/>
                </a:lnTo>
                <a:close/>
              </a:path>
            </a:pathLst>
          </a:custGeom>
          <a:blipFill>
            <a:blip r:embed="rId3"/>
            <a:stretch/>
          </a:blipFill>
        </p:spPr>
        <p:txBody>
          <a:bodyPr/>
          <a:lstStyle/>
          <a:p>
            <a:pPr>
              <a:defRPr/>
            </a:pPr>
            <a:endParaRPr lang="de-DE"/>
          </a:p>
        </p:txBody>
      </p:sp>
      <p:sp>
        <p:nvSpPr>
          <p:cNvPr id="12" name="Freeform 7"/>
          <p:cNvSpPr/>
          <p:nvPr userDrawn="1"/>
        </p:nvSpPr>
        <p:spPr bwMode="auto">
          <a:xfrm rot="7860678">
            <a:off x="15930678" y="7382404"/>
            <a:ext cx="2243704" cy="2088684"/>
          </a:xfrm>
          <a:custGeom>
            <a:avLst/>
            <a:gdLst/>
            <a:ahLst/>
            <a:cxnLst/>
            <a:rect l="l" t="t" r="r" b="b"/>
            <a:pathLst>
              <a:path w="2243704" h="2088684" extrusionOk="0">
                <a:moveTo>
                  <a:pt x="0" y="0"/>
                </a:moveTo>
                <a:lnTo>
                  <a:pt x="2243704" y="0"/>
                </a:lnTo>
                <a:lnTo>
                  <a:pt x="2243704" y="2088684"/>
                </a:lnTo>
                <a:lnTo>
                  <a:pt x="0" y="2088684"/>
                </a:lnTo>
                <a:lnTo>
                  <a:pt x="0" y="0"/>
                </a:lnTo>
                <a:close/>
              </a:path>
            </a:pathLst>
          </a:custGeom>
          <a:blipFill>
            <a:blip r:embed="rId4"/>
            <a:stretch/>
          </a:blipFill>
        </p:spPr>
        <p:txBody>
          <a:bodyPr/>
          <a:lstStyle/>
          <a:p>
            <a:pPr>
              <a:defRPr/>
            </a:pPr>
            <a:endParaRPr lang="de-DE"/>
          </a:p>
        </p:txBody>
      </p:sp>
      <p:sp>
        <p:nvSpPr>
          <p:cNvPr id="13" name="Freeform 8"/>
          <p:cNvSpPr/>
          <p:nvPr userDrawn="1"/>
        </p:nvSpPr>
        <p:spPr bwMode="auto">
          <a:xfrm rot="-458312">
            <a:off x="16209917" y="184642"/>
            <a:ext cx="3155791" cy="3023821"/>
          </a:xfrm>
          <a:custGeom>
            <a:avLst/>
            <a:gdLst/>
            <a:ahLst/>
            <a:cxnLst/>
            <a:rect l="l" t="t" r="r" b="b"/>
            <a:pathLst>
              <a:path w="3155791" h="3023821" extrusionOk="0">
                <a:moveTo>
                  <a:pt x="0" y="0"/>
                </a:moveTo>
                <a:lnTo>
                  <a:pt x="3155790" y="0"/>
                </a:lnTo>
                <a:lnTo>
                  <a:pt x="3155790" y="3023821"/>
                </a:lnTo>
                <a:lnTo>
                  <a:pt x="0" y="3023821"/>
                </a:lnTo>
                <a:lnTo>
                  <a:pt x="0" y="0"/>
                </a:lnTo>
                <a:close/>
              </a:path>
            </a:pathLst>
          </a:custGeom>
          <a:blipFill>
            <a:blip r:embed="rId2"/>
            <a:stretch/>
          </a:blipFill>
        </p:spPr>
        <p:txBody>
          <a:bodyPr/>
          <a:lstStyle/>
          <a:p>
            <a:pPr>
              <a:defRPr/>
            </a:pPr>
            <a:endParaRPr lang="de-DE"/>
          </a:p>
        </p:txBody>
      </p:sp>
      <p:sp>
        <p:nvSpPr>
          <p:cNvPr id="14" name="Freeform 9"/>
          <p:cNvSpPr/>
          <p:nvPr userDrawn="1"/>
        </p:nvSpPr>
        <p:spPr bwMode="auto">
          <a:xfrm rot="1296289">
            <a:off x="15248400" y="253720"/>
            <a:ext cx="2265599" cy="1919581"/>
          </a:xfrm>
          <a:custGeom>
            <a:avLst/>
            <a:gdLst/>
            <a:ahLst/>
            <a:cxnLst/>
            <a:rect l="l" t="t" r="r" b="b"/>
            <a:pathLst>
              <a:path w="2265599" h="1919581" extrusionOk="0">
                <a:moveTo>
                  <a:pt x="0" y="0"/>
                </a:moveTo>
                <a:lnTo>
                  <a:pt x="2265600" y="0"/>
                </a:lnTo>
                <a:lnTo>
                  <a:pt x="2265600" y="1919581"/>
                </a:lnTo>
                <a:lnTo>
                  <a:pt x="0" y="1919581"/>
                </a:lnTo>
                <a:lnTo>
                  <a:pt x="0" y="0"/>
                </a:lnTo>
                <a:close/>
              </a:path>
            </a:pathLst>
          </a:custGeom>
          <a:blipFill>
            <a:blip r:embed="rId5"/>
            <a:stretch/>
          </a:blipFill>
        </p:spPr>
        <p:txBody>
          <a:bodyPr/>
          <a:lstStyle/>
          <a:p>
            <a:pPr>
              <a:defRPr/>
            </a:pPr>
            <a:endParaRPr lang="de-DE"/>
          </a:p>
        </p:txBody>
      </p:sp>
      <p:sp>
        <p:nvSpPr>
          <p:cNvPr id="15" name="Freeform 10"/>
          <p:cNvSpPr/>
          <p:nvPr userDrawn="1"/>
        </p:nvSpPr>
        <p:spPr bwMode="auto">
          <a:xfrm rot="-2487859">
            <a:off x="1040125" y="-83341"/>
            <a:ext cx="1763767" cy="1494391"/>
          </a:xfrm>
          <a:custGeom>
            <a:avLst/>
            <a:gdLst/>
            <a:ahLst/>
            <a:cxnLst/>
            <a:rect l="l" t="t" r="r" b="b"/>
            <a:pathLst>
              <a:path w="1763767" h="1494392" extrusionOk="0">
                <a:moveTo>
                  <a:pt x="0" y="0"/>
                </a:moveTo>
                <a:lnTo>
                  <a:pt x="1763767" y="0"/>
                </a:lnTo>
                <a:lnTo>
                  <a:pt x="1763767" y="1494392"/>
                </a:lnTo>
                <a:lnTo>
                  <a:pt x="0" y="1494392"/>
                </a:lnTo>
                <a:lnTo>
                  <a:pt x="0" y="0"/>
                </a:lnTo>
                <a:close/>
              </a:path>
            </a:pathLst>
          </a:custGeom>
          <a:blipFill>
            <a:blip r:embed="rId5"/>
            <a:stretch/>
          </a:blipFill>
        </p:spPr>
        <p:txBody>
          <a:bodyPr/>
          <a:lstStyle/>
          <a:p>
            <a:pPr>
              <a:defRPr/>
            </a:pPr>
            <a:endParaRPr lang="de-DE"/>
          </a:p>
        </p:txBody>
      </p:sp>
      <p:sp>
        <p:nvSpPr>
          <p:cNvPr id="16" name="Freeform 11"/>
          <p:cNvSpPr/>
          <p:nvPr userDrawn="1"/>
        </p:nvSpPr>
        <p:spPr bwMode="auto">
          <a:xfrm rot="1296289">
            <a:off x="554481" y="8677791"/>
            <a:ext cx="2430280" cy="2059110"/>
          </a:xfrm>
          <a:custGeom>
            <a:avLst/>
            <a:gdLst/>
            <a:ahLst/>
            <a:cxnLst/>
            <a:rect l="l" t="t" r="r" b="b"/>
            <a:pathLst>
              <a:path w="2430280" h="2059110" extrusionOk="0">
                <a:moveTo>
                  <a:pt x="0" y="0"/>
                </a:moveTo>
                <a:lnTo>
                  <a:pt x="2430281" y="0"/>
                </a:lnTo>
                <a:lnTo>
                  <a:pt x="2430281" y="2059110"/>
                </a:lnTo>
                <a:lnTo>
                  <a:pt x="0" y="2059110"/>
                </a:lnTo>
                <a:lnTo>
                  <a:pt x="0" y="0"/>
                </a:lnTo>
                <a:close/>
              </a:path>
            </a:pathLst>
          </a:custGeom>
          <a:blipFill>
            <a:blip r:embed="rId5"/>
            <a:stretch/>
          </a:blipFill>
        </p:spPr>
        <p:txBody>
          <a:bodyPr/>
          <a:lstStyle/>
          <a:p>
            <a:pPr>
              <a:defRPr/>
            </a:pPr>
            <a:endParaRPr lang="de-DE"/>
          </a:p>
        </p:txBody>
      </p:sp>
      <p:sp>
        <p:nvSpPr>
          <p:cNvPr id="17" name="Freeform 12"/>
          <p:cNvSpPr/>
          <p:nvPr userDrawn="1"/>
        </p:nvSpPr>
        <p:spPr bwMode="auto">
          <a:xfrm rot="7628196">
            <a:off x="15096766" y="-48757"/>
            <a:ext cx="1939168" cy="1805189"/>
          </a:xfrm>
          <a:custGeom>
            <a:avLst/>
            <a:gdLst/>
            <a:ahLst/>
            <a:cxnLst/>
            <a:rect l="l" t="t" r="r" b="b"/>
            <a:pathLst>
              <a:path w="1939168" h="1805189" extrusionOk="0">
                <a:moveTo>
                  <a:pt x="0" y="0"/>
                </a:moveTo>
                <a:lnTo>
                  <a:pt x="1939169" y="0"/>
                </a:lnTo>
                <a:lnTo>
                  <a:pt x="1939169" y="1805189"/>
                </a:lnTo>
                <a:lnTo>
                  <a:pt x="0" y="1805189"/>
                </a:lnTo>
                <a:lnTo>
                  <a:pt x="0" y="0"/>
                </a:lnTo>
                <a:close/>
              </a:path>
            </a:pathLst>
          </a:custGeom>
          <a:blipFill>
            <a:blip r:embed="rId4"/>
            <a:stretch/>
          </a:blipFill>
        </p:spPr>
        <p:txBody>
          <a:bodyPr/>
          <a:lstStyle/>
          <a:p>
            <a:pPr>
              <a:defRPr/>
            </a:pPr>
            <a:endParaRPr lang="de-DE"/>
          </a:p>
        </p:txBody>
      </p:sp>
      <p:sp>
        <p:nvSpPr>
          <p:cNvPr id="18" name="Freeform 13"/>
          <p:cNvSpPr/>
          <p:nvPr userDrawn="1"/>
        </p:nvSpPr>
        <p:spPr bwMode="auto">
          <a:xfrm>
            <a:off x="7687907" y="30602"/>
            <a:ext cx="2912186" cy="1012162"/>
          </a:xfrm>
          <a:custGeom>
            <a:avLst/>
            <a:gdLst/>
            <a:ahLst/>
            <a:cxnLst/>
            <a:rect l="l" t="t" r="r" b="b"/>
            <a:pathLst>
              <a:path w="2912186" h="1012162" extrusionOk="0">
                <a:moveTo>
                  <a:pt x="0" y="0"/>
                </a:moveTo>
                <a:lnTo>
                  <a:pt x="2912186" y="0"/>
                </a:lnTo>
                <a:lnTo>
                  <a:pt x="2912186" y="1012162"/>
                </a:lnTo>
                <a:lnTo>
                  <a:pt x="0" y="1012162"/>
                </a:lnTo>
                <a:lnTo>
                  <a:pt x="0" y="0"/>
                </a:lnTo>
                <a:close/>
              </a:path>
            </a:pathLst>
          </a:custGeom>
          <a:blipFill>
            <a:blip r:embed="rId6"/>
            <a:stretch/>
          </a:blipFill>
        </p:spPr>
        <p:txBody>
          <a:bodyPr/>
          <a:lstStyle/>
          <a:p>
            <a:pPr>
              <a:defRPr/>
            </a:pPr>
            <a:endParaRPr lang="de-DE"/>
          </a:p>
        </p:txBody>
      </p:sp>
      <p:sp>
        <p:nvSpPr>
          <p:cNvPr id="11" name="Freeform 6"/>
          <p:cNvSpPr/>
          <p:nvPr userDrawn="1"/>
        </p:nvSpPr>
        <p:spPr bwMode="auto">
          <a:xfrm rot="7860678">
            <a:off x="668732" y="930928"/>
            <a:ext cx="1600955" cy="1490343"/>
          </a:xfrm>
          <a:custGeom>
            <a:avLst/>
            <a:gdLst/>
            <a:ahLst/>
            <a:cxnLst/>
            <a:rect l="l" t="t" r="r" b="b"/>
            <a:pathLst>
              <a:path w="1600955" h="1490343" extrusionOk="0">
                <a:moveTo>
                  <a:pt x="0" y="0"/>
                </a:moveTo>
                <a:lnTo>
                  <a:pt x="1600954" y="0"/>
                </a:lnTo>
                <a:lnTo>
                  <a:pt x="1600954" y="1490343"/>
                </a:lnTo>
                <a:lnTo>
                  <a:pt x="0" y="1490343"/>
                </a:lnTo>
                <a:lnTo>
                  <a:pt x="0" y="0"/>
                </a:lnTo>
                <a:close/>
              </a:path>
            </a:pathLst>
          </a:custGeom>
          <a:blipFill>
            <a:blip r:embed="rId4"/>
            <a:stretch/>
          </a:blipFill>
        </p:spPr>
        <p:txBody>
          <a:bodyPr/>
          <a:lstStyle/>
          <a:p>
            <a:pPr>
              <a:defRPr/>
            </a:pPr>
            <a:endParaRPr lang="de-DE"/>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PhAnim="0" preserve="1" userDrawn="1">
  <p:cSld name="Energizer">
    <p:spTree>
      <p:nvGrpSpPr>
        <p:cNvPr id="1" name=""/>
        <p:cNvGrpSpPr/>
        <p:nvPr/>
      </p:nvGrpSpPr>
      <p:grpSpPr bwMode="auto">
        <a:xfrm>
          <a:off x="0" y="0"/>
          <a:ext cx="0" cy="0"/>
          <a:chOff x="0" y="0"/>
          <a:chExt cx="0" cy="0"/>
        </a:xfrm>
      </p:grpSpPr>
      <p:sp>
        <p:nvSpPr>
          <p:cNvPr id="4" name="Rechteck 3"/>
          <p:cNvSpPr/>
          <p:nvPr userDrawn="1"/>
        </p:nvSpPr>
        <p:spPr bwMode="auto">
          <a:xfrm>
            <a:off x="1906799" y="2171700"/>
            <a:ext cx="14399999" cy="6399403"/>
          </a:xfrm>
          <a:prstGeom prst="rect">
            <a:avLst/>
          </a:prstGeom>
          <a:solidFill>
            <a:schemeClr val="accent3">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defRPr/>
            </a:pPr>
            <a:endParaRPr lang="de-DE"/>
          </a:p>
        </p:txBody>
      </p:sp>
      <p:sp>
        <p:nvSpPr>
          <p:cNvPr id="2" name="Titel 1"/>
          <p:cNvSpPr>
            <a:spLocks noGrp="1"/>
          </p:cNvSpPr>
          <p:nvPr>
            <p:ph type="title" hasCustomPrompt="1"/>
          </p:nvPr>
        </p:nvSpPr>
        <p:spPr bwMode="auto">
          <a:xfrm>
            <a:off x="1906800" y="2171700"/>
            <a:ext cx="14400000" cy="6399403"/>
          </a:xfrm>
        </p:spPr>
        <p:txBody>
          <a:bodyPr lIns="90000" anchor="ctr"/>
          <a:lstStyle>
            <a:lvl1pPr>
              <a:defRPr sz="6000"/>
            </a:lvl1pPr>
          </a:lstStyle>
          <a:p>
            <a:pPr>
              <a:defRPr/>
            </a:pPr>
            <a:r>
              <a:rPr lang="de-DE"/>
              <a:t>ENERGIZER</a:t>
            </a:r>
            <a:endParaRPr/>
          </a:p>
        </p:txBody>
      </p:sp>
      <p:sp>
        <p:nvSpPr>
          <p:cNvPr id="7" name="Freeform 2"/>
          <p:cNvSpPr/>
          <p:nvPr userDrawn="1"/>
        </p:nvSpPr>
        <p:spPr bwMode="auto">
          <a:xfrm>
            <a:off x="-988817" y="7307032"/>
            <a:ext cx="2499164" cy="2394654"/>
          </a:xfrm>
          <a:custGeom>
            <a:avLst/>
            <a:gdLst/>
            <a:ahLst/>
            <a:cxnLst/>
            <a:rect l="l" t="t" r="r" b="b"/>
            <a:pathLst>
              <a:path w="2499164" h="2394654" extrusionOk="0">
                <a:moveTo>
                  <a:pt x="0" y="0"/>
                </a:moveTo>
                <a:lnTo>
                  <a:pt x="2499165" y="0"/>
                </a:lnTo>
                <a:lnTo>
                  <a:pt x="2499165" y="2394654"/>
                </a:lnTo>
                <a:lnTo>
                  <a:pt x="0" y="2394654"/>
                </a:lnTo>
                <a:lnTo>
                  <a:pt x="0" y="0"/>
                </a:lnTo>
                <a:close/>
              </a:path>
            </a:pathLst>
          </a:custGeom>
          <a:blipFill>
            <a:blip r:embed="rId2"/>
            <a:stretch/>
          </a:blipFill>
        </p:spPr>
        <p:txBody>
          <a:bodyPr/>
          <a:lstStyle/>
          <a:p>
            <a:pPr>
              <a:defRPr/>
            </a:pPr>
            <a:endParaRPr lang="de-DE"/>
          </a:p>
        </p:txBody>
      </p:sp>
      <p:sp>
        <p:nvSpPr>
          <p:cNvPr id="8" name="Freeform 3"/>
          <p:cNvSpPr/>
          <p:nvPr userDrawn="1"/>
        </p:nvSpPr>
        <p:spPr bwMode="auto">
          <a:xfrm rot="4680788">
            <a:off x="16257418" y="8270982"/>
            <a:ext cx="2635834" cy="2525609"/>
          </a:xfrm>
          <a:custGeom>
            <a:avLst/>
            <a:gdLst/>
            <a:ahLst/>
            <a:cxnLst/>
            <a:rect l="l" t="t" r="r" b="b"/>
            <a:pathLst>
              <a:path w="2635834" h="2525609" extrusionOk="0">
                <a:moveTo>
                  <a:pt x="0" y="0"/>
                </a:moveTo>
                <a:lnTo>
                  <a:pt x="2635835" y="0"/>
                </a:lnTo>
                <a:lnTo>
                  <a:pt x="2635835" y="2525608"/>
                </a:lnTo>
                <a:lnTo>
                  <a:pt x="0" y="2525608"/>
                </a:lnTo>
                <a:lnTo>
                  <a:pt x="0" y="0"/>
                </a:lnTo>
                <a:close/>
              </a:path>
            </a:pathLst>
          </a:custGeom>
          <a:blipFill>
            <a:blip r:embed="rId2"/>
            <a:stretch/>
          </a:blipFill>
        </p:spPr>
        <p:txBody>
          <a:bodyPr/>
          <a:lstStyle/>
          <a:p>
            <a:pPr>
              <a:defRPr/>
            </a:pPr>
            <a:endParaRPr lang="de-DE"/>
          </a:p>
        </p:txBody>
      </p:sp>
      <p:sp>
        <p:nvSpPr>
          <p:cNvPr id="9" name="Freeform 4"/>
          <p:cNvSpPr/>
          <p:nvPr userDrawn="1"/>
        </p:nvSpPr>
        <p:spPr bwMode="auto">
          <a:xfrm>
            <a:off x="15433702" y="7133471"/>
            <a:ext cx="3505909" cy="3416667"/>
          </a:xfrm>
          <a:custGeom>
            <a:avLst/>
            <a:gdLst/>
            <a:ahLst/>
            <a:cxnLst/>
            <a:rect l="l" t="t" r="r" b="b"/>
            <a:pathLst>
              <a:path w="3505909" h="3416667" extrusionOk="0">
                <a:moveTo>
                  <a:pt x="0" y="0"/>
                </a:moveTo>
                <a:lnTo>
                  <a:pt x="3505909" y="0"/>
                </a:lnTo>
                <a:lnTo>
                  <a:pt x="3505909" y="3416668"/>
                </a:lnTo>
                <a:lnTo>
                  <a:pt x="0" y="3416668"/>
                </a:lnTo>
                <a:lnTo>
                  <a:pt x="0" y="0"/>
                </a:lnTo>
                <a:close/>
              </a:path>
            </a:pathLst>
          </a:custGeom>
          <a:blipFill>
            <a:blip r:embed="rId3"/>
            <a:stretch/>
          </a:blipFill>
        </p:spPr>
        <p:txBody>
          <a:bodyPr/>
          <a:lstStyle/>
          <a:p>
            <a:pPr>
              <a:defRPr/>
            </a:pPr>
            <a:endParaRPr lang="de-DE"/>
          </a:p>
        </p:txBody>
      </p:sp>
      <p:sp>
        <p:nvSpPr>
          <p:cNvPr id="10" name="Freeform 5"/>
          <p:cNvSpPr/>
          <p:nvPr userDrawn="1"/>
        </p:nvSpPr>
        <p:spPr bwMode="auto">
          <a:xfrm>
            <a:off x="-844430" y="-193109"/>
            <a:ext cx="2311228" cy="2962220"/>
          </a:xfrm>
          <a:custGeom>
            <a:avLst/>
            <a:gdLst/>
            <a:ahLst/>
            <a:cxnLst/>
            <a:rect l="l" t="t" r="r" b="b"/>
            <a:pathLst>
              <a:path w="2085371" h="2032289" extrusionOk="0">
                <a:moveTo>
                  <a:pt x="0" y="0"/>
                </a:moveTo>
                <a:lnTo>
                  <a:pt x="2085371" y="0"/>
                </a:lnTo>
                <a:lnTo>
                  <a:pt x="2085371" y="2032289"/>
                </a:lnTo>
                <a:lnTo>
                  <a:pt x="0" y="2032289"/>
                </a:lnTo>
                <a:lnTo>
                  <a:pt x="0" y="0"/>
                </a:lnTo>
                <a:close/>
              </a:path>
            </a:pathLst>
          </a:custGeom>
          <a:blipFill>
            <a:blip r:embed="rId3"/>
            <a:stretch/>
          </a:blipFill>
        </p:spPr>
        <p:txBody>
          <a:bodyPr/>
          <a:lstStyle/>
          <a:p>
            <a:pPr>
              <a:defRPr/>
            </a:pPr>
            <a:endParaRPr lang="de-DE"/>
          </a:p>
        </p:txBody>
      </p:sp>
      <p:sp>
        <p:nvSpPr>
          <p:cNvPr id="12" name="Freeform 7"/>
          <p:cNvSpPr/>
          <p:nvPr userDrawn="1"/>
        </p:nvSpPr>
        <p:spPr bwMode="auto">
          <a:xfrm rot="7860678">
            <a:off x="15930678" y="7382404"/>
            <a:ext cx="2243704" cy="2088684"/>
          </a:xfrm>
          <a:custGeom>
            <a:avLst/>
            <a:gdLst/>
            <a:ahLst/>
            <a:cxnLst/>
            <a:rect l="l" t="t" r="r" b="b"/>
            <a:pathLst>
              <a:path w="2243704" h="2088684" extrusionOk="0">
                <a:moveTo>
                  <a:pt x="0" y="0"/>
                </a:moveTo>
                <a:lnTo>
                  <a:pt x="2243704" y="0"/>
                </a:lnTo>
                <a:lnTo>
                  <a:pt x="2243704" y="2088684"/>
                </a:lnTo>
                <a:lnTo>
                  <a:pt x="0" y="2088684"/>
                </a:lnTo>
                <a:lnTo>
                  <a:pt x="0" y="0"/>
                </a:lnTo>
                <a:close/>
              </a:path>
            </a:pathLst>
          </a:custGeom>
          <a:blipFill>
            <a:blip r:embed="rId4"/>
            <a:stretch/>
          </a:blipFill>
        </p:spPr>
        <p:txBody>
          <a:bodyPr/>
          <a:lstStyle/>
          <a:p>
            <a:pPr>
              <a:defRPr/>
            </a:pPr>
            <a:endParaRPr lang="de-DE"/>
          </a:p>
        </p:txBody>
      </p:sp>
      <p:sp>
        <p:nvSpPr>
          <p:cNvPr id="13" name="Freeform 8"/>
          <p:cNvSpPr/>
          <p:nvPr userDrawn="1"/>
        </p:nvSpPr>
        <p:spPr bwMode="auto">
          <a:xfrm rot="-458312">
            <a:off x="16209917" y="184642"/>
            <a:ext cx="3155791" cy="3023821"/>
          </a:xfrm>
          <a:custGeom>
            <a:avLst/>
            <a:gdLst/>
            <a:ahLst/>
            <a:cxnLst/>
            <a:rect l="l" t="t" r="r" b="b"/>
            <a:pathLst>
              <a:path w="3155791" h="3023821" extrusionOk="0">
                <a:moveTo>
                  <a:pt x="0" y="0"/>
                </a:moveTo>
                <a:lnTo>
                  <a:pt x="3155790" y="0"/>
                </a:lnTo>
                <a:lnTo>
                  <a:pt x="3155790" y="3023821"/>
                </a:lnTo>
                <a:lnTo>
                  <a:pt x="0" y="3023821"/>
                </a:lnTo>
                <a:lnTo>
                  <a:pt x="0" y="0"/>
                </a:lnTo>
                <a:close/>
              </a:path>
            </a:pathLst>
          </a:custGeom>
          <a:blipFill>
            <a:blip r:embed="rId2"/>
            <a:stretch/>
          </a:blipFill>
        </p:spPr>
        <p:txBody>
          <a:bodyPr/>
          <a:lstStyle/>
          <a:p>
            <a:pPr>
              <a:defRPr/>
            </a:pPr>
            <a:endParaRPr lang="de-DE"/>
          </a:p>
        </p:txBody>
      </p:sp>
      <p:sp>
        <p:nvSpPr>
          <p:cNvPr id="14" name="Freeform 9"/>
          <p:cNvSpPr/>
          <p:nvPr userDrawn="1"/>
        </p:nvSpPr>
        <p:spPr bwMode="auto">
          <a:xfrm rot="1296289">
            <a:off x="15248400" y="253720"/>
            <a:ext cx="2265599" cy="1919581"/>
          </a:xfrm>
          <a:custGeom>
            <a:avLst/>
            <a:gdLst/>
            <a:ahLst/>
            <a:cxnLst/>
            <a:rect l="l" t="t" r="r" b="b"/>
            <a:pathLst>
              <a:path w="2265599" h="1919581" extrusionOk="0">
                <a:moveTo>
                  <a:pt x="0" y="0"/>
                </a:moveTo>
                <a:lnTo>
                  <a:pt x="2265600" y="0"/>
                </a:lnTo>
                <a:lnTo>
                  <a:pt x="2265600" y="1919581"/>
                </a:lnTo>
                <a:lnTo>
                  <a:pt x="0" y="1919581"/>
                </a:lnTo>
                <a:lnTo>
                  <a:pt x="0" y="0"/>
                </a:lnTo>
                <a:close/>
              </a:path>
            </a:pathLst>
          </a:custGeom>
          <a:blipFill>
            <a:blip r:embed="rId5"/>
            <a:stretch/>
          </a:blipFill>
        </p:spPr>
        <p:txBody>
          <a:bodyPr/>
          <a:lstStyle/>
          <a:p>
            <a:pPr>
              <a:defRPr/>
            </a:pPr>
            <a:endParaRPr lang="de-DE"/>
          </a:p>
        </p:txBody>
      </p:sp>
      <p:sp>
        <p:nvSpPr>
          <p:cNvPr id="15" name="Freeform 10"/>
          <p:cNvSpPr/>
          <p:nvPr userDrawn="1"/>
        </p:nvSpPr>
        <p:spPr bwMode="auto">
          <a:xfrm rot="-2487859">
            <a:off x="1040125" y="-83341"/>
            <a:ext cx="1763767" cy="1494391"/>
          </a:xfrm>
          <a:custGeom>
            <a:avLst/>
            <a:gdLst/>
            <a:ahLst/>
            <a:cxnLst/>
            <a:rect l="l" t="t" r="r" b="b"/>
            <a:pathLst>
              <a:path w="1763767" h="1494392" extrusionOk="0">
                <a:moveTo>
                  <a:pt x="0" y="0"/>
                </a:moveTo>
                <a:lnTo>
                  <a:pt x="1763767" y="0"/>
                </a:lnTo>
                <a:lnTo>
                  <a:pt x="1763767" y="1494392"/>
                </a:lnTo>
                <a:lnTo>
                  <a:pt x="0" y="1494392"/>
                </a:lnTo>
                <a:lnTo>
                  <a:pt x="0" y="0"/>
                </a:lnTo>
                <a:close/>
              </a:path>
            </a:pathLst>
          </a:custGeom>
          <a:blipFill>
            <a:blip r:embed="rId5"/>
            <a:stretch/>
          </a:blipFill>
        </p:spPr>
        <p:txBody>
          <a:bodyPr/>
          <a:lstStyle/>
          <a:p>
            <a:pPr>
              <a:defRPr/>
            </a:pPr>
            <a:endParaRPr lang="de-DE"/>
          </a:p>
        </p:txBody>
      </p:sp>
      <p:sp>
        <p:nvSpPr>
          <p:cNvPr id="16" name="Freeform 11"/>
          <p:cNvSpPr/>
          <p:nvPr userDrawn="1"/>
        </p:nvSpPr>
        <p:spPr bwMode="auto">
          <a:xfrm rot="1296289">
            <a:off x="554481" y="8677791"/>
            <a:ext cx="2430280" cy="2059110"/>
          </a:xfrm>
          <a:custGeom>
            <a:avLst/>
            <a:gdLst/>
            <a:ahLst/>
            <a:cxnLst/>
            <a:rect l="l" t="t" r="r" b="b"/>
            <a:pathLst>
              <a:path w="2430280" h="2059110" extrusionOk="0">
                <a:moveTo>
                  <a:pt x="0" y="0"/>
                </a:moveTo>
                <a:lnTo>
                  <a:pt x="2430281" y="0"/>
                </a:lnTo>
                <a:lnTo>
                  <a:pt x="2430281" y="2059110"/>
                </a:lnTo>
                <a:lnTo>
                  <a:pt x="0" y="2059110"/>
                </a:lnTo>
                <a:lnTo>
                  <a:pt x="0" y="0"/>
                </a:lnTo>
                <a:close/>
              </a:path>
            </a:pathLst>
          </a:custGeom>
          <a:blipFill>
            <a:blip r:embed="rId5"/>
            <a:stretch/>
          </a:blipFill>
        </p:spPr>
        <p:txBody>
          <a:bodyPr/>
          <a:lstStyle/>
          <a:p>
            <a:pPr>
              <a:defRPr/>
            </a:pPr>
            <a:endParaRPr lang="de-DE"/>
          </a:p>
        </p:txBody>
      </p:sp>
      <p:sp>
        <p:nvSpPr>
          <p:cNvPr id="17" name="Freeform 12"/>
          <p:cNvSpPr/>
          <p:nvPr userDrawn="1"/>
        </p:nvSpPr>
        <p:spPr bwMode="auto">
          <a:xfrm rot="7628196">
            <a:off x="15096766" y="-48757"/>
            <a:ext cx="1939168" cy="1805189"/>
          </a:xfrm>
          <a:custGeom>
            <a:avLst/>
            <a:gdLst/>
            <a:ahLst/>
            <a:cxnLst/>
            <a:rect l="l" t="t" r="r" b="b"/>
            <a:pathLst>
              <a:path w="1939168" h="1805189" extrusionOk="0">
                <a:moveTo>
                  <a:pt x="0" y="0"/>
                </a:moveTo>
                <a:lnTo>
                  <a:pt x="1939169" y="0"/>
                </a:lnTo>
                <a:lnTo>
                  <a:pt x="1939169" y="1805189"/>
                </a:lnTo>
                <a:lnTo>
                  <a:pt x="0" y="1805189"/>
                </a:lnTo>
                <a:lnTo>
                  <a:pt x="0" y="0"/>
                </a:lnTo>
                <a:close/>
              </a:path>
            </a:pathLst>
          </a:custGeom>
          <a:blipFill>
            <a:blip r:embed="rId4"/>
            <a:stretch/>
          </a:blipFill>
        </p:spPr>
        <p:txBody>
          <a:bodyPr/>
          <a:lstStyle/>
          <a:p>
            <a:pPr>
              <a:defRPr/>
            </a:pPr>
            <a:endParaRPr lang="de-DE"/>
          </a:p>
        </p:txBody>
      </p:sp>
      <p:sp>
        <p:nvSpPr>
          <p:cNvPr id="18" name="Freeform 13"/>
          <p:cNvSpPr/>
          <p:nvPr userDrawn="1"/>
        </p:nvSpPr>
        <p:spPr bwMode="auto">
          <a:xfrm>
            <a:off x="7687907" y="30602"/>
            <a:ext cx="2912186" cy="1012162"/>
          </a:xfrm>
          <a:custGeom>
            <a:avLst/>
            <a:gdLst/>
            <a:ahLst/>
            <a:cxnLst/>
            <a:rect l="l" t="t" r="r" b="b"/>
            <a:pathLst>
              <a:path w="2912186" h="1012162" extrusionOk="0">
                <a:moveTo>
                  <a:pt x="0" y="0"/>
                </a:moveTo>
                <a:lnTo>
                  <a:pt x="2912186" y="0"/>
                </a:lnTo>
                <a:lnTo>
                  <a:pt x="2912186" y="1012162"/>
                </a:lnTo>
                <a:lnTo>
                  <a:pt x="0" y="1012162"/>
                </a:lnTo>
                <a:lnTo>
                  <a:pt x="0" y="0"/>
                </a:lnTo>
                <a:close/>
              </a:path>
            </a:pathLst>
          </a:custGeom>
          <a:blipFill>
            <a:blip r:embed="rId6"/>
            <a:stretch/>
          </a:blipFill>
        </p:spPr>
        <p:txBody>
          <a:bodyPr/>
          <a:lstStyle/>
          <a:p>
            <a:pPr>
              <a:defRPr/>
            </a:pPr>
            <a:endParaRPr lang="de-DE"/>
          </a:p>
        </p:txBody>
      </p:sp>
      <p:sp>
        <p:nvSpPr>
          <p:cNvPr id="11" name="Freeform 6"/>
          <p:cNvSpPr/>
          <p:nvPr userDrawn="1"/>
        </p:nvSpPr>
        <p:spPr bwMode="auto">
          <a:xfrm rot="7860678">
            <a:off x="668732" y="930928"/>
            <a:ext cx="1600955" cy="1490343"/>
          </a:xfrm>
          <a:custGeom>
            <a:avLst/>
            <a:gdLst/>
            <a:ahLst/>
            <a:cxnLst/>
            <a:rect l="l" t="t" r="r" b="b"/>
            <a:pathLst>
              <a:path w="1600955" h="1490343" extrusionOk="0">
                <a:moveTo>
                  <a:pt x="0" y="0"/>
                </a:moveTo>
                <a:lnTo>
                  <a:pt x="1600954" y="0"/>
                </a:lnTo>
                <a:lnTo>
                  <a:pt x="1600954" y="1490343"/>
                </a:lnTo>
                <a:lnTo>
                  <a:pt x="0" y="1490343"/>
                </a:lnTo>
                <a:lnTo>
                  <a:pt x="0" y="0"/>
                </a:lnTo>
                <a:close/>
              </a:path>
            </a:pathLst>
          </a:custGeom>
          <a:blipFill>
            <a:blip r:embed="rId4"/>
            <a:stretch/>
          </a:blipFill>
        </p:spPr>
        <p:txBody>
          <a:bodyPr/>
          <a:lstStyle/>
          <a:p>
            <a:pPr>
              <a:defRPr/>
            </a:pPr>
            <a:endParaRPr lang="de-DE"/>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PhAnim="0" type="twoObj" preserve="1" userDrawn="1">
  <p:cSld name="Zwei Inhalte">
    <p:spTree>
      <p:nvGrpSpPr>
        <p:cNvPr id="1" name=""/>
        <p:cNvGrpSpPr/>
        <p:nvPr/>
      </p:nvGrpSpPr>
      <p:grpSpPr bwMode="auto">
        <a:xfrm>
          <a:off x="0" y="0"/>
          <a:ext cx="0" cy="0"/>
          <a:chOff x="0" y="0"/>
          <a:chExt cx="0" cy="0"/>
        </a:xfrm>
      </p:grpSpPr>
      <p:sp>
        <p:nvSpPr>
          <p:cNvPr id="2" name="Titel 1"/>
          <p:cNvSpPr>
            <a:spLocks noGrp="1"/>
          </p:cNvSpPr>
          <p:nvPr>
            <p:ph type="title" hasCustomPrompt="1"/>
          </p:nvPr>
        </p:nvSpPr>
        <p:spPr bwMode="auto">
          <a:xfrm>
            <a:off x="1944000" y="1366765"/>
            <a:ext cx="14400000" cy="1260000"/>
          </a:xfrm>
        </p:spPr>
        <p:txBody>
          <a:bodyPr/>
          <a:lstStyle/>
          <a:p>
            <a:pPr>
              <a:defRPr/>
            </a:pPr>
            <a:r>
              <a:rPr lang="de-DE"/>
              <a:t>Überschrift</a:t>
            </a:r>
            <a:endParaRPr/>
          </a:p>
        </p:txBody>
      </p:sp>
      <p:sp>
        <p:nvSpPr>
          <p:cNvPr id="3" name="Inhaltsplatzhalter 2"/>
          <p:cNvSpPr>
            <a:spLocks noGrp="1"/>
          </p:cNvSpPr>
          <p:nvPr>
            <p:ph sz="half" idx="1"/>
          </p:nvPr>
        </p:nvSpPr>
        <p:spPr bwMode="auto">
          <a:xfrm>
            <a:off x="1944000" y="2738437"/>
            <a:ext cx="7123800" cy="6527800"/>
          </a:xfrm>
        </p:spPr>
        <p:txBody>
          <a:bodyPr/>
          <a:lstStyle/>
          <a:p>
            <a:pPr lvl="0">
              <a:defRPr/>
            </a:pPr>
            <a:r>
              <a:rPr lang="de-DE"/>
              <a:t>Mastertextformat bearbeiten</a:t>
            </a:r>
            <a:endParaRPr/>
          </a:p>
          <a:p>
            <a:pPr lvl="1">
              <a:defRPr/>
            </a:pPr>
            <a:r>
              <a:rPr lang="de-DE"/>
              <a:t>Zweite Ebene</a:t>
            </a:r>
            <a:endParaRPr/>
          </a:p>
          <a:p>
            <a:pPr lvl="2">
              <a:defRPr/>
            </a:pPr>
            <a:r>
              <a:rPr lang="de-DE"/>
              <a:t>Dritte Ebene</a:t>
            </a:r>
            <a:endParaRPr/>
          </a:p>
          <a:p>
            <a:pPr lvl="3">
              <a:defRPr/>
            </a:pPr>
            <a:r>
              <a:rPr lang="de-DE"/>
              <a:t>Vierte Ebene</a:t>
            </a:r>
            <a:endParaRPr/>
          </a:p>
          <a:p>
            <a:pPr lvl="4">
              <a:defRPr/>
            </a:pPr>
            <a:r>
              <a:rPr lang="de-DE"/>
              <a:t>Fünfte Ebene</a:t>
            </a:r>
            <a:endParaRPr/>
          </a:p>
        </p:txBody>
      </p:sp>
      <p:sp>
        <p:nvSpPr>
          <p:cNvPr id="4" name="Inhaltsplatzhalter 3"/>
          <p:cNvSpPr>
            <a:spLocks noGrp="1"/>
          </p:cNvSpPr>
          <p:nvPr>
            <p:ph sz="half" idx="2"/>
          </p:nvPr>
        </p:nvSpPr>
        <p:spPr bwMode="auto">
          <a:xfrm>
            <a:off x="9220200" y="2738437"/>
            <a:ext cx="7123800" cy="6527800"/>
          </a:xfrm>
        </p:spPr>
        <p:txBody>
          <a:bodyPr/>
          <a:lstStyle/>
          <a:p>
            <a:pPr lvl="0">
              <a:defRPr/>
            </a:pPr>
            <a:r>
              <a:rPr lang="de-DE"/>
              <a:t>Mastertextformat bearbeiten</a:t>
            </a:r>
            <a:endParaRPr/>
          </a:p>
          <a:p>
            <a:pPr lvl="1">
              <a:defRPr/>
            </a:pPr>
            <a:r>
              <a:rPr lang="de-DE"/>
              <a:t>Zweite Ebene</a:t>
            </a:r>
            <a:endParaRPr/>
          </a:p>
          <a:p>
            <a:pPr lvl="2">
              <a:defRPr/>
            </a:pPr>
            <a:r>
              <a:rPr lang="de-DE"/>
              <a:t>Dritte Ebene</a:t>
            </a:r>
            <a:endParaRPr/>
          </a:p>
          <a:p>
            <a:pPr lvl="3">
              <a:defRPr/>
            </a:pPr>
            <a:r>
              <a:rPr lang="de-DE"/>
              <a:t>Vierte Ebene</a:t>
            </a:r>
            <a:endParaRPr/>
          </a:p>
          <a:p>
            <a:pPr lvl="4">
              <a:defRPr/>
            </a:pPr>
            <a:r>
              <a:rPr lang="de-DE"/>
              <a:t>Fünfte Ebene</a:t>
            </a:r>
            <a:endParaRPr/>
          </a:p>
        </p:txBody>
      </p:sp>
      <p:sp>
        <p:nvSpPr>
          <p:cNvPr id="8" name="Freeform 2"/>
          <p:cNvSpPr/>
          <p:nvPr userDrawn="1"/>
        </p:nvSpPr>
        <p:spPr bwMode="auto">
          <a:xfrm>
            <a:off x="-988817" y="7307032"/>
            <a:ext cx="2499164" cy="2394654"/>
          </a:xfrm>
          <a:custGeom>
            <a:avLst/>
            <a:gdLst/>
            <a:ahLst/>
            <a:cxnLst/>
            <a:rect l="l" t="t" r="r" b="b"/>
            <a:pathLst>
              <a:path w="2499164" h="2394654" extrusionOk="0">
                <a:moveTo>
                  <a:pt x="0" y="0"/>
                </a:moveTo>
                <a:lnTo>
                  <a:pt x="2499165" y="0"/>
                </a:lnTo>
                <a:lnTo>
                  <a:pt x="2499165" y="2394654"/>
                </a:lnTo>
                <a:lnTo>
                  <a:pt x="0" y="2394654"/>
                </a:lnTo>
                <a:lnTo>
                  <a:pt x="0" y="0"/>
                </a:lnTo>
                <a:close/>
              </a:path>
            </a:pathLst>
          </a:custGeom>
          <a:blipFill>
            <a:blip r:embed="rId2"/>
            <a:stretch/>
          </a:blipFill>
        </p:spPr>
        <p:txBody>
          <a:bodyPr/>
          <a:lstStyle/>
          <a:p>
            <a:pPr>
              <a:defRPr/>
            </a:pPr>
            <a:endParaRPr lang="de-DE"/>
          </a:p>
        </p:txBody>
      </p:sp>
      <p:sp>
        <p:nvSpPr>
          <p:cNvPr id="11" name="Freeform 5"/>
          <p:cNvSpPr/>
          <p:nvPr userDrawn="1"/>
        </p:nvSpPr>
        <p:spPr bwMode="auto">
          <a:xfrm>
            <a:off x="-241193" y="146185"/>
            <a:ext cx="2085371" cy="2032289"/>
          </a:xfrm>
          <a:custGeom>
            <a:avLst/>
            <a:gdLst/>
            <a:ahLst/>
            <a:cxnLst/>
            <a:rect l="l" t="t" r="r" b="b"/>
            <a:pathLst>
              <a:path w="2085371" h="2032289" extrusionOk="0">
                <a:moveTo>
                  <a:pt x="0" y="0"/>
                </a:moveTo>
                <a:lnTo>
                  <a:pt x="2085371" y="0"/>
                </a:lnTo>
                <a:lnTo>
                  <a:pt x="2085371" y="2032289"/>
                </a:lnTo>
                <a:lnTo>
                  <a:pt x="0" y="2032289"/>
                </a:lnTo>
                <a:lnTo>
                  <a:pt x="0" y="0"/>
                </a:lnTo>
                <a:close/>
              </a:path>
            </a:pathLst>
          </a:custGeom>
          <a:blipFill>
            <a:blip r:embed="rId3"/>
            <a:stretch/>
          </a:blipFill>
        </p:spPr>
        <p:txBody>
          <a:bodyPr/>
          <a:lstStyle/>
          <a:p>
            <a:pPr>
              <a:defRPr/>
            </a:pPr>
            <a:endParaRPr lang="de-DE"/>
          </a:p>
        </p:txBody>
      </p:sp>
      <p:sp>
        <p:nvSpPr>
          <p:cNvPr id="12" name="Freeform 6"/>
          <p:cNvSpPr/>
          <p:nvPr userDrawn="1"/>
        </p:nvSpPr>
        <p:spPr bwMode="auto">
          <a:xfrm rot="7860678">
            <a:off x="668732" y="930928"/>
            <a:ext cx="1600955" cy="1490343"/>
          </a:xfrm>
          <a:custGeom>
            <a:avLst/>
            <a:gdLst/>
            <a:ahLst/>
            <a:cxnLst/>
            <a:rect l="l" t="t" r="r" b="b"/>
            <a:pathLst>
              <a:path w="1600955" h="1490343" extrusionOk="0">
                <a:moveTo>
                  <a:pt x="0" y="0"/>
                </a:moveTo>
                <a:lnTo>
                  <a:pt x="1600954" y="0"/>
                </a:lnTo>
                <a:lnTo>
                  <a:pt x="1600954" y="1490343"/>
                </a:lnTo>
                <a:lnTo>
                  <a:pt x="0" y="1490343"/>
                </a:lnTo>
                <a:lnTo>
                  <a:pt x="0" y="0"/>
                </a:lnTo>
                <a:close/>
              </a:path>
            </a:pathLst>
          </a:custGeom>
          <a:blipFill>
            <a:blip r:embed="rId4"/>
            <a:stretch/>
          </a:blipFill>
        </p:spPr>
        <p:txBody>
          <a:bodyPr/>
          <a:lstStyle/>
          <a:p>
            <a:pPr>
              <a:defRPr/>
            </a:pPr>
            <a:endParaRPr lang="de-DE"/>
          </a:p>
        </p:txBody>
      </p:sp>
      <p:sp>
        <p:nvSpPr>
          <p:cNvPr id="16" name="Freeform 10"/>
          <p:cNvSpPr/>
          <p:nvPr userDrawn="1"/>
        </p:nvSpPr>
        <p:spPr bwMode="auto">
          <a:xfrm rot="-2487859">
            <a:off x="1653257" y="-539706"/>
            <a:ext cx="1763767" cy="1494391"/>
          </a:xfrm>
          <a:custGeom>
            <a:avLst/>
            <a:gdLst/>
            <a:ahLst/>
            <a:cxnLst/>
            <a:rect l="l" t="t" r="r" b="b"/>
            <a:pathLst>
              <a:path w="1763767" h="1494392" extrusionOk="0">
                <a:moveTo>
                  <a:pt x="0" y="0"/>
                </a:moveTo>
                <a:lnTo>
                  <a:pt x="1763767" y="0"/>
                </a:lnTo>
                <a:lnTo>
                  <a:pt x="1763767" y="1494392"/>
                </a:lnTo>
                <a:lnTo>
                  <a:pt x="0" y="1494392"/>
                </a:lnTo>
                <a:lnTo>
                  <a:pt x="0" y="0"/>
                </a:lnTo>
                <a:close/>
              </a:path>
            </a:pathLst>
          </a:custGeom>
          <a:blipFill>
            <a:blip r:embed="rId5"/>
            <a:stretch/>
          </a:blipFill>
        </p:spPr>
        <p:txBody>
          <a:bodyPr/>
          <a:lstStyle/>
          <a:p>
            <a:pPr>
              <a:defRPr/>
            </a:pPr>
            <a:endParaRPr lang="de-DE"/>
          </a:p>
        </p:txBody>
      </p:sp>
      <p:sp>
        <p:nvSpPr>
          <p:cNvPr id="17" name="Freeform 11"/>
          <p:cNvSpPr/>
          <p:nvPr userDrawn="1"/>
        </p:nvSpPr>
        <p:spPr bwMode="auto">
          <a:xfrm rot="1296289">
            <a:off x="-407556" y="8504231"/>
            <a:ext cx="2430280" cy="2059110"/>
          </a:xfrm>
          <a:custGeom>
            <a:avLst/>
            <a:gdLst/>
            <a:ahLst/>
            <a:cxnLst/>
            <a:rect l="l" t="t" r="r" b="b"/>
            <a:pathLst>
              <a:path w="2430280" h="2059110" extrusionOk="0">
                <a:moveTo>
                  <a:pt x="0" y="0"/>
                </a:moveTo>
                <a:lnTo>
                  <a:pt x="2430281" y="0"/>
                </a:lnTo>
                <a:lnTo>
                  <a:pt x="2430281" y="2059110"/>
                </a:lnTo>
                <a:lnTo>
                  <a:pt x="0" y="2059110"/>
                </a:lnTo>
                <a:lnTo>
                  <a:pt x="0" y="0"/>
                </a:lnTo>
                <a:close/>
              </a:path>
            </a:pathLst>
          </a:custGeom>
          <a:blipFill>
            <a:blip r:embed="rId5"/>
            <a:stretch/>
          </a:blipFill>
        </p:spPr>
        <p:txBody>
          <a:bodyPr/>
          <a:lstStyle/>
          <a:p>
            <a:pPr>
              <a:defRPr/>
            </a:pPr>
            <a:endParaRPr lang="de-DE"/>
          </a:p>
        </p:txBody>
      </p:sp>
      <p:sp>
        <p:nvSpPr>
          <p:cNvPr id="19" name="Freeform 13"/>
          <p:cNvSpPr/>
          <p:nvPr userDrawn="1"/>
        </p:nvSpPr>
        <p:spPr bwMode="auto">
          <a:xfrm>
            <a:off x="7687907" y="30602"/>
            <a:ext cx="2912186" cy="1012162"/>
          </a:xfrm>
          <a:custGeom>
            <a:avLst/>
            <a:gdLst/>
            <a:ahLst/>
            <a:cxnLst/>
            <a:rect l="l" t="t" r="r" b="b"/>
            <a:pathLst>
              <a:path w="2912186" h="1012162" extrusionOk="0">
                <a:moveTo>
                  <a:pt x="0" y="0"/>
                </a:moveTo>
                <a:lnTo>
                  <a:pt x="2912186" y="0"/>
                </a:lnTo>
                <a:lnTo>
                  <a:pt x="2912186" y="1012162"/>
                </a:lnTo>
                <a:lnTo>
                  <a:pt x="0" y="1012162"/>
                </a:lnTo>
                <a:lnTo>
                  <a:pt x="0" y="0"/>
                </a:lnTo>
                <a:close/>
              </a:path>
            </a:pathLst>
          </a:custGeom>
          <a:blipFill>
            <a:blip r:embed="rId6"/>
            <a:stretch/>
          </a:blipFill>
        </p:spPr>
        <p:txBody>
          <a:bodyPr/>
          <a:lstStyle/>
          <a:p>
            <a:pPr>
              <a:defRPr/>
            </a:pPr>
            <a:endParaRPr lang="de-DE"/>
          </a:p>
        </p:txBody>
      </p:sp>
      <p:sp>
        <p:nvSpPr>
          <p:cNvPr id="20" name="Freeform 3"/>
          <p:cNvSpPr/>
          <p:nvPr userDrawn="1"/>
        </p:nvSpPr>
        <p:spPr bwMode="auto">
          <a:xfrm rot="4680788">
            <a:off x="16257418" y="8270982"/>
            <a:ext cx="2635834" cy="2525609"/>
          </a:xfrm>
          <a:custGeom>
            <a:avLst/>
            <a:gdLst/>
            <a:ahLst/>
            <a:cxnLst/>
            <a:rect l="l" t="t" r="r" b="b"/>
            <a:pathLst>
              <a:path w="2635834" h="2525609" extrusionOk="0">
                <a:moveTo>
                  <a:pt x="0" y="0"/>
                </a:moveTo>
                <a:lnTo>
                  <a:pt x="2635835" y="0"/>
                </a:lnTo>
                <a:lnTo>
                  <a:pt x="2635835" y="2525608"/>
                </a:lnTo>
                <a:lnTo>
                  <a:pt x="0" y="2525608"/>
                </a:lnTo>
                <a:lnTo>
                  <a:pt x="0" y="0"/>
                </a:lnTo>
                <a:close/>
              </a:path>
            </a:pathLst>
          </a:custGeom>
          <a:blipFill>
            <a:blip r:embed="rId2"/>
            <a:stretch/>
          </a:blipFill>
        </p:spPr>
        <p:txBody>
          <a:bodyPr/>
          <a:lstStyle/>
          <a:p>
            <a:pPr>
              <a:defRPr/>
            </a:pPr>
            <a:endParaRPr lang="de-DE"/>
          </a:p>
        </p:txBody>
      </p:sp>
      <p:sp>
        <p:nvSpPr>
          <p:cNvPr id="21" name="Freeform 5"/>
          <p:cNvSpPr/>
          <p:nvPr userDrawn="1"/>
        </p:nvSpPr>
        <p:spPr bwMode="auto">
          <a:xfrm rot="16008410">
            <a:off x="16401541" y="714471"/>
            <a:ext cx="2347587" cy="2305392"/>
          </a:xfrm>
          <a:custGeom>
            <a:avLst/>
            <a:gdLst/>
            <a:ahLst/>
            <a:cxnLst/>
            <a:rect l="l" t="t" r="r" b="b"/>
            <a:pathLst>
              <a:path w="2085371" h="2032289" extrusionOk="0">
                <a:moveTo>
                  <a:pt x="0" y="0"/>
                </a:moveTo>
                <a:lnTo>
                  <a:pt x="2085371" y="0"/>
                </a:lnTo>
                <a:lnTo>
                  <a:pt x="2085371" y="2032289"/>
                </a:lnTo>
                <a:lnTo>
                  <a:pt x="0" y="2032289"/>
                </a:lnTo>
                <a:lnTo>
                  <a:pt x="0" y="0"/>
                </a:lnTo>
                <a:close/>
              </a:path>
            </a:pathLst>
          </a:custGeom>
          <a:blipFill>
            <a:blip r:embed="rId3"/>
            <a:stretch/>
          </a:blipFill>
        </p:spPr>
        <p:txBody>
          <a:bodyPr/>
          <a:lstStyle/>
          <a:p>
            <a:pPr>
              <a:defRPr/>
            </a:pPr>
            <a:endParaRPr lang="de-DE"/>
          </a:p>
        </p:txBody>
      </p:sp>
      <p:sp>
        <p:nvSpPr>
          <p:cNvPr id="22" name="Freeform 7"/>
          <p:cNvSpPr/>
          <p:nvPr userDrawn="1"/>
        </p:nvSpPr>
        <p:spPr bwMode="auto">
          <a:xfrm rot="7860678">
            <a:off x="16917043" y="6687679"/>
            <a:ext cx="2243704" cy="2088684"/>
          </a:xfrm>
          <a:custGeom>
            <a:avLst/>
            <a:gdLst/>
            <a:ahLst/>
            <a:cxnLst/>
            <a:rect l="l" t="t" r="r" b="b"/>
            <a:pathLst>
              <a:path w="2243704" h="2088684" extrusionOk="0">
                <a:moveTo>
                  <a:pt x="0" y="0"/>
                </a:moveTo>
                <a:lnTo>
                  <a:pt x="2243704" y="0"/>
                </a:lnTo>
                <a:lnTo>
                  <a:pt x="2243704" y="2088684"/>
                </a:lnTo>
                <a:lnTo>
                  <a:pt x="0" y="2088684"/>
                </a:lnTo>
                <a:lnTo>
                  <a:pt x="0" y="0"/>
                </a:lnTo>
                <a:close/>
              </a:path>
            </a:pathLst>
          </a:custGeom>
          <a:blipFill>
            <a:blip r:embed="rId4"/>
            <a:stretch/>
          </a:blipFill>
        </p:spPr>
        <p:txBody>
          <a:bodyPr/>
          <a:lstStyle/>
          <a:p>
            <a:pPr>
              <a:defRPr/>
            </a:pPr>
            <a:endParaRPr lang="de-DE"/>
          </a:p>
        </p:txBody>
      </p:sp>
      <p:sp>
        <p:nvSpPr>
          <p:cNvPr id="23" name="Freeform 9"/>
          <p:cNvSpPr/>
          <p:nvPr userDrawn="1"/>
        </p:nvSpPr>
        <p:spPr bwMode="auto">
          <a:xfrm rot="1296289">
            <a:off x="15384349" y="-545919"/>
            <a:ext cx="2531996" cy="2154648"/>
          </a:xfrm>
          <a:custGeom>
            <a:avLst/>
            <a:gdLst/>
            <a:ahLst/>
            <a:cxnLst/>
            <a:rect l="l" t="t" r="r" b="b"/>
            <a:pathLst>
              <a:path w="2265599" h="1919581" extrusionOk="0">
                <a:moveTo>
                  <a:pt x="0" y="0"/>
                </a:moveTo>
                <a:lnTo>
                  <a:pt x="2265600" y="0"/>
                </a:lnTo>
                <a:lnTo>
                  <a:pt x="2265600" y="1919581"/>
                </a:lnTo>
                <a:lnTo>
                  <a:pt x="0" y="1919581"/>
                </a:lnTo>
                <a:lnTo>
                  <a:pt x="0" y="0"/>
                </a:lnTo>
                <a:close/>
              </a:path>
            </a:pathLst>
          </a:custGeom>
          <a:blipFill>
            <a:blip r:embed="rId5"/>
            <a:stretch/>
          </a:blipFill>
        </p:spPr>
        <p:txBody>
          <a:bodyPr/>
          <a:lstStyle/>
          <a:p>
            <a:pPr>
              <a:defRPr/>
            </a:pPr>
            <a:endParaRPr lang="de-DE"/>
          </a:p>
        </p:txBody>
      </p:sp>
      <p:sp>
        <p:nvSpPr>
          <p:cNvPr id="24" name="Freeform 10"/>
          <p:cNvSpPr/>
          <p:nvPr userDrawn="1"/>
        </p:nvSpPr>
        <p:spPr bwMode="auto">
          <a:xfrm rot="-2487859">
            <a:off x="16952453" y="4767483"/>
            <a:ext cx="2033723" cy="1619753"/>
          </a:xfrm>
          <a:custGeom>
            <a:avLst/>
            <a:gdLst/>
            <a:ahLst/>
            <a:cxnLst/>
            <a:rect l="l" t="t" r="r" b="b"/>
            <a:pathLst>
              <a:path w="1763767" h="1494392" extrusionOk="0">
                <a:moveTo>
                  <a:pt x="0" y="0"/>
                </a:moveTo>
                <a:lnTo>
                  <a:pt x="1763767" y="0"/>
                </a:lnTo>
                <a:lnTo>
                  <a:pt x="1763767" y="1494392"/>
                </a:lnTo>
                <a:lnTo>
                  <a:pt x="0" y="1494392"/>
                </a:lnTo>
                <a:lnTo>
                  <a:pt x="0" y="0"/>
                </a:lnTo>
                <a:close/>
              </a:path>
            </a:pathLst>
          </a:custGeom>
          <a:blipFill>
            <a:blip r:embed="rId5"/>
            <a:stretch/>
          </a:blipFill>
        </p:spPr>
        <p:txBody>
          <a:bodyPr/>
          <a:lstStyle/>
          <a:p>
            <a:pPr>
              <a:defRPr/>
            </a:pPr>
            <a:endParaRPr lang="de-DE"/>
          </a:p>
        </p:txBody>
      </p:sp>
      <p:sp>
        <p:nvSpPr>
          <p:cNvPr id="25" name="Freeform 12"/>
          <p:cNvSpPr/>
          <p:nvPr userDrawn="1"/>
        </p:nvSpPr>
        <p:spPr bwMode="auto">
          <a:xfrm rot="2046247">
            <a:off x="17723193" y="-357480"/>
            <a:ext cx="1707091" cy="1936262"/>
          </a:xfrm>
          <a:custGeom>
            <a:avLst/>
            <a:gdLst/>
            <a:ahLst/>
            <a:cxnLst/>
            <a:rect l="l" t="t" r="r" b="b"/>
            <a:pathLst>
              <a:path w="1939168" h="1805189" extrusionOk="0">
                <a:moveTo>
                  <a:pt x="0" y="0"/>
                </a:moveTo>
                <a:lnTo>
                  <a:pt x="1939169" y="0"/>
                </a:lnTo>
                <a:lnTo>
                  <a:pt x="1939169" y="1805189"/>
                </a:lnTo>
                <a:lnTo>
                  <a:pt x="0" y="1805189"/>
                </a:lnTo>
                <a:lnTo>
                  <a:pt x="0" y="0"/>
                </a:lnTo>
                <a:close/>
              </a:path>
            </a:pathLst>
          </a:custGeom>
          <a:blipFill>
            <a:blip r:embed="rId4"/>
            <a:stretch/>
          </a:blipFill>
        </p:spPr>
        <p:txBody>
          <a:bodyPr/>
          <a:lstStyle/>
          <a:p>
            <a:pPr>
              <a:defRPr/>
            </a:pPr>
            <a:endParaRPr lang="de-DE"/>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PhAnim="0" type="twoTxTwoObj" preserve="1" userDrawn="1">
  <p:cSld name="Vergleich">
    <p:spTree>
      <p:nvGrpSpPr>
        <p:cNvPr id="1" name=""/>
        <p:cNvGrpSpPr/>
        <p:nvPr/>
      </p:nvGrpSpPr>
      <p:grpSpPr bwMode="auto">
        <a:xfrm>
          <a:off x="0" y="0"/>
          <a:ext cx="0" cy="0"/>
          <a:chOff x="0" y="0"/>
          <a:chExt cx="0" cy="0"/>
        </a:xfrm>
      </p:grpSpPr>
      <p:sp>
        <p:nvSpPr>
          <p:cNvPr id="2" name="Titel 1"/>
          <p:cNvSpPr>
            <a:spLocks noGrp="1"/>
          </p:cNvSpPr>
          <p:nvPr>
            <p:ph type="title" hasCustomPrompt="1"/>
          </p:nvPr>
        </p:nvSpPr>
        <p:spPr bwMode="auto">
          <a:xfrm>
            <a:off x="1944000" y="1174623"/>
            <a:ext cx="14400000" cy="1260000"/>
          </a:xfrm>
        </p:spPr>
        <p:txBody>
          <a:bodyPr/>
          <a:lstStyle/>
          <a:p>
            <a:pPr>
              <a:defRPr/>
            </a:pPr>
            <a:r>
              <a:rPr lang="de-DE"/>
              <a:t>Überschrift</a:t>
            </a:r>
            <a:endParaRPr/>
          </a:p>
        </p:txBody>
      </p:sp>
      <p:sp>
        <p:nvSpPr>
          <p:cNvPr id="3" name="Textplatzhalter 2"/>
          <p:cNvSpPr>
            <a:spLocks noGrp="1"/>
          </p:cNvSpPr>
          <p:nvPr>
            <p:ph type="body" idx="1"/>
          </p:nvPr>
        </p:nvSpPr>
        <p:spPr bwMode="auto">
          <a:xfrm>
            <a:off x="1944000" y="2522538"/>
            <a:ext cx="7052362" cy="1235075"/>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defRPr/>
            </a:pPr>
            <a:r>
              <a:rPr lang="de-DE"/>
              <a:t>Mastertextformat bearbeiten</a:t>
            </a:r>
            <a:endParaRPr/>
          </a:p>
        </p:txBody>
      </p:sp>
      <p:sp>
        <p:nvSpPr>
          <p:cNvPr id="4" name="Inhaltsplatzhalter 3"/>
          <p:cNvSpPr>
            <a:spLocks noGrp="1"/>
          </p:cNvSpPr>
          <p:nvPr>
            <p:ph sz="half" idx="2"/>
          </p:nvPr>
        </p:nvSpPr>
        <p:spPr bwMode="auto">
          <a:xfrm>
            <a:off x="1944000" y="3757613"/>
            <a:ext cx="7052362" cy="5527675"/>
          </a:xfrm>
        </p:spPr>
        <p:txBody>
          <a:bodyPr/>
          <a:lstStyle/>
          <a:p>
            <a:pPr lvl="0">
              <a:defRPr/>
            </a:pPr>
            <a:r>
              <a:rPr lang="de-DE"/>
              <a:t>Mastertextformat bearbeiten</a:t>
            </a:r>
            <a:endParaRPr/>
          </a:p>
          <a:p>
            <a:pPr lvl="1">
              <a:defRPr/>
            </a:pPr>
            <a:r>
              <a:rPr lang="de-DE"/>
              <a:t>Zweite Ebene</a:t>
            </a:r>
            <a:endParaRPr/>
          </a:p>
          <a:p>
            <a:pPr lvl="2">
              <a:defRPr/>
            </a:pPr>
            <a:r>
              <a:rPr lang="de-DE"/>
              <a:t>Dritte Ebene</a:t>
            </a:r>
            <a:endParaRPr/>
          </a:p>
          <a:p>
            <a:pPr lvl="3">
              <a:defRPr/>
            </a:pPr>
            <a:r>
              <a:rPr lang="de-DE"/>
              <a:t>Vierte Ebene</a:t>
            </a:r>
            <a:endParaRPr/>
          </a:p>
          <a:p>
            <a:pPr lvl="4">
              <a:defRPr/>
            </a:pPr>
            <a:r>
              <a:rPr lang="de-DE"/>
              <a:t>Fünfte Ebene</a:t>
            </a:r>
            <a:endParaRPr/>
          </a:p>
        </p:txBody>
      </p:sp>
      <p:sp>
        <p:nvSpPr>
          <p:cNvPr id="5" name="Textplatzhalter 4"/>
          <p:cNvSpPr>
            <a:spLocks noGrp="1"/>
          </p:cNvSpPr>
          <p:nvPr>
            <p:ph type="body" sz="quarter" idx="3"/>
          </p:nvPr>
        </p:nvSpPr>
        <p:spPr bwMode="auto">
          <a:xfrm>
            <a:off x="9258301" y="2522538"/>
            <a:ext cx="7085700" cy="1235075"/>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defRPr/>
            </a:pPr>
            <a:r>
              <a:rPr lang="de-DE"/>
              <a:t>Mastertextformat bearbeiten</a:t>
            </a:r>
            <a:endParaRPr/>
          </a:p>
        </p:txBody>
      </p:sp>
      <p:sp>
        <p:nvSpPr>
          <p:cNvPr id="6" name="Inhaltsplatzhalter 5"/>
          <p:cNvSpPr>
            <a:spLocks noGrp="1"/>
          </p:cNvSpPr>
          <p:nvPr>
            <p:ph sz="quarter" idx="4"/>
          </p:nvPr>
        </p:nvSpPr>
        <p:spPr bwMode="auto">
          <a:xfrm>
            <a:off x="9258301" y="3757613"/>
            <a:ext cx="7085700" cy="5527675"/>
          </a:xfrm>
        </p:spPr>
        <p:txBody>
          <a:bodyPr/>
          <a:lstStyle/>
          <a:p>
            <a:pPr lvl="0">
              <a:defRPr/>
            </a:pPr>
            <a:r>
              <a:rPr lang="de-DE"/>
              <a:t>Mastertextformat bearbeiten</a:t>
            </a:r>
            <a:endParaRPr/>
          </a:p>
          <a:p>
            <a:pPr lvl="1">
              <a:defRPr/>
            </a:pPr>
            <a:r>
              <a:rPr lang="de-DE"/>
              <a:t>Zweite Ebene</a:t>
            </a:r>
            <a:endParaRPr/>
          </a:p>
          <a:p>
            <a:pPr lvl="2">
              <a:defRPr/>
            </a:pPr>
            <a:r>
              <a:rPr lang="de-DE"/>
              <a:t>Dritte Ebene</a:t>
            </a:r>
            <a:endParaRPr/>
          </a:p>
          <a:p>
            <a:pPr lvl="3">
              <a:defRPr/>
            </a:pPr>
            <a:r>
              <a:rPr lang="de-DE"/>
              <a:t>Vierte Ebene</a:t>
            </a:r>
            <a:endParaRPr/>
          </a:p>
          <a:p>
            <a:pPr lvl="4">
              <a:defRPr/>
            </a:pPr>
            <a:r>
              <a:rPr lang="de-DE"/>
              <a:t>Fünfte Ebene</a:t>
            </a:r>
            <a:endParaRPr/>
          </a:p>
        </p:txBody>
      </p:sp>
      <p:sp>
        <p:nvSpPr>
          <p:cNvPr id="11" name="Freeform 3"/>
          <p:cNvSpPr/>
          <p:nvPr userDrawn="1"/>
        </p:nvSpPr>
        <p:spPr bwMode="auto">
          <a:xfrm rot="4680788">
            <a:off x="16257418" y="8270982"/>
            <a:ext cx="2635834" cy="2525609"/>
          </a:xfrm>
          <a:custGeom>
            <a:avLst/>
            <a:gdLst/>
            <a:ahLst/>
            <a:cxnLst/>
            <a:rect l="l" t="t" r="r" b="b"/>
            <a:pathLst>
              <a:path w="2635834" h="2525609" extrusionOk="0">
                <a:moveTo>
                  <a:pt x="0" y="0"/>
                </a:moveTo>
                <a:lnTo>
                  <a:pt x="2635835" y="0"/>
                </a:lnTo>
                <a:lnTo>
                  <a:pt x="2635835" y="2525608"/>
                </a:lnTo>
                <a:lnTo>
                  <a:pt x="0" y="2525608"/>
                </a:lnTo>
                <a:lnTo>
                  <a:pt x="0" y="0"/>
                </a:lnTo>
                <a:close/>
              </a:path>
            </a:pathLst>
          </a:custGeom>
          <a:blipFill>
            <a:blip r:embed="rId2"/>
            <a:stretch/>
          </a:blipFill>
        </p:spPr>
        <p:txBody>
          <a:bodyPr/>
          <a:lstStyle/>
          <a:p>
            <a:pPr>
              <a:defRPr/>
            </a:pPr>
            <a:endParaRPr lang="de-DE"/>
          </a:p>
        </p:txBody>
      </p:sp>
      <p:sp>
        <p:nvSpPr>
          <p:cNvPr id="12" name="Freeform 4"/>
          <p:cNvSpPr/>
          <p:nvPr userDrawn="1"/>
        </p:nvSpPr>
        <p:spPr bwMode="auto">
          <a:xfrm>
            <a:off x="16605940" y="6291738"/>
            <a:ext cx="3505909" cy="3416667"/>
          </a:xfrm>
          <a:custGeom>
            <a:avLst/>
            <a:gdLst/>
            <a:ahLst/>
            <a:cxnLst/>
            <a:rect l="l" t="t" r="r" b="b"/>
            <a:pathLst>
              <a:path w="3505909" h="3416667" extrusionOk="0">
                <a:moveTo>
                  <a:pt x="0" y="0"/>
                </a:moveTo>
                <a:lnTo>
                  <a:pt x="3505909" y="0"/>
                </a:lnTo>
                <a:lnTo>
                  <a:pt x="3505909" y="3416668"/>
                </a:lnTo>
                <a:lnTo>
                  <a:pt x="0" y="3416668"/>
                </a:lnTo>
                <a:lnTo>
                  <a:pt x="0" y="0"/>
                </a:lnTo>
                <a:close/>
              </a:path>
            </a:pathLst>
          </a:custGeom>
          <a:blipFill>
            <a:blip r:embed="rId3"/>
            <a:stretch/>
          </a:blipFill>
        </p:spPr>
        <p:txBody>
          <a:bodyPr/>
          <a:lstStyle/>
          <a:p>
            <a:pPr>
              <a:defRPr/>
            </a:pPr>
            <a:endParaRPr lang="de-DE"/>
          </a:p>
        </p:txBody>
      </p:sp>
      <p:sp>
        <p:nvSpPr>
          <p:cNvPr id="15" name="Freeform 7"/>
          <p:cNvSpPr/>
          <p:nvPr userDrawn="1"/>
        </p:nvSpPr>
        <p:spPr bwMode="auto">
          <a:xfrm rot="7860678">
            <a:off x="16672693" y="5865697"/>
            <a:ext cx="2243704" cy="2088684"/>
          </a:xfrm>
          <a:custGeom>
            <a:avLst/>
            <a:gdLst/>
            <a:ahLst/>
            <a:cxnLst/>
            <a:rect l="l" t="t" r="r" b="b"/>
            <a:pathLst>
              <a:path w="2243704" h="2088684" extrusionOk="0">
                <a:moveTo>
                  <a:pt x="0" y="0"/>
                </a:moveTo>
                <a:lnTo>
                  <a:pt x="2243704" y="0"/>
                </a:lnTo>
                <a:lnTo>
                  <a:pt x="2243704" y="2088684"/>
                </a:lnTo>
                <a:lnTo>
                  <a:pt x="0" y="2088684"/>
                </a:lnTo>
                <a:lnTo>
                  <a:pt x="0" y="0"/>
                </a:lnTo>
                <a:close/>
              </a:path>
            </a:pathLst>
          </a:custGeom>
          <a:blipFill>
            <a:blip r:embed="rId4"/>
            <a:stretch/>
          </a:blipFill>
        </p:spPr>
        <p:txBody>
          <a:bodyPr/>
          <a:lstStyle/>
          <a:p>
            <a:pPr>
              <a:defRPr/>
            </a:pPr>
            <a:endParaRPr lang="de-DE"/>
          </a:p>
        </p:txBody>
      </p:sp>
      <p:sp>
        <p:nvSpPr>
          <p:cNvPr id="16" name="Freeform 8"/>
          <p:cNvSpPr/>
          <p:nvPr userDrawn="1"/>
        </p:nvSpPr>
        <p:spPr bwMode="auto">
          <a:xfrm rot="-458312">
            <a:off x="16710104" y="1053145"/>
            <a:ext cx="3155791" cy="3023821"/>
          </a:xfrm>
          <a:custGeom>
            <a:avLst/>
            <a:gdLst/>
            <a:ahLst/>
            <a:cxnLst/>
            <a:rect l="l" t="t" r="r" b="b"/>
            <a:pathLst>
              <a:path w="3155791" h="3023821" extrusionOk="0">
                <a:moveTo>
                  <a:pt x="0" y="0"/>
                </a:moveTo>
                <a:lnTo>
                  <a:pt x="3155790" y="0"/>
                </a:lnTo>
                <a:lnTo>
                  <a:pt x="3155790" y="3023821"/>
                </a:lnTo>
                <a:lnTo>
                  <a:pt x="0" y="3023821"/>
                </a:lnTo>
                <a:lnTo>
                  <a:pt x="0" y="0"/>
                </a:lnTo>
                <a:close/>
              </a:path>
            </a:pathLst>
          </a:custGeom>
          <a:blipFill>
            <a:blip r:embed="rId2"/>
            <a:stretch/>
          </a:blipFill>
        </p:spPr>
        <p:txBody>
          <a:bodyPr/>
          <a:lstStyle/>
          <a:p>
            <a:pPr>
              <a:defRPr/>
            </a:pPr>
            <a:endParaRPr lang="de-DE"/>
          </a:p>
        </p:txBody>
      </p:sp>
      <p:sp>
        <p:nvSpPr>
          <p:cNvPr id="17" name="Freeform 9"/>
          <p:cNvSpPr/>
          <p:nvPr userDrawn="1"/>
        </p:nvSpPr>
        <p:spPr bwMode="auto">
          <a:xfrm rot="1296289">
            <a:off x="15390336" y="-527401"/>
            <a:ext cx="2265599" cy="1919581"/>
          </a:xfrm>
          <a:custGeom>
            <a:avLst/>
            <a:gdLst/>
            <a:ahLst/>
            <a:cxnLst/>
            <a:rect l="l" t="t" r="r" b="b"/>
            <a:pathLst>
              <a:path w="2265599" h="1919581" extrusionOk="0">
                <a:moveTo>
                  <a:pt x="0" y="0"/>
                </a:moveTo>
                <a:lnTo>
                  <a:pt x="2265600" y="0"/>
                </a:lnTo>
                <a:lnTo>
                  <a:pt x="2265600" y="1919581"/>
                </a:lnTo>
                <a:lnTo>
                  <a:pt x="0" y="1919581"/>
                </a:lnTo>
                <a:lnTo>
                  <a:pt x="0" y="0"/>
                </a:lnTo>
                <a:close/>
              </a:path>
            </a:pathLst>
          </a:custGeom>
          <a:blipFill>
            <a:blip r:embed="rId5"/>
            <a:stretch/>
          </a:blipFill>
        </p:spPr>
        <p:txBody>
          <a:bodyPr/>
          <a:lstStyle/>
          <a:p>
            <a:pPr>
              <a:defRPr/>
            </a:pPr>
            <a:endParaRPr lang="de-DE"/>
          </a:p>
        </p:txBody>
      </p:sp>
      <p:sp>
        <p:nvSpPr>
          <p:cNvPr id="20" name="Freeform 12"/>
          <p:cNvSpPr/>
          <p:nvPr userDrawn="1"/>
        </p:nvSpPr>
        <p:spPr bwMode="auto">
          <a:xfrm rot="7628196">
            <a:off x="17157286" y="1319324"/>
            <a:ext cx="1939168" cy="1805189"/>
          </a:xfrm>
          <a:custGeom>
            <a:avLst/>
            <a:gdLst/>
            <a:ahLst/>
            <a:cxnLst/>
            <a:rect l="l" t="t" r="r" b="b"/>
            <a:pathLst>
              <a:path w="1939168" h="1805189" extrusionOk="0">
                <a:moveTo>
                  <a:pt x="0" y="0"/>
                </a:moveTo>
                <a:lnTo>
                  <a:pt x="1939169" y="0"/>
                </a:lnTo>
                <a:lnTo>
                  <a:pt x="1939169" y="1805189"/>
                </a:lnTo>
                <a:lnTo>
                  <a:pt x="0" y="1805189"/>
                </a:lnTo>
                <a:lnTo>
                  <a:pt x="0" y="0"/>
                </a:lnTo>
                <a:close/>
              </a:path>
            </a:pathLst>
          </a:custGeom>
          <a:blipFill>
            <a:blip r:embed="rId4"/>
            <a:stretch/>
          </a:blipFill>
        </p:spPr>
        <p:txBody>
          <a:bodyPr/>
          <a:lstStyle/>
          <a:p>
            <a:pPr>
              <a:defRPr/>
            </a:pPr>
            <a:endParaRPr lang="de-DE"/>
          </a:p>
        </p:txBody>
      </p:sp>
      <p:sp>
        <p:nvSpPr>
          <p:cNvPr id="21" name="Freeform 13"/>
          <p:cNvSpPr/>
          <p:nvPr userDrawn="1"/>
        </p:nvSpPr>
        <p:spPr bwMode="auto">
          <a:xfrm>
            <a:off x="7687907" y="30602"/>
            <a:ext cx="2912186" cy="1012162"/>
          </a:xfrm>
          <a:custGeom>
            <a:avLst/>
            <a:gdLst/>
            <a:ahLst/>
            <a:cxnLst/>
            <a:rect l="l" t="t" r="r" b="b"/>
            <a:pathLst>
              <a:path w="2912186" h="1012162" extrusionOk="0">
                <a:moveTo>
                  <a:pt x="0" y="0"/>
                </a:moveTo>
                <a:lnTo>
                  <a:pt x="2912186" y="0"/>
                </a:lnTo>
                <a:lnTo>
                  <a:pt x="2912186" y="1012162"/>
                </a:lnTo>
                <a:lnTo>
                  <a:pt x="0" y="1012162"/>
                </a:lnTo>
                <a:lnTo>
                  <a:pt x="0" y="0"/>
                </a:lnTo>
                <a:close/>
              </a:path>
            </a:pathLst>
          </a:custGeom>
          <a:blipFill>
            <a:blip r:embed="rId6"/>
            <a:stretch/>
          </a:blipFill>
        </p:spPr>
        <p:txBody>
          <a:bodyPr/>
          <a:lstStyle/>
          <a:p>
            <a:pPr>
              <a:defRPr/>
            </a:pPr>
            <a:endParaRPr lang="de-DE"/>
          </a:p>
        </p:txBody>
      </p:sp>
      <p:sp>
        <p:nvSpPr>
          <p:cNvPr id="22" name="Freeform 2"/>
          <p:cNvSpPr/>
          <p:nvPr userDrawn="1"/>
        </p:nvSpPr>
        <p:spPr bwMode="auto">
          <a:xfrm>
            <a:off x="-1249582" y="4137531"/>
            <a:ext cx="2499164" cy="5514763"/>
          </a:xfrm>
          <a:custGeom>
            <a:avLst/>
            <a:gdLst/>
            <a:ahLst/>
            <a:cxnLst/>
            <a:rect l="l" t="t" r="r" b="b"/>
            <a:pathLst>
              <a:path w="2499164" h="2394654" extrusionOk="0">
                <a:moveTo>
                  <a:pt x="0" y="0"/>
                </a:moveTo>
                <a:lnTo>
                  <a:pt x="2499165" y="0"/>
                </a:lnTo>
                <a:lnTo>
                  <a:pt x="2499165" y="2394654"/>
                </a:lnTo>
                <a:lnTo>
                  <a:pt x="0" y="2394654"/>
                </a:lnTo>
                <a:lnTo>
                  <a:pt x="0" y="0"/>
                </a:lnTo>
                <a:close/>
              </a:path>
            </a:pathLst>
          </a:custGeom>
          <a:blipFill>
            <a:blip r:embed="rId2"/>
            <a:stretch/>
          </a:blipFill>
        </p:spPr>
        <p:txBody>
          <a:bodyPr/>
          <a:lstStyle/>
          <a:p>
            <a:pPr>
              <a:defRPr/>
            </a:pPr>
            <a:endParaRPr lang="de-DE"/>
          </a:p>
        </p:txBody>
      </p:sp>
      <p:sp>
        <p:nvSpPr>
          <p:cNvPr id="23" name="Freeform 11"/>
          <p:cNvSpPr/>
          <p:nvPr userDrawn="1"/>
        </p:nvSpPr>
        <p:spPr bwMode="auto">
          <a:xfrm rot="1296289">
            <a:off x="-369759" y="7879792"/>
            <a:ext cx="2430280" cy="2059110"/>
          </a:xfrm>
          <a:custGeom>
            <a:avLst/>
            <a:gdLst/>
            <a:ahLst/>
            <a:cxnLst/>
            <a:rect l="l" t="t" r="r" b="b"/>
            <a:pathLst>
              <a:path w="2430280" h="2059110" extrusionOk="0">
                <a:moveTo>
                  <a:pt x="0" y="0"/>
                </a:moveTo>
                <a:lnTo>
                  <a:pt x="2430281" y="0"/>
                </a:lnTo>
                <a:lnTo>
                  <a:pt x="2430281" y="2059110"/>
                </a:lnTo>
                <a:lnTo>
                  <a:pt x="0" y="2059110"/>
                </a:lnTo>
                <a:lnTo>
                  <a:pt x="0" y="0"/>
                </a:lnTo>
                <a:close/>
              </a:path>
            </a:pathLst>
          </a:custGeom>
          <a:blipFill>
            <a:blip r:embed="rId5"/>
            <a:stretch/>
          </a:blipFill>
        </p:spPr>
        <p:txBody>
          <a:bodyPr/>
          <a:lstStyle/>
          <a:p>
            <a:pPr>
              <a:defRPr/>
            </a:pPr>
            <a:endParaRPr lang="de-DE"/>
          </a:p>
        </p:txBody>
      </p:sp>
      <p:sp>
        <p:nvSpPr>
          <p:cNvPr id="14" name="Freeform 6"/>
          <p:cNvSpPr/>
          <p:nvPr userDrawn="1"/>
        </p:nvSpPr>
        <p:spPr bwMode="auto">
          <a:xfrm rot="7860678">
            <a:off x="-755376" y="4673141"/>
            <a:ext cx="1600955" cy="1645696"/>
          </a:xfrm>
          <a:custGeom>
            <a:avLst/>
            <a:gdLst/>
            <a:ahLst/>
            <a:cxnLst/>
            <a:rect l="l" t="t" r="r" b="b"/>
            <a:pathLst>
              <a:path w="1600955" h="1490343" extrusionOk="0">
                <a:moveTo>
                  <a:pt x="0" y="0"/>
                </a:moveTo>
                <a:lnTo>
                  <a:pt x="1600954" y="0"/>
                </a:lnTo>
                <a:lnTo>
                  <a:pt x="1600954" y="1490343"/>
                </a:lnTo>
                <a:lnTo>
                  <a:pt x="0" y="1490343"/>
                </a:lnTo>
                <a:lnTo>
                  <a:pt x="0" y="0"/>
                </a:lnTo>
                <a:close/>
              </a:path>
            </a:pathLst>
          </a:custGeom>
          <a:blipFill>
            <a:blip r:embed="rId4"/>
            <a:stretch/>
          </a:blipFill>
        </p:spPr>
        <p:txBody>
          <a:bodyPr/>
          <a:lstStyle/>
          <a:p>
            <a:pPr>
              <a:defRPr/>
            </a:pPr>
            <a:endParaRPr lang="de-DE"/>
          </a:p>
        </p:txBody>
      </p:sp>
      <p:sp>
        <p:nvSpPr>
          <p:cNvPr id="24" name="Freeform 10"/>
          <p:cNvSpPr/>
          <p:nvPr userDrawn="1"/>
        </p:nvSpPr>
        <p:spPr bwMode="auto">
          <a:xfrm rot="-2487859">
            <a:off x="754582" y="-207773"/>
            <a:ext cx="1882775" cy="1684956"/>
          </a:xfrm>
          <a:custGeom>
            <a:avLst/>
            <a:gdLst/>
            <a:ahLst/>
            <a:cxnLst/>
            <a:rect l="l" t="t" r="r" b="b"/>
            <a:pathLst>
              <a:path w="1763767" h="1494392" extrusionOk="0">
                <a:moveTo>
                  <a:pt x="0" y="0"/>
                </a:moveTo>
                <a:lnTo>
                  <a:pt x="1763767" y="0"/>
                </a:lnTo>
                <a:lnTo>
                  <a:pt x="1763767" y="1494392"/>
                </a:lnTo>
                <a:lnTo>
                  <a:pt x="0" y="1494392"/>
                </a:lnTo>
                <a:lnTo>
                  <a:pt x="0" y="0"/>
                </a:lnTo>
                <a:close/>
              </a:path>
            </a:pathLst>
          </a:custGeom>
          <a:blipFill>
            <a:blip r:embed="rId5"/>
            <a:stretch/>
          </a:blipFill>
        </p:spPr>
        <p:txBody>
          <a:bodyPr/>
          <a:lstStyle/>
          <a:p>
            <a:pPr>
              <a:defRPr/>
            </a:pPr>
            <a:endParaRPr lang="de-DE"/>
          </a:p>
        </p:txBody>
      </p:sp>
      <p:sp>
        <p:nvSpPr>
          <p:cNvPr id="25" name="Freeform 4"/>
          <p:cNvSpPr/>
          <p:nvPr userDrawn="1"/>
        </p:nvSpPr>
        <p:spPr bwMode="auto">
          <a:xfrm>
            <a:off x="-613526" y="-932654"/>
            <a:ext cx="2609805" cy="2593397"/>
          </a:xfrm>
          <a:custGeom>
            <a:avLst/>
            <a:gdLst/>
            <a:ahLst/>
            <a:cxnLst/>
            <a:rect l="l" t="t" r="r" b="b"/>
            <a:pathLst>
              <a:path w="3505909" h="3416667" extrusionOk="0">
                <a:moveTo>
                  <a:pt x="0" y="0"/>
                </a:moveTo>
                <a:lnTo>
                  <a:pt x="3505909" y="0"/>
                </a:lnTo>
                <a:lnTo>
                  <a:pt x="3505909" y="3416668"/>
                </a:lnTo>
                <a:lnTo>
                  <a:pt x="0" y="3416668"/>
                </a:lnTo>
                <a:lnTo>
                  <a:pt x="0" y="0"/>
                </a:lnTo>
                <a:close/>
              </a:path>
            </a:pathLst>
          </a:custGeom>
          <a:blipFill>
            <a:blip r:embed="rId3"/>
            <a:stretch/>
          </a:blipFill>
        </p:spPr>
        <p:txBody>
          <a:bodyPr/>
          <a:lstStyle/>
          <a:p>
            <a:pPr>
              <a:defRPr/>
            </a:pPr>
            <a:endParaRPr lang="de-DE"/>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PhAnim="0" type="titleOnly" preserve="1" userDrawn="1">
  <p:cSld name="Nur Titel">
    <p:spTree>
      <p:nvGrpSpPr>
        <p:cNvPr id="1" name=""/>
        <p:cNvGrpSpPr/>
        <p:nvPr/>
      </p:nvGrpSpPr>
      <p:grpSpPr bwMode="auto">
        <a:xfrm>
          <a:off x="0" y="0"/>
          <a:ext cx="0" cy="0"/>
          <a:chOff x="0" y="0"/>
          <a:chExt cx="0" cy="0"/>
        </a:xfrm>
      </p:grpSpPr>
      <p:sp>
        <p:nvSpPr>
          <p:cNvPr id="2" name="Titel 1"/>
          <p:cNvSpPr>
            <a:spLocks noGrp="1"/>
          </p:cNvSpPr>
          <p:nvPr>
            <p:ph type="title" hasCustomPrompt="1"/>
          </p:nvPr>
        </p:nvSpPr>
        <p:spPr bwMode="auto"/>
        <p:txBody>
          <a:bodyPr/>
          <a:lstStyle/>
          <a:p>
            <a:pPr>
              <a:defRPr/>
            </a:pPr>
            <a:r>
              <a:rPr lang="de-DE"/>
              <a:t>Überschrift</a:t>
            </a:r>
            <a:endParaRPr/>
          </a:p>
        </p:txBody>
      </p:sp>
      <p:sp>
        <p:nvSpPr>
          <p:cNvPr id="17" name="Freeform 13"/>
          <p:cNvSpPr/>
          <p:nvPr userDrawn="1"/>
        </p:nvSpPr>
        <p:spPr bwMode="auto">
          <a:xfrm>
            <a:off x="7687907" y="30602"/>
            <a:ext cx="2912186" cy="1012162"/>
          </a:xfrm>
          <a:custGeom>
            <a:avLst/>
            <a:gdLst/>
            <a:ahLst/>
            <a:cxnLst/>
            <a:rect l="l" t="t" r="r" b="b"/>
            <a:pathLst>
              <a:path w="2912186" h="1012162" extrusionOk="0">
                <a:moveTo>
                  <a:pt x="0" y="0"/>
                </a:moveTo>
                <a:lnTo>
                  <a:pt x="2912186" y="0"/>
                </a:lnTo>
                <a:lnTo>
                  <a:pt x="2912186" y="1012162"/>
                </a:lnTo>
                <a:lnTo>
                  <a:pt x="0" y="1012162"/>
                </a:lnTo>
                <a:lnTo>
                  <a:pt x="0" y="0"/>
                </a:lnTo>
                <a:close/>
              </a:path>
            </a:pathLst>
          </a:custGeom>
          <a:blipFill>
            <a:blip r:embed="rId2"/>
            <a:stretch/>
          </a:blipFill>
        </p:spPr>
        <p:txBody>
          <a:bodyPr/>
          <a:lstStyle/>
          <a:p>
            <a:pPr>
              <a:defRPr/>
            </a:pPr>
            <a:endParaRPr lang="de-DE"/>
          </a:p>
        </p:txBody>
      </p:sp>
      <p:sp>
        <p:nvSpPr>
          <p:cNvPr id="30" name="Freeform 10"/>
          <p:cNvSpPr/>
          <p:nvPr userDrawn="1"/>
        </p:nvSpPr>
        <p:spPr bwMode="auto">
          <a:xfrm rot="-2487859">
            <a:off x="634233" y="-130796"/>
            <a:ext cx="2100921" cy="2020412"/>
          </a:xfrm>
          <a:custGeom>
            <a:avLst/>
            <a:gdLst/>
            <a:ahLst/>
            <a:cxnLst/>
            <a:rect l="l" t="t" r="r" b="b"/>
            <a:pathLst>
              <a:path w="1763767" h="1494392" extrusionOk="0">
                <a:moveTo>
                  <a:pt x="0" y="0"/>
                </a:moveTo>
                <a:lnTo>
                  <a:pt x="1763767" y="0"/>
                </a:lnTo>
                <a:lnTo>
                  <a:pt x="1763767" y="1494392"/>
                </a:lnTo>
                <a:lnTo>
                  <a:pt x="0" y="1494392"/>
                </a:lnTo>
                <a:lnTo>
                  <a:pt x="0" y="0"/>
                </a:lnTo>
                <a:close/>
              </a:path>
            </a:pathLst>
          </a:custGeom>
          <a:blipFill>
            <a:blip r:embed="rId3"/>
            <a:stretch/>
          </a:blipFill>
        </p:spPr>
        <p:txBody>
          <a:bodyPr/>
          <a:lstStyle/>
          <a:p>
            <a:pPr>
              <a:defRPr/>
            </a:pPr>
            <a:endParaRPr lang="de-DE"/>
          </a:p>
        </p:txBody>
      </p:sp>
      <p:sp>
        <p:nvSpPr>
          <p:cNvPr id="31" name="Freeform 2"/>
          <p:cNvSpPr/>
          <p:nvPr userDrawn="1"/>
        </p:nvSpPr>
        <p:spPr bwMode="auto">
          <a:xfrm>
            <a:off x="92944" y="6032092"/>
            <a:ext cx="2499164" cy="2394654"/>
          </a:xfrm>
          <a:custGeom>
            <a:avLst/>
            <a:gdLst/>
            <a:ahLst/>
            <a:cxnLst/>
            <a:rect l="l" t="t" r="r" b="b"/>
            <a:pathLst>
              <a:path w="2499164" h="2394654" extrusionOk="0">
                <a:moveTo>
                  <a:pt x="0" y="0"/>
                </a:moveTo>
                <a:lnTo>
                  <a:pt x="2499165" y="0"/>
                </a:lnTo>
                <a:lnTo>
                  <a:pt x="2499165" y="2394654"/>
                </a:lnTo>
                <a:lnTo>
                  <a:pt x="0" y="2394654"/>
                </a:lnTo>
                <a:lnTo>
                  <a:pt x="0" y="0"/>
                </a:lnTo>
                <a:close/>
              </a:path>
            </a:pathLst>
          </a:custGeom>
          <a:blipFill>
            <a:blip r:embed="rId4"/>
            <a:stretch/>
          </a:blipFill>
        </p:spPr>
        <p:txBody>
          <a:bodyPr/>
          <a:lstStyle/>
          <a:p>
            <a:pPr>
              <a:defRPr/>
            </a:pPr>
            <a:endParaRPr lang="de-DE"/>
          </a:p>
        </p:txBody>
      </p:sp>
      <p:sp>
        <p:nvSpPr>
          <p:cNvPr id="32" name="Freeform 3"/>
          <p:cNvSpPr/>
          <p:nvPr userDrawn="1"/>
        </p:nvSpPr>
        <p:spPr bwMode="auto">
          <a:xfrm rot="4680788">
            <a:off x="16257418" y="8270982"/>
            <a:ext cx="2635834" cy="2525609"/>
          </a:xfrm>
          <a:custGeom>
            <a:avLst/>
            <a:gdLst/>
            <a:ahLst/>
            <a:cxnLst/>
            <a:rect l="l" t="t" r="r" b="b"/>
            <a:pathLst>
              <a:path w="2635834" h="2525609" extrusionOk="0">
                <a:moveTo>
                  <a:pt x="0" y="0"/>
                </a:moveTo>
                <a:lnTo>
                  <a:pt x="2635835" y="0"/>
                </a:lnTo>
                <a:lnTo>
                  <a:pt x="2635835" y="2525608"/>
                </a:lnTo>
                <a:lnTo>
                  <a:pt x="0" y="2525608"/>
                </a:lnTo>
                <a:lnTo>
                  <a:pt x="0" y="0"/>
                </a:lnTo>
                <a:close/>
              </a:path>
            </a:pathLst>
          </a:custGeom>
          <a:blipFill>
            <a:blip r:embed="rId4"/>
            <a:stretch/>
          </a:blipFill>
        </p:spPr>
        <p:txBody>
          <a:bodyPr/>
          <a:lstStyle/>
          <a:p>
            <a:pPr>
              <a:defRPr/>
            </a:pPr>
            <a:endParaRPr lang="de-DE"/>
          </a:p>
        </p:txBody>
      </p:sp>
      <p:sp>
        <p:nvSpPr>
          <p:cNvPr id="33" name="Freeform 4"/>
          <p:cNvSpPr/>
          <p:nvPr userDrawn="1"/>
        </p:nvSpPr>
        <p:spPr bwMode="auto">
          <a:xfrm>
            <a:off x="-817599" y="-741416"/>
            <a:ext cx="2912187" cy="3109714"/>
          </a:xfrm>
          <a:custGeom>
            <a:avLst/>
            <a:gdLst/>
            <a:ahLst/>
            <a:cxnLst/>
            <a:rect l="l" t="t" r="r" b="b"/>
            <a:pathLst>
              <a:path w="3505909" h="3416667" extrusionOk="0">
                <a:moveTo>
                  <a:pt x="0" y="0"/>
                </a:moveTo>
                <a:lnTo>
                  <a:pt x="3505909" y="0"/>
                </a:lnTo>
                <a:lnTo>
                  <a:pt x="3505909" y="3416668"/>
                </a:lnTo>
                <a:lnTo>
                  <a:pt x="0" y="3416668"/>
                </a:lnTo>
                <a:lnTo>
                  <a:pt x="0" y="0"/>
                </a:lnTo>
                <a:close/>
              </a:path>
            </a:pathLst>
          </a:custGeom>
          <a:blipFill>
            <a:blip r:embed="rId5"/>
            <a:stretch/>
          </a:blipFill>
        </p:spPr>
        <p:txBody>
          <a:bodyPr/>
          <a:lstStyle/>
          <a:p>
            <a:pPr>
              <a:defRPr/>
            </a:pPr>
            <a:endParaRPr lang="de-DE"/>
          </a:p>
        </p:txBody>
      </p:sp>
      <p:sp>
        <p:nvSpPr>
          <p:cNvPr id="34" name="Freeform 5"/>
          <p:cNvSpPr/>
          <p:nvPr userDrawn="1"/>
        </p:nvSpPr>
        <p:spPr bwMode="auto">
          <a:xfrm rot="16008410">
            <a:off x="15833994" y="712804"/>
            <a:ext cx="2347587" cy="2305392"/>
          </a:xfrm>
          <a:custGeom>
            <a:avLst/>
            <a:gdLst/>
            <a:ahLst/>
            <a:cxnLst/>
            <a:rect l="l" t="t" r="r" b="b"/>
            <a:pathLst>
              <a:path w="2085371" h="2032289" extrusionOk="0">
                <a:moveTo>
                  <a:pt x="0" y="0"/>
                </a:moveTo>
                <a:lnTo>
                  <a:pt x="2085371" y="0"/>
                </a:lnTo>
                <a:lnTo>
                  <a:pt x="2085371" y="2032289"/>
                </a:lnTo>
                <a:lnTo>
                  <a:pt x="0" y="2032289"/>
                </a:lnTo>
                <a:lnTo>
                  <a:pt x="0" y="0"/>
                </a:lnTo>
                <a:close/>
              </a:path>
            </a:pathLst>
          </a:custGeom>
          <a:blipFill>
            <a:blip r:embed="rId5"/>
            <a:stretch/>
          </a:blipFill>
        </p:spPr>
        <p:txBody>
          <a:bodyPr/>
          <a:lstStyle/>
          <a:p>
            <a:pPr>
              <a:defRPr/>
            </a:pPr>
            <a:endParaRPr lang="de-DE"/>
          </a:p>
        </p:txBody>
      </p:sp>
      <p:sp>
        <p:nvSpPr>
          <p:cNvPr id="35" name="Freeform 6"/>
          <p:cNvSpPr/>
          <p:nvPr userDrawn="1"/>
        </p:nvSpPr>
        <p:spPr bwMode="auto">
          <a:xfrm rot="7860678">
            <a:off x="126546" y="7226320"/>
            <a:ext cx="1600955" cy="1490343"/>
          </a:xfrm>
          <a:custGeom>
            <a:avLst/>
            <a:gdLst/>
            <a:ahLst/>
            <a:cxnLst/>
            <a:rect l="l" t="t" r="r" b="b"/>
            <a:pathLst>
              <a:path w="1600955" h="1490343" extrusionOk="0">
                <a:moveTo>
                  <a:pt x="0" y="0"/>
                </a:moveTo>
                <a:lnTo>
                  <a:pt x="1600954" y="0"/>
                </a:lnTo>
                <a:lnTo>
                  <a:pt x="1600954" y="1490343"/>
                </a:lnTo>
                <a:lnTo>
                  <a:pt x="0" y="1490343"/>
                </a:lnTo>
                <a:lnTo>
                  <a:pt x="0" y="0"/>
                </a:lnTo>
                <a:close/>
              </a:path>
            </a:pathLst>
          </a:custGeom>
          <a:blipFill>
            <a:blip r:embed="rId6"/>
            <a:stretch/>
          </a:blipFill>
        </p:spPr>
        <p:txBody>
          <a:bodyPr/>
          <a:lstStyle/>
          <a:p>
            <a:pPr>
              <a:defRPr/>
            </a:pPr>
            <a:endParaRPr lang="de-DE"/>
          </a:p>
        </p:txBody>
      </p:sp>
      <p:sp>
        <p:nvSpPr>
          <p:cNvPr id="36" name="Freeform 7"/>
          <p:cNvSpPr/>
          <p:nvPr userDrawn="1"/>
        </p:nvSpPr>
        <p:spPr bwMode="auto">
          <a:xfrm rot="7860678">
            <a:off x="15930678" y="7382404"/>
            <a:ext cx="2243704" cy="2088684"/>
          </a:xfrm>
          <a:custGeom>
            <a:avLst/>
            <a:gdLst/>
            <a:ahLst/>
            <a:cxnLst/>
            <a:rect l="l" t="t" r="r" b="b"/>
            <a:pathLst>
              <a:path w="2243704" h="2088684" extrusionOk="0">
                <a:moveTo>
                  <a:pt x="0" y="0"/>
                </a:moveTo>
                <a:lnTo>
                  <a:pt x="2243704" y="0"/>
                </a:lnTo>
                <a:lnTo>
                  <a:pt x="2243704" y="2088684"/>
                </a:lnTo>
                <a:lnTo>
                  <a:pt x="0" y="2088684"/>
                </a:lnTo>
                <a:lnTo>
                  <a:pt x="0" y="0"/>
                </a:lnTo>
                <a:close/>
              </a:path>
            </a:pathLst>
          </a:custGeom>
          <a:blipFill>
            <a:blip r:embed="rId6"/>
            <a:stretch/>
          </a:blipFill>
        </p:spPr>
        <p:txBody>
          <a:bodyPr/>
          <a:lstStyle/>
          <a:p>
            <a:pPr>
              <a:defRPr/>
            </a:pPr>
            <a:endParaRPr lang="de-DE"/>
          </a:p>
        </p:txBody>
      </p:sp>
      <p:sp>
        <p:nvSpPr>
          <p:cNvPr id="38" name="Freeform 9"/>
          <p:cNvSpPr/>
          <p:nvPr userDrawn="1"/>
        </p:nvSpPr>
        <p:spPr bwMode="auto">
          <a:xfrm rot="1296289">
            <a:off x="15384349" y="-545919"/>
            <a:ext cx="2531996" cy="2154648"/>
          </a:xfrm>
          <a:custGeom>
            <a:avLst/>
            <a:gdLst/>
            <a:ahLst/>
            <a:cxnLst/>
            <a:rect l="l" t="t" r="r" b="b"/>
            <a:pathLst>
              <a:path w="2265599" h="1919581" extrusionOk="0">
                <a:moveTo>
                  <a:pt x="0" y="0"/>
                </a:moveTo>
                <a:lnTo>
                  <a:pt x="2265600" y="0"/>
                </a:lnTo>
                <a:lnTo>
                  <a:pt x="2265600" y="1919581"/>
                </a:lnTo>
                <a:lnTo>
                  <a:pt x="0" y="1919581"/>
                </a:lnTo>
                <a:lnTo>
                  <a:pt x="0" y="0"/>
                </a:lnTo>
                <a:close/>
              </a:path>
            </a:pathLst>
          </a:custGeom>
          <a:blipFill>
            <a:blip r:embed="rId3"/>
            <a:stretch/>
          </a:blipFill>
        </p:spPr>
        <p:txBody>
          <a:bodyPr/>
          <a:lstStyle/>
          <a:p>
            <a:pPr>
              <a:defRPr/>
            </a:pPr>
            <a:endParaRPr lang="de-DE"/>
          </a:p>
        </p:txBody>
      </p:sp>
      <p:sp>
        <p:nvSpPr>
          <p:cNvPr id="39" name="Freeform 10"/>
          <p:cNvSpPr/>
          <p:nvPr userDrawn="1"/>
        </p:nvSpPr>
        <p:spPr bwMode="auto">
          <a:xfrm rot="-2487859">
            <a:off x="16952453" y="4767483"/>
            <a:ext cx="2033723" cy="1619753"/>
          </a:xfrm>
          <a:custGeom>
            <a:avLst/>
            <a:gdLst/>
            <a:ahLst/>
            <a:cxnLst/>
            <a:rect l="l" t="t" r="r" b="b"/>
            <a:pathLst>
              <a:path w="1763767" h="1494392" extrusionOk="0">
                <a:moveTo>
                  <a:pt x="0" y="0"/>
                </a:moveTo>
                <a:lnTo>
                  <a:pt x="1763767" y="0"/>
                </a:lnTo>
                <a:lnTo>
                  <a:pt x="1763767" y="1494392"/>
                </a:lnTo>
                <a:lnTo>
                  <a:pt x="0" y="1494392"/>
                </a:lnTo>
                <a:lnTo>
                  <a:pt x="0" y="0"/>
                </a:lnTo>
                <a:close/>
              </a:path>
            </a:pathLst>
          </a:custGeom>
          <a:blipFill>
            <a:blip r:embed="rId3"/>
            <a:stretch/>
          </a:blipFill>
        </p:spPr>
        <p:txBody>
          <a:bodyPr/>
          <a:lstStyle/>
          <a:p>
            <a:pPr>
              <a:defRPr/>
            </a:pPr>
            <a:endParaRPr lang="de-DE"/>
          </a:p>
        </p:txBody>
      </p:sp>
      <p:sp>
        <p:nvSpPr>
          <p:cNvPr id="40" name="Freeform 11"/>
          <p:cNvSpPr/>
          <p:nvPr userDrawn="1"/>
        </p:nvSpPr>
        <p:spPr bwMode="auto">
          <a:xfrm rot="1296289">
            <a:off x="296953" y="7886423"/>
            <a:ext cx="3294095" cy="2754079"/>
          </a:xfrm>
          <a:custGeom>
            <a:avLst/>
            <a:gdLst/>
            <a:ahLst/>
            <a:cxnLst/>
            <a:rect l="l" t="t" r="r" b="b"/>
            <a:pathLst>
              <a:path w="2430280" h="2059110" extrusionOk="0">
                <a:moveTo>
                  <a:pt x="0" y="0"/>
                </a:moveTo>
                <a:lnTo>
                  <a:pt x="2430281" y="0"/>
                </a:lnTo>
                <a:lnTo>
                  <a:pt x="2430281" y="2059110"/>
                </a:lnTo>
                <a:lnTo>
                  <a:pt x="0" y="2059110"/>
                </a:lnTo>
                <a:lnTo>
                  <a:pt x="0" y="0"/>
                </a:lnTo>
                <a:close/>
              </a:path>
            </a:pathLst>
          </a:custGeom>
          <a:blipFill>
            <a:blip r:embed="rId3"/>
            <a:stretch/>
          </a:blipFill>
        </p:spPr>
        <p:txBody>
          <a:bodyPr/>
          <a:lstStyle/>
          <a:p>
            <a:pPr>
              <a:defRPr/>
            </a:pPr>
            <a:endParaRPr lang="de-DE"/>
          </a:p>
        </p:txBody>
      </p:sp>
      <p:sp>
        <p:nvSpPr>
          <p:cNvPr id="41" name="Freeform 12"/>
          <p:cNvSpPr/>
          <p:nvPr userDrawn="1"/>
        </p:nvSpPr>
        <p:spPr bwMode="auto">
          <a:xfrm rot="2046247">
            <a:off x="17723193" y="-357480"/>
            <a:ext cx="1707091" cy="1936262"/>
          </a:xfrm>
          <a:custGeom>
            <a:avLst/>
            <a:gdLst/>
            <a:ahLst/>
            <a:cxnLst/>
            <a:rect l="l" t="t" r="r" b="b"/>
            <a:pathLst>
              <a:path w="1939168" h="1805189" extrusionOk="0">
                <a:moveTo>
                  <a:pt x="0" y="0"/>
                </a:moveTo>
                <a:lnTo>
                  <a:pt x="1939169" y="0"/>
                </a:lnTo>
                <a:lnTo>
                  <a:pt x="1939169" y="1805189"/>
                </a:lnTo>
                <a:lnTo>
                  <a:pt x="0" y="1805189"/>
                </a:lnTo>
                <a:lnTo>
                  <a:pt x="0" y="0"/>
                </a:lnTo>
                <a:close/>
              </a:path>
            </a:pathLst>
          </a:custGeom>
          <a:blipFill>
            <a:blip r:embed="rId6"/>
            <a:stretch/>
          </a:blipFill>
        </p:spPr>
        <p:txBody>
          <a:bodyPr/>
          <a:lstStyle/>
          <a:p>
            <a:pPr>
              <a:defRPr/>
            </a:pPr>
            <a:endParaRPr lang="de-DE"/>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PhAnim="0" type="blank" preserve="1" userDrawn="1">
  <p:cSld name="Leer">
    <p:spTree>
      <p:nvGrpSpPr>
        <p:cNvPr id="1" name=""/>
        <p:cNvGrpSpPr/>
        <p:nvPr/>
      </p:nvGrpSpPr>
      <p:grpSpPr bwMode="auto">
        <a:xfrm>
          <a:off x="0" y="0"/>
          <a:ext cx="0" cy="0"/>
          <a:chOff x="0" y="0"/>
          <a:chExt cx="0" cy="0"/>
        </a:xfrm>
      </p:grpSpPr>
      <p:sp>
        <p:nvSpPr>
          <p:cNvPr id="17" name="Freeform 10"/>
          <p:cNvSpPr/>
          <p:nvPr userDrawn="1"/>
        </p:nvSpPr>
        <p:spPr bwMode="auto">
          <a:xfrm rot="-2487859">
            <a:off x="1848993" y="-392157"/>
            <a:ext cx="2100921" cy="2020412"/>
          </a:xfrm>
          <a:custGeom>
            <a:avLst/>
            <a:gdLst/>
            <a:ahLst/>
            <a:cxnLst/>
            <a:rect l="l" t="t" r="r" b="b"/>
            <a:pathLst>
              <a:path w="1763767" h="1494392" extrusionOk="0">
                <a:moveTo>
                  <a:pt x="0" y="0"/>
                </a:moveTo>
                <a:lnTo>
                  <a:pt x="1763767" y="0"/>
                </a:lnTo>
                <a:lnTo>
                  <a:pt x="1763767" y="1494392"/>
                </a:lnTo>
                <a:lnTo>
                  <a:pt x="0" y="1494392"/>
                </a:lnTo>
                <a:lnTo>
                  <a:pt x="0" y="0"/>
                </a:lnTo>
                <a:close/>
              </a:path>
            </a:pathLst>
          </a:custGeom>
          <a:blipFill>
            <a:blip r:embed="rId2"/>
            <a:stretch/>
          </a:blipFill>
        </p:spPr>
        <p:txBody>
          <a:bodyPr/>
          <a:lstStyle/>
          <a:p>
            <a:pPr>
              <a:defRPr/>
            </a:pPr>
            <a:endParaRPr lang="de-DE"/>
          </a:p>
        </p:txBody>
      </p:sp>
      <p:sp>
        <p:nvSpPr>
          <p:cNvPr id="5" name="Freeform 2"/>
          <p:cNvSpPr/>
          <p:nvPr userDrawn="1"/>
        </p:nvSpPr>
        <p:spPr bwMode="auto">
          <a:xfrm>
            <a:off x="351158" y="5589207"/>
            <a:ext cx="2499164" cy="2394654"/>
          </a:xfrm>
          <a:custGeom>
            <a:avLst/>
            <a:gdLst/>
            <a:ahLst/>
            <a:cxnLst/>
            <a:rect l="l" t="t" r="r" b="b"/>
            <a:pathLst>
              <a:path w="2499164" h="2394654" extrusionOk="0">
                <a:moveTo>
                  <a:pt x="0" y="0"/>
                </a:moveTo>
                <a:lnTo>
                  <a:pt x="2499165" y="0"/>
                </a:lnTo>
                <a:lnTo>
                  <a:pt x="2499165" y="2394654"/>
                </a:lnTo>
                <a:lnTo>
                  <a:pt x="0" y="2394654"/>
                </a:lnTo>
                <a:lnTo>
                  <a:pt x="0" y="0"/>
                </a:lnTo>
                <a:close/>
              </a:path>
            </a:pathLst>
          </a:custGeom>
          <a:blipFill>
            <a:blip r:embed="rId3"/>
            <a:stretch/>
          </a:blipFill>
        </p:spPr>
        <p:txBody>
          <a:bodyPr/>
          <a:lstStyle/>
          <a:p>
            <a:pPr>
              <a:defRPr/>
            </a:pPr>
            <a:endParaRPr lang="de-DE"/>
          </a:p>
        </p:txBody>
      </p:sp>
      <p:sp>
        <p:nvSpPr>
          <p:cNvPr id="6" name="Freeform 3"/>
          <p:cNvSpPr/>
          <p:nvPr userDrawn="1"/>
        </p:nvSpPr>
        <p:spPr bwMode="auto">
          <a:xfrm rot="4680788">
            <a:off x="16257418" y="8270982"/>
            <a:ext cx="2635834" cy="2525609"/>
          </a:xfrm>
          <a:custGeom>
            <a:avLst/>
            <a:gdLst/>
            <a:ahLst/>
            <a:cxnLst/>
            <a:rect l="l" t="t" r="r" b="b"/>
            <a:pathLst>
              <a:path w="2635834" h="2525609" extrusionOk="0">
                <a:moveTo>
                  <a:pt x="0" y="0"/>
                </a:moveTo>
                <a:lnTo>
                  <a:pt x="2635835" y="0"/>
                </a:lnTo>
                <a:lnTo>
                  <a:pt x="2635835" y="2525608"/>
                </a:lnTo>
                <a:lnTo>
                  <a:pt x="0" y="2525608"/>
                </a:lnTo>
                <a:lnTo>
                  <a:pt x="0" y="0"/>
                </a:lnTo>
                <a:close/>
              </a:path>
            </a:pathLst>
          </a:custGeom>
          <a:blipFill>
            <a:blip r:embed="rId3"/>
            <a:stretch/>
          </a:blipFill>
        </p:spPr>
        <p:txBody>
          <a:bodyPr/>
          <a:lstStyle/>
          <a:p>
            <a:pPr>
              <a:defRPr/>
            </a:pPr>
            <a:endParaRPr lang="de-DE"/>
          </a:p>
        </p:txBody>
      </p:sp>
      <p:sp>
        <p:nvSpPr>
          <p:cNvPr id="7" name="Freeform 4"/>
          <p:cNvSpPr/>
          <p:nvPr userDrawn="1"/>
        </p:nvSpPr>
        <p:spPr bwMode="auto">
          <a:xfrm>
            <a:off x="-817599" y="-741417"/>
            <a:ext cx="3505909" cy="3416667"/>
          </a:xfrm>
          <a:custGeom>
            <a:avLst/>
            <a:gdLst/>
            <a:ahLst/>
            <a:cxnLst/>
            <a:rect l="l" t="t" r="r" b="b"/>
            <a:pathLst>
              <a:path w="3505909" h="3416667" extrusionOk="0">
                <a:moveTo>
                  <a:pt x="0" y="0"/>
                </a:moveTo>
                <a:lnTo>
                  <a:pt x="3505909" y="0"/>
                </a:lnTo>
                <a:lnTo>
                  <a:pt x="3505909" y="3416668"/>
                </a:lnTo>
                <a:lnTo>
                  <a:pt x="0" y="3416668"/>
                </a:lnTo>
                <a:lnTo>
                  <a:pt x="0" y="0"/>
                </a:lnTo>
                <a:close/>
              </a:path>
            </a:pathLst>
          </a:custGeom>
          <a:blipFill>
            <a:blip r:embed="rId4"/>
            <a:stretch/>
          </a:blipFill>
        </p:spPr>
        <p:txBody>
          <a:bodyPr/>
          <a:lstStyle/>
          <a:p>
            <a:pPr>
              <a:defRPr/>
            </a:pPr>
            <a:endParaRPr lang="de-DE"/>
          </a:p>
        </p:txBody>
      </p:sp>
      <p:sp>
        <p:nvSpPr>
          <p:cNvPr id="8" name="Freeform 5"/>
          <p:cNvSpPr/>
          <p:nvPr userDrawn="1"/>
        </p:nvSpPr>
        <p:spPr bwMode="auto">
          <a:xfrm rot="16008410">
            <a:off x="15358696" y="2451781"/>
            <a:ext cx="2347587" cy="2305392"/>
          </a:xfrm>
          <a:custGeom>
            <a:avLst/>
            <a:gdLst/>
            <a:ahLst/>
            <a:cxnLst/>
            <a:rect l="l" t="t" r="r" b="b"/>
            <a:pathLst>
              <a:path w="2085371" h="2032289" extrusionOk="0">
                <a:moveTo>
                  <a:pt x="0" y="0"/>
                </a:moveTo>
                <a:lnTo>
                  <a:pt x="2085371" y="0"/>
                </a:lnTo>
                <a:lnTo>
                  <a:pt x="2085371" y="2032289"/>
                </a:lnTo>
                <a:lnTo>
                  <a:pt x="0" y="2032289"/>
                </a:lnTo>
                <a:lnTo>
                  <a:pt x="0" y="0"/>
                </a:lnTo>
                <a:close/>
              </a:path>
            </a:pathLst>
          </a:custGeom>
          <a:blipFill>
            <a:blip r:embed="rId4"/>
            <a:stretch/>
          </a:blipFill>
        </p:spPr>
        <p:txBody>
          <a:bodyPr/>
          <a:lstStyle/>
          <a:p>
            <a:pPr>
              <a:defRPr/>
            </a:pPr>
            <a:endParaRPr lang="de-DE"/>
          </a:p>
        </p:txBody>
      </p:sp>
      <p:sp>
        <p:nvSpPr>
          <p:cNvPr id="9" name="Freeform 6"/>
          <p:cNvSpPr/>
          <p:nvPr userDrawn="1"/>
        </p:nvSpPr>
        <p:spPr bwMode="auto">
          <a:xfrm rot="7860678">
            <a:off x="702797" y="5736336"/>
            <a:ext cx="1600955" cy="1490343"/>
          </a:xfrm>
          <a:custGeom>
            <a:avLst/>
            <a:gdLst/>
            <a:ahLst/>
            <a:cxnLst/>
            <a:rect l="l" t="t" r="r" b="b"/>
            <a:pathLst>
              <a:path w="1600955" h="1490343" extrusionOk="0">
                <a:moveTo>
                  <a:pt x="0" y="0"/>
                </a:moveTo>
                <a:lnTo>
                  <a:pt x="1600954" y="0"/>
                </a:lnTo>
                <a:lnTo>
                  <a:pt x="1600954" y="1490343"/>
                </a:lnTo>
                <a:lnTo>
                  <a:pt x="0" y="1490343"/>
                </a:lnTo>
                <a:lnTo>
                  <a:pt x="0" y="0"/>
                </a:lnTo>
                <a:close/>
              </a:path>
            </a:pathLst>
          </a:custGeom>
          <a:blipFill>
            <a:blip r:embed="rId5"/>
            <a:stretch/>
          </a:blipFill>
        </p:spPr>
        <p:txBody>
          <a:bodyPr/>
          <a:lstStyle/>
          <a:p>
            <a:pPr>
              <a:defRPr/>
            </a:pPr>
            <a:endParaRPr lang="de-DE"/>
          </a:p>
        </p:txBody>
      </p:sp>
      <p:sp>
        <p:nvSpPr>
          <p:cNvPr id="10" name="Freeform 7"/>
          <p:cNvSpPr/>
          <p:nvPr userDrawn="1"/>
        </p:nvSpPr>
        <p:spPr bwMode="auto">
          <a:xfrm rot="7860678">
            <a:off x="15930678" y="7382404"/>
            <a:ext cx="2243704" cy="2088684"/>
          </a:xfrm>
          <a:custGeom>
            <a:avLst/>
            <a:gdLst/>
            <a:ahLst/>
            <a:cxnLst/>
            <a:rect l="l" t="t" r="r" b="b"/>
            <a:pathLst>
              <a:path w="2243704" h="2088684" extrusionOk="0">
                <a:moveTo>
                  <a:pt x="0" y="0"/>
                </a:moveTo>
                <a:lnTo>
                  <a:pt x="2243704" y="0"/>
                </a:lnTo>
                <a:lnTo>
                  <a:pt x="2243704" y="2088684"/>
                </a:lnTo>
                <a:lnTo>
                  <a:pt x="0" y="2088684"/>
                </a:lnTo>
                <a:lnTo>
                  <a:pt x="0" y="0"/>
                </a:lnTo>
                <a:close/>
              </a:path>
            </a:pathLst>
          </a:custGeom>
          <a:blipFill>
            <a:blip r:embed="rId5"/>
            <a:stretch/>
          </a:blipFill>
        </p:spPr>
        <p:txBody>
          <a:bodyPr/>
          <a:lstStyle/>
          <a:p>
            <a:pPr>
              <a:defRPr/>
            </a:pPr>
            <a:endParaRPr lang="de-DE"/>
          </a:p>
        </p:txBody>
      </p:sp>
      <p:sp>
        <p:nvSpPr>
          <p:cNvPr id="11" name="Freeform 8"/>
          <p:cNvSpPr/>
          <p:nvPr userDrawn="1"/>
        </p:nvSpPr>
        <p:spPr bwMode="auto">
          <a:xfrm rot="-458312">
            <a:off x="15741562" y="989320"/>
            <a:ext cx="3155791" cy="3023821"/>
          </a:xfrm>
          <a:custGeom>
            <a:avLst/>
            <a:gdLst/>
            <a:ahLst/>
            <a:cxnLst/>
            <a:rect l="l" t="t" r="r" b="b"/>
            <a:pathLst>
              <a:path w="3155791" h="3023821" extrusionOk="0">
                <a:moveTo>
                  <a:pt x="0" y="0"/>
                </a:moveTo>
                <a:lnTo>
                  <a:pt x="3155790" y="0"/>
                </a:lnTo>
                <a:lnTo>
                  <a:pt x="3155790" y="3023821"/>
                </a:lnTo>
                <a:lnTo>
                  <a:pt x="0" y="3023821"/>
                </a:lnTo>
                <a:lnTo>
                  <a:pt x="0" y="0"/>
                </a:lnTo>
                <a:close/>
              </a:path>
            </a:pathLst>
          </a:custGeom>
          <a:blipFill>
            <a:blip r:embed="rId3"/>
            <a:stretch/>
          </a:blipFill>
        </p:spPr>
        <p:txBody>
          <a:bodyPr/>
          <a:lstStyle/>
          <a:p>
            <a:pPr>
              <a:defRPr/>
            </a:pPr>
            <a:endParaRPr lang="de-DE"/>
          </a:p>
        </p:txBody>
      </p:sp>
      <p:sp>
        <p:nvSpPr>
          <p:cNvPr id="12" name="Freeform 9"/>
          <p:cNvSpPr/>
          <p:nvPr userDrawn="1"/>
        </p:nvSpPr>
        <p:spPr bwMode="auto">
          <a:xfrm rot="1296289">
            <a:off x="14830585" y="-257242"/>
            <a:ext cx="2531996" cy="2154648"/>
          </a:xfrm>
          <a:custGeom>
            <a:avLst/>
            <a:gdLst/>
            <a:ahLst/>
            <a:cxnLst/>
            <a:rect l="l" t="t" r="r" b="b"/>
            <a:pathLst>
              <a:path w="2265599" h="1919581" extrusionOk="0">
                <a:moveTo>
                  <a:pt x="0" y="0"/>
                </a:moveTo>
                <a:lnTo>
                  <a:pt x="2265600" y="0"/>
                </a:lnTo>
                <a:lnTo>
                  <a:pt x="2265600" y="1919581"/>
                </a:lnTo>
                <a:lnTo>
                  <a:pt x="0" y="1919581"/>
                </a:lnTo>
                <a:lnTo>
                  <a:pt x="0" y="0"/>
                </a:lnTo>
                <a:close/>
              </a:path>
            </a:pathLst>
          </a:custGeom>
          <a:blipFill>
            <a:blip r:embed="rId2"/>
            <a:stretch/>
          </a:blipFill>
        </p:spPr>
        <p:txBody>
          <a:bodyPr/>
          <a:lstStyle/>
          <a:p>
            <a:pPr>
              <a:defRPr/>
            </a:pPr>
            <a:endParaRPr lang="de-DE"/>
          </a:p>
        </p:txBody>
      </p:sp>
      <p:sp>
        <p:nvSpPr>
          <p:cNvPr id="13" name="Freeform 10"/>
          <p:cNvSpPr/>
          <p:nvPr userDrawn="1"/>
        </p:nvSpPr>
        <p:spPr bwMode="auto">
          <a:xfrm rot="-2487859">
            <a:off x="17027787" y="4966511"/>
            <a:ext cx="1763767" cy="1494391"/>
          </a:xfrm>
          <a:custGeom>
            <a:avLst/>
            <a:gdLst/>
            <a:ahLst/>
            <a:cxnLst/>
            <a:rect l="l" t="t" r="r" b="b"/>
            <a:pathLst>
              <a:path w="1763767" h="1494392" extrusionOk="0">
                <a:moveTo>
                  <a:pt x="0" y="0"/>
                </a:moveTo>
                <a:lnTo>
                  <a:pt x="1763767" y="0"/>
                </a:lnTo>
                <a:lnTo>
                  <a:pt x="1763767" y="1494392"/>
                </a:lnTo>
                <a:lnTo>
                  <a:pt x="0" y="1494392"/>
                </a:lnTo>
                <a:lnTo>
                  <a:pt x="0" y="0"/>
                </a:lnTo>
                <a:close/>
              </a:path>
            </a:pathLst>
          </a:custGeom>
          <a:blipFill>
            <a:blip r:embed="rId2"/>
            <a:stretch/>
          </a:blipFill>
        </p:spPr>
        <p:txBody>
          <a:bodyPr/>
          <a:lstStyle/>
          <a:p>
            <a:pPr>
              <a:defRPr/>
            </a:pPr>
            <a:endParaRPr lang="de-DE"/>
          </a:p>
        </p:txBody>
      </p:sp>
      <p:sp>
        <p:nvSpPr>
          <p:cNvPr id="14" name="Freeform 11"/>
          <p:cNvSpPr/>
          <p:nvPr userDrawn="1"/>
        </p:nvSpPr>
        <p:spPr bwMode="auto">
          <a:xfrm rot="1296289">
            <a:off x="619918" y="6991212"/>
            <a:ext cx="3294095" cy="2754079"/>
          </a:xfrm>
          <a:custGeom>
            <a:avLst/>
            <a:gdLst/>
            <a:ahLst/>
            <a:cxnLst/>
            <a:rect l="l" t="t" r="r" b="b"/>
            <a:pathLst>
              <a:path w="2430280" h="2059110" extrusionOk="0">
                <a:moveTo>
                  <a:pt x="0" y="0"/>
                </a:moveTo>
                <a:lnTo>
                  <a:pt x="2430281" y="0"/>
                </a:lnTo>
                <a:lnTo>
                  <a:pt x="2430281" y="2059110"/>
                </a:lnTo>
                <a:lnTo>
                  <a:pt x="0" y="2059110"/>
                </a:lnTo>
                <a:lnTo>
                  <a:pt x="0" y="0"/>
                </a:lnTo>
                <a:close/>
              </a:path>
            </a:pathLst>
          </a:custGeom>
          <a:blipFill>
            <a:blip r:embed="rId2"/>
            <a:stretch/>
          </a:blipFill>
        </p:spPr>
        <p:txBody>
          <a:bodyPr/>
          <a:lstStyle/>
          <a:p>
            <a:pPr>
              <a:defRPr/>
            </a:pPr>
            <a:endParaRPr lang="de-DE"/>
          </a:p>
        </p:txBody>
      </p:sp>
      <p:sp>
        <p:nvSpPr>
          <p:cNvPr id="15" name="Freeform 12"/>
          <p:cNvSpPr/>
          <p:nvPr userDrawn="1"/>
        </p:nvSpPr>
        <p:spPr bwMode="auto">
          <a:xfrm rot="2046247">
            <a:off x="16212870" y="1083509"/>
            <a:ext cx="2213171" cy="2273738"/>
          </a:xfrm>
          <a:custGeom>
            <a:avLst/>
            <a:gdLst/>
            <a:ahLst/>
            <a:cxnLst/>
            <a:rect l="l" t="t" r="r" b="b"/>
            <a:pathLst>
              <a:path w="1939168" h="1805189" extrusionOk="0">
                <a:moveTo>
                  <a:pt x="0" y="0"/>
                </a:moveTo>
                <a:lnTo>
                  <a:pt x="1939169" y="0"/>
                </a:lnTo>
                <a:lnTo>
                  <a:pt x="1939169" y="1805189"/>
                </a:lnTo>
                <a:lnTo>
                  <a:pt x="0" y="1805189"/>
                </a:lnTo>
                <a:lnTo>
                  <a:pt x="0" y="0"/>
                </a:lnTo>
                <a:close/>
              </a:path>
            </a:pathLst>
          </a:custGeom>
          <a:blipFill>
            <a:blip r:embed="rId5"/>
            <a:stretch/>
          </a:blipFill>
        </p:spPr>
        <p:txBody>
          <a:bodyPr/>
          <a:lstStyle/>
          <a:p>
            <a:pPr>
              <a:defRPr/>
            </a:pPr>
            <a:endParaRPr lang="de-DE"/>
          </a:p>
        </p:txBody>
      </p:sp>
      <p:sp>
        <p:nvSpPr>
          <p:cNvPr id="16" name="Freeform 13"/>
          <p:cNvSpPr/>
          <p:nvPr userDrawn="1"/>
        </p:nvSpPr>
        <p:spPr bwMode="auto">
          <a:xfrm>
            <a:off x="7687907" y="30602"/>
            <a:ext cx="2912186" cy="1012162"/>
          </a:xfrm>
          <a:custGeom>
            <a:avLst/>
            <a:gdLst/>
            <a:ahLst/>
            <a:cxnLst/>
            <a:rect l="l" t="t" r="r" b="b"/>
            <a:pathLst>
              <a:path w="2912186" h="1012162" extrusionOk="0">
                <a:moveTo>
                  <a:pt x="0" y="0"/>
                </a:moveTo>
                <a:lnTo>
                  <a:pt x="2912186" y="0"/>
                </a:lnTo>
                <a:lnTo>
                  <a:pt x="2912186" y="1012162"/>
                </a:lnTo>
                <a:lnTo>
                  <a:pt x="0" y="1012162"/>
                </a:lnTo>
                <a:lnTo>
                  <a:pt x="0" y="0"/>
                </a:lnTo>
                <a:close/>
              </a:path>
            </a:pathLst>
          </a:custGeom>
          <a:blipFill>
            <a:blip r:embed="rId6"/>
            <a:stretch/>
          </a:blipFill>
        </p:spPr>
        <p:txBody>
          <a:bodyPr/>
          <a:lstStyle/>
          <a:p>
            <a:pPr>
              <a:defRPr/>
            </a:pPr>
            <a:endParaRPr lang="de-DE"/>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PhAnim="0" type="objTx" preserve="1" userDrawn="1">
  <p:cSld name="Inhalt mit Überschrift">
    <p:spTree>
      <p:nvGrpSpPr>
        <p:cNvPr id="1" name=""/>
        <p:cNvGrpSpPr/>
        <p:nvPr/>
      </p:nvGrpSpPr>
      <p:grpSpPr bwMode="auto">
        <a:xfrm>
          <a:off x="0" y="0"/>
          <a:ext cx="0" cy="0"/>
          <a:chOff x="0" y="0"/>
          <a:chExt cx="0" cy="0"/>
        </a:xfrm>
      </p:grpSpPr>
      <p:sp>
        <p:nvSpPr>
          <p:cNvPr id="2" name="Titel 1"/>
          <p:cNvSpPr>
            <a:spLocks noGrp="1"/>
          </p:cNvSpPr>
          <p:nvPr>
            <p:ph type="title" hasCustomPrompt="1"/>
          </p:nvPr>
        </p:nvSpPr>
        <p:spPr bwMode="auto">
          <a:xfrm>
            <a:off x="1944000" y="1481138"/>
            <a:ext cx="5235566" cy="1260000"/>
          </a:xfrm>
        </p:spPr>
        <p:txBody>
          <a:bodyPr anchor="b"/>
          <a:lstStyle>
            <a:lvl1pPr>
              <a:defRPr sz="3200"/>
            </a:lvl1pPr>
          </a:lstStyle>
          <a:p>
            <a:pPr>
              <a:defRPr/>
            </a:pPr>
            <a:r>
              <a:rPr lang="de-DE"/>
              <a:t>Überschrift</a:t>
            </a:r>
            <a:endParaRPr/>
          </a:p>
        </p:txBody>
      </p:sp>
      <p:sp>
        <p:nvSpPr>
          <p:cNvPr id="3" name="Inhaltsplatzhalter 2"/>
          <p:cNvSpPr>
            <a:spLocks noGrp="1"/>
          </p:cNvSpPr>
          <p:nvPr>
            <p:ph idx="1"/>
          </p:nvPr>
        </p:nvSpPr>
        <p:spPr bwMode="auto">
          <a:xfrm>
            <a:off x="7775574" y="1481138"/>
            <a:ext cx="8568425" cy="7310437"/>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defRPr/>
            </a:pPr>
            <a:r>
              <a:rPr lang="de-DE"/>
              <a:t>Mastertextformat bearbeiten</a:t>
            </a:r>
            <a:endParaRPr/>
          </a:p>
          <a:p>
            <a:pPr lvl="1">
              <a:defRPr/>
            </a:pPr>
            <a:r>
              <a:rPr lang="de-DE"/>
              <a:t>Zweite Ebene</a:t>
            </a:r>
            <a:endParaRPr/>
          </a:p>
          <a:p>
            <a:pPr lvl="2">
              <a:defRPr/>
            </a:pPr>
            <a:r>
              <a:rPr lang="de-DE"/>
              <a:t>Dritte Ebene</a:t>
            </a:r>
            <a:endParaRPr/>
          </a:p>
          <a:p>
            <a:pPr lvl="3">
              <a:defRPr/>
            </a:pPr>
            <a:r>
              <a:rPr lang="de-DE"/>
              <a:t>Vierte Ebene</a:t>
            </a:r>
            <a:endParaRPr/>
          </a:p>
          <a:p>
            <a:pPr lvl="4">
              <a:defRPr/>
            </a:pPr>
            <a:r>
              <a:rPr lang="de-DE"/>
              <a:t>Fünfte Ebene</a:t>
            </a:r>
            <a:endParaRPr/>
          </a:p>
        </p:txBody>
      </p:sp>
      <p:sp>
        <p:nvSpPr>
          <p:cNvPr id="4" name="Textplatzhalter 3"/>
          <p:cNvSpPr>
            <a:spLocks noGrp="1"/>
          </p:cNvSpPr>
          <p:nvPr>
            <p:ph type="body" sz="half" idx="2"/>
          </p:nvPr>
        </p:nvSpPr>
        <p:spPr bwMode="auto">
          <a:xfrm>
            <a:off x="1944000" y="3086100"/>
            <a:ext cx="5214038" cy="5718175"/>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defRPr/>
            </a:pPr>
            <a:r>
              <a:rPr lang="de-DE"/>
              <a:t>Mastertextformat bearbeiten</a:t>
            </a:r>
            <a:endParaRPr/>
          </a:p>
        </p:txBody>
      </p:sp>
      <p:sp>
        <p:nvSpPr>
          <p:cNvPr id="19" name="Freeform 13"/>
          <p:cNvSpPr/>
          <p:nvPr userDrawn="1"/>
        </p:nvSpPr>
        <p:spPr bwMode="auto">
          <a:xfrm>
            <a:off x="7687907" y="30602"/>
            <a:ext cx="2912186" cy="1012162"/>
          </a:xfrm>
          <a:custGeom>
            <a:avLst/>
            <a:gdLst/>
            <a:ahLst/>
            <a:cxnLst/>
            <a:rect l="l" t="t" r="r" b="b"/>
            <a:pathLst>
              <a:path w="2912186" h="1012162" extrusionOk="0">
                <a:moveTo>
                  <a:pt x="0" y="0"/>
                </a:moveTo>
                <a:lnTo>
                  <a:pt x="2912186" y="0"/>
                </a:lnTo>
                <a:lnTo>
                  <a:pt x="2912186" y="1012162"/>
                </a:lnTo>
                <a:lnTo>
                  <a:pt x="0" y="1012162"/>
                </a:lnTo>
                <a:lnTo>
                  <a:pt x="0" y="0"/>
                </a:lnTo>
                <a:close/>
              </a:path>
            </a:pathLst>
          </a:custGeom>
          <a:blipFill>
            <a:blip r:embed="rId2"/>
            <a:stretch/>
          </a:blipFill>
        </p:spPr>
        <p:txBody>
          <a:bodyPr/>
          <a:lstStyle/>
          <a:p>
            <a:pPr>
              <a:defRPr/>
            </a:pPr>
            <a:endParaRPr lang="de-DE"/>
          </a:p>
        </p:txBody>
      </p:sp>
      <p:sp>
        <p:nvSpPr>
          <p:cNvPr id="22" name="Freeform 2"/>
          <p:cNvSpPr/>
          <p:nvPr userDrawn="1"/>
        </p:nvSpPr>
        <p:spPr bwMode="auto">
          <a:xfrm>
            <a:off x="-988817" y="7307032"/>
            <a:ext cx="2499164" cy="2394654"/>
          </a:xfrm>
          <a:custGeom>
            <a:avLst/>
            <a:gdLst/>
            <a:ahLst/>
            <a:cxnLst/>
            <a:rect l="l" t="t" r="r" b="b"/>
            <a:pathLst>
              <a:path w="2499164" h="2394654" extrusionOk="0">
                <a:moveTo>
                  <a:pt x="0" y="0"/>
                </a:moveTo>
                <a:lnTo>
                  <a:pt x="2499165" y="0"/>
                </a:lnTo>
                <a:lnTo>
                  <a:pt x="2499165" y="2394654"/>
                </a:lnTo>
                <a:lnTo>
                  <a:pt x="0" y="2394654"/>
                </a:lnTo>
                <a:lnTo>
                  <a:pt x="0" y="0"/>
                </a:lnTo>
                <a:close/>
              </a:path>
            </a:pathLst>
          </a:custGeom>
          <a:blipFill>
            <a:blip r:embed="rId3"/>
            <a:stretch/>
          </a:blipFill>
        </p:spPr>
        <p:txBody>
          <a:bodyPr/>
          <a:lstStyle/>
          <a:p>
            <a:pPr>
              <a:defRPr/>
            </a:pPr>
            <a:endParaRPr lang="de-DE"/>
          </a:p>
        </p:txBody>
      </p:sp>
      <p:sp>
        <p:nvSpPr>
          <p:cNvPr id="23" name="Freeform 3"/>
          <p:cNvSpPr/>
          <p:nvPr userDrawn="1"/>
        </p:nvSpPr>
        <p:spPr bwMode="auto">
          <a:xfrm rot="4680788">
            <a:off x="16257418" y="8270982"/>
            <a:ext cx="2635834" cy="2525609"/>
          </a:xfrm>
          <a:custGeom>
            <a:avLst/>
            <a:gdLst/>
            <a:ahLst/>
            <a:cxnLst/>
            <a:rect l="l" t="t" r="r" b="b"/>
            <a:pathLst>
              <a:path w="2635834" h="2525609" extrusionOk="0">
                <a:moveTo>
                  <a:pt x="0" y="0"/>
                </a:moveTo>
                <a:lnTo>
                  <a:pt x="2635835" y="0"/>
                </a:lnTo>
                <a:lnTo>
                  <a:pt x="2635835" y="2525608"/>
                </a:lnTo>
                <a:lnTo>
                  <a:pt x="0" y="2525608"/>
                </a:lnTo>
                <a:lnTo>
                  <a:pt x="0" y="0"/>
                </a:lnTo>
                <a:close/>
              </a:path>
            </a:pathLst>
          </a:custGeom>
          <a:blipFill>
            <a:blip r:embed="rId3"/>
            <a:stretch/>
          </a:blipFill>
        </p:spPr>
        <p:txBody>
          <a:bodyPr/>
          <a:lstStyle/>
          <a:p>
            <a:pPr>
              <a:defRPr/>
            </a:pPr>
            <a:endParaRPr lang="de-DE"/>
          </a:p>
        </p:txBody>
      </p:sp>
      <p:sp>
        <p:nvSpPr>
          <p:cNvPr id="24" name="Freeform 5"/>
          <p:cNvSpPr/>
          <p:nvPr userDrawn="1"/>
        </p:nvSpPr>
        <p:spPr bwMode="auto">
          <a:xfrm>
            <a:off x="-344695" y="-103733"/>
            <a:ext cx="2797974" cy="2535765"/>
          </a:xfrm>
          <a:custGeom>
            <a:avLst/>
            <a:gdLst/>
            <a:ahLst/>
            <a:cxnLst/>
            <a:rect l="l" t="t" r="r" b="b"/>
            <a:pathLst>
              <a:path w="2085371" h="2032289" extrusionOk="0">
                <a:moveTo>
                  <a:pt x="0" y="0"/>
                </a:moveTo>
                <a:lnTo>
                  <a:pt x="2085371" y="0"/>
                </a:lnTo>
                <a:lnTo>
                  <a:pt x="2085371" y="2032289"/>
                </a:lnTo>
                <a:lnTo>
                  <a:pt x="0" y="2032289"/>
                </a:lnTo>
                <a:lnTo>
                  <a:pt x="0" y="0"/>
                </a:lnTo>
                <a:close/>
              </a:path>
            </a:pathLst>
          </a:custGeom>
          <a:blipFill>
            <a:blip r:embed="rId4"/>
            <a:stretch/>
          </a:blipFill>
        </p:spPr>
        <p:txBody>
          <a:bodyPr/>
          <a:lstStyle/>
          <a:p>
            <a:pPr>
              <a:defRPr/>
            </a:pPr>
            <a:endParaRPr lang="de-DE"/>
          </a:p>
        </p:txBody>
      </p:sp>
      <p:sp>
        <p:nvSpPr>
          <p:cNvPr id="25" name="Freeform 6"/>
          <p:cNvSpPr/>
          <p:nvPr userDrawn="1"/>
        </p:nvSpPr>
        <p:spPr bwMode="auto">
          <a:xfrm rot="7860678">
            <a:off x="184890" y="170766"/>
            <a:ext cx="1600955" cy="1490343"/>
          </a:xfrm>
          <a:custGeom>
            <a:avLst/>
            <a:gdLst/>
            <a:ahLst/>
            <a:cxnLst/>
            <a:rect l="l" t="t" r="r" b="b"/>
            <a:pathLst>
              <a:path w="1600955" h="1490343" extrusionOk="0">
                <a:moveTo>
                  <a:pt x="0" y="0"/>
                </a:moveTo>
                <a:lnTo>
                  <a:pt x="1600954" y="0"/>
                </a:lnTo>
                <a:lnTo>
                  <a:pt x="1600954" y="1490343"/>
                </a:lnTo>
                <a:lnTo>
                  <a:pt x="0" y="1490343"/>
                </a:lnTo>
                <a:lnTo>
                  <a:pt x="0" y="0"/>
                </a:lnTo>
                <a:close/>
              </a:path>
            </a:pathLst>
          </a:custGeom>
          <a:blipFill>
            <a:blip r:embed="rId5"/>
            <a:stretch/>
          </a:blipFill>
        </p:spPr>
        <p:txBody>
          <a:bodyPr/>
          <a:lstStyle/>
          <a:p>
            <a:pPr>
              <a:defRPr/>
            </a:pPr>
            <a:endParaRPr lang="de-DE"/>
          </a:p>
        </p:txBody>
      </p:sp>
      <p:sp>
        <p:nvSpPr>
          <p:cNvPr id="26" name="Freeform 8"/>
          <p:cNvSpPr/>
          <p:nvPr userDrawn="1"/>
        </p:nvSpPr>
        <p:spPr bwMode="auto">
          <a:xfrm rot="-458312">
            <a:off x="16929227" y="-285243"/>
            <a:ext cx="3155791" cy="3843267"/>
          </a:xfrm>
          <a:custGeom>
            <a:avLst/>
            <a:gdLst/>
            <a:ahLst/>
            <a:cxnLst/>
            <a:rect l="l" t="t" r="r" b="b"/>
            <a:pathLst>
              <a:path w="3155791" h="3023821" extrusionOk="0">
                <a:moveTo>
                  <a:pt x="0" y="0"/>
                </a:moveTo>
                <a:lnTo>
                  <a:pt x="3155790" y="0"/>
                </a:lnTo>
                <a:lnTo>
                  <a:pt x="3155790" y="3023821"/>
                </a:lnTo>
                <a:lnTo>
                  <a:pt x="0" y="3023821"/>
                </a:lnTo>
                <a:lnTo>
                  <a:pt x="0" y="0"/>
                </a:lnTo>
                <a:close/>
              </a:path>
            </a:pathLst>
          </a:custGeom>
          <a:blipFill>
            <a:blip r:embed="rId3"/>
            <a:stretch/>
          </a:blipFill>
        </p:spPr>
        <p:txBody>
          <a:bodyPr/>
          <a:lstStyle/>
          <a:p>
            <a:pPr>
              <a:defRPr/>
            </a:pPr>
            <a:endParaRPr lang="de-DE"/>
          </a:p>
        </p:txBody>
      </p:sp>
      <p:sp>
        <p:nvSpPr>
          <p:cNvPr id="27" name="Freeform 9"/>
          <p:cNvSpPr/>
          <p:nvPr userDrawn="1"/>
        </p:nvSpPr>
        <p:spPr bwMode="auto">
          <a:xfrm rot="1296289">
            <a:off x="15429160" y="-255544"/>
            <a:ext cx="2265599" cy="1919581"/>
          </a:xfrm>
          <a:custGeom>
            <a:avLst/>
            <a:gdLst/>
            <a:ahLst/>
            <a:cxnLst/>
            <a:rect l="l" t="t" r="r" b="b"/>
            <a:pathLst>
              <a:path w="2265599" h="1919581" extrusionOk="0">
                <a:moveTo>
                  <a:pt x="0" y="0"/>
                </a:moveTo>
                <a:lnTo>
                  <a:pt x="2265600" y="0"/>
                </a:lnTo>
                <a:lnTo>
                  <a:pt x="2265600" y="1919581"/>
                </a:lnTo>
                <a:lnTo>
                  <a:pt x="0" y="1919581"/>
                </a:lnTo>
                <a:lnTo>
                  <a:pt x="0" y="0"/>
                </a:lnTo>
                <a:close/>
              </a:path>
            </a:pathLst>
          </a:custGeom>
          <a:blipFill>
            <a:blip r:embed="rId6"/>
            <a:stretch/>
          </a:blipFill>
        </p:spPr>
        <p:txBody>
          <a:bodyPr/>
          <a:lstStyle/>
          <a:p>
            <a:pPr>
              <a:defRPr/>
            </a:pPr>
            <a:endParaRPr lang="de-DE"/>
          </a:p>
        </p:txBody>
      </p:sp>
      <p:sp>
        <p:nvSpPr>
          <p:cNvPr id="28" name="Freeform 10"/>
          <p:cNvSpPr/>
          <p:nvPr userDrawn="1"/>
        </p:nvSpPr>
        <p:spPr bwMode="auto">
          <a:xfrm rot="-2487859">
            <a:off x="1742939" y="-107165"/>
            <a:ext cx="1763767" cy="1494391"/>
          </a:xfrm>
          <a:custGeom>
            <a:avLst/>
            <a:gdLst/>
            <a:ahLst/>
            <a:cxnLst/>
            <a:rect l="l" t="t" r="r" b="b"/>
            <a:pathLst>
              <a:path w="1763767" h="1494392" extrusionOk="0">
                <a:moveTo>
                  <a:pt x="0" y="0"/>
                </a:moveTo>
                <a:lnTo>
                  <a:pt x="1763767" y="0"/>
                </a:lnTo>
                <a:lnTo>
                  <a:pt x="1763767" y="1494392"/>
                </a:lnTo>
                <a:lnTo>
                  <a:pt x="0" y="1494392"/>
                </a:lnTo>
                <a:lnTo>
                  <a:pt x="0" y="0"/>
                </a:lnTo>
                <a:close/>
              </a:path>
            </a:pathLst>
          </a:custGeom>
          <a:blipFill>
            <a:blip r:embed="rId6"/>
            <a:stretch/>
          </a:blipFill>
        </p:spPr>
        <p:txBody>
          <a:bodyPr/>
          <a:lstStyle/>
          <a:p>
            <a:pPr>
              <a:defRPr/>
            </a:pPr>
            <a:endParaRPr lang="de-DE"/>
          </a:p>
        </p:txBody>
      </p:sp>
      <p:sp>
        <p:nvSpPr>
          <p:cNvPr id="29" name="Freeform 11"/>
          <p:cNvSpPr/>
          <p:nvPr userDrawn="1"/>
        </p:nvSpPr>
        <p:spPr bwMode="auto">
          <a:xfrm rot="1296289">
            <a:off x="-1078000" y="5865358"/>
            <a:ext cx="2430280" cy="2059110"/>
          </a:xfrm>
          <a:custGeom>
            <a:avLst/>
            <a:gdLst/>
            <a:ahLst/>
            <a:cxnLst/>
            <a:rect l="l" t="t" r="r" b="b"/>
            <a:pathLst>
              <a:path w="2430280" h="2059110" extrusionOk="0">
                <a:moveTo>
                  <a:pt x="0" y="0"/>
                </a:moveTo>
                <a:lnTo>
                  <a:pt x="2430281" y="0"/>
                </a:lnTo>
                <a:lnTo>
                  <a:pt x="2430281" y="2059110"/>
                </a:lnTo>
                <a:lnTo>
                  <a:pt x="0" y="2059110"/>
                </a:lnTo>
                <a:lnTo>
                  <a:pt x="0" y="0"/>
                </a:lnTo>
                <a:close/>
              </a:path>
            </a:pathLst>
          </a:custGeom>
          <a:blipFill>
            <a:blip r:embed="rId6"/>
            <a:stretch/>
          </a:blipFill>
        </p:spPr>
        <p:txBody>
          <a:bodyPr/>
          <a:lstStyle/>
          <a:p>
            <a:pPr>
              <a:defRPr/>
            </a:pPr>
            <a:endParaRPr lang="de-DE"/>
          </a:p>
        </p:txBody>
      </p:sp>
      <p:sp>
        <p:nvSpPr>
          <p:cNvPr id="30" name="Freeform 12"/>
          <p:cNvSpPr/>
          <p:nvPr userDrawn="1"/>
        </p:nvSpPr>
        <p:spPr bwMode="auto">
          <a:xfrm rot="1597264">
            <a:off x="17342788" y="1208544"/>
            <a:ext cx="1939168" cy="1805189"/>
          </a:xfrm>
          <a:custGeom>
            <a:avLst/>
            <a:gdLst/>
            <a:ahLst/>
            <a:cxnLst/>
            <a:rect l="l" t="t" r="r" b="b"/>
            <a:pathLst>
              <a:path w="1939168" h="1805189" extrusionOk="0">
                <a:moveTo>
                  <a:pt x="0" y="0"/>
                </a:moveTo>
                <a:lnTo>
                  <a:pt x="1939169" y="0"/>
                </a:lnTo>
                <a:lnTo>
                  <a:pt x="1939169" y="1805189"/>
                </a:lnTo>
                <a:lnTo>
                  <a:pt x="0" y="1805189"/>
                </a:lnTo>
                <a:lnTo>
                  <a:pt x="0" y="0"/>
                </a:lnTo>
                <a:close/>
              </a:path>
            </a:pathLst>
          </a:custGeom>
          <a:blipFill>
            <a:blip r:embed="rId5"/>
            <a:stretch/>
          </a:blipFill>
        </p:spPr>
        <p:txBody>
          <a:bodyPr/>
          <a:lstStyle/>
          <a:p>
            <a:pPr>
              <a:defRPr/>
            </a:pPr>
            <a:endParaRPr lang="de-DE"/>
          </a:p>
        </p:txBody>
      </p:sp>
      <p:sp>
        <p:nvSpPr>
          <p:cNvPr id="31" name="Freeform 5"/>
          <p:cNvSpPr/>
          <p:nvPr userDrawn="1"/>
        </p:nvSpPr>
        <p:spPr bwMode="auto">
          <a:xfrm rot="7999432">
            <a:off x="17045216" y="6735395"/>
            <a:ext cx="2797974" cy="2535765"/>
          </a:xfrm>
          <a:custGeom>
            <a:avLst/>
            <a:gdLst/>
            <a:ahLst/>
            <a:cxnLst/>
            <a:rect l="l" t="t" r="r" b="b"/>
            <a:pathLst>
              <a:path w="2085371" h="2032289" extrusionOk="0">
                <a:moveTo>
                  <a:pt x="0" y="0"/>
                </a:moveTo>
                <a:lnTo>
                  <a:pt x="2085371" y="0"/>
                </a:lnTo>
                <a:lnTo>
                  <a:pt x="2085371" y="2032289"/>
                </a:lnTo>
                <a:lnTo>
                  <a:pt x="0" y="2032289"/>
                </a:lnTo>
                <a:lnTo>
                  <a:pt x="0" y="0"/>
                </a:lnTo>
                <a:close/>
              </a:path>
            </a:pathLst>
          </a:custGeom>
          <a:blipFill>
            <a:blip r:embed="rId4"/>
            <a:stretch/>
          </a:blipFill>
        </p:spPr>
        <p:txBody>
          <a:bodyPr/>
          <a:lstStyle/>
          <a:p>
            <a:pPr>
              <a:defRPr/>
            </a:pPr>
            <a:endParaRPr lang="de-DE"/>
          </a:p>
        </p:txBody>
      </p:sp>
      <p:sp>
        <p:nvSpPr>
          <p:cNvPr id="32" name="Freeform 7"/>
          <p:cNvSpPr/>
          <p:nvPr userDrawn="1"/>
        </p:nvSpPr>
        <p:spPr bwMode="auto">
          <a:xfrm rot="7860678">
            <a:off x="16251956" y="8185607"/>
            <a:ext cx="2243704" cy="2088684"/>
          </a:xfrm>
          <a:custGeom>
            <a:avLst/>
            <a:gdLst/>
            <a:ahLst/>
            <a:cxnLst/>
            <a:rect l="l" t="t" r="r" b="b"/>
            <a:pathLst>
              <a:path w="2243704" h="2088684" extrusionOk="0">
                <a:moveTo>
                  <a:pt x="0" y="0"/>
                </a:moveTo>
                <a:lnTo>
                  <a:pt x="2243704" y="0"/>
                </a:lnTo>
                <a:lnTo>
                  <a:pt x="2243704" y="2088684"/>
                </a:lnTo>
                <a:lnTo>
                  <a:pt x="0" y="2088684"/>
                </a:lnTo>
                <a:lnTo>
                  <a:pt x="0" y="0"/>
                </a:lnTo>
                <a:close/>
              </a:path>
            </a:pathLst>
          </a:custGeom>
          <a:blipFill>
            <a:blip r:embed="rId5"/>
            <a:stretch/>
          </a:blipFill>
        </p:spPr>
        <p:txBody>
          <a:bodyPr/>
          <a:lstStyle/>
          <a:p>
            <a:pPr>
              <a:defRPr/>
            </a:pPr>
            <a:endParaRPr lang="de-DE"/>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PhAnim="0" preserve="1" userDrawn="1">
  <p:cSld name="Bild mit Überschrift">
    <p:spTree>
      <p:nvGrpSpPr>
        <p:cNvPr id="1" name=""/>
        <p:cNvGrpSpPr/>
        <p:nvPr/>
      </p:nvGrpSpPr>
      <p:grpSpPr bwMode="auto">
        <a:xfrm>
          <a:off x="0" y="0"/>
          <a:ext cx="0" cy="0"/>
          <a:chOff x="0" y="0"/>
          <a:chExt cx="0" cy="0"/>
        </a:xfrm>
      </p:grpSpPr>
      <p:sp>
        <p:nvSpPr>
          <p:cNvPr id="3" name="Bildplatzhalter 2"/>
          <p:cNvSpPr>
            <a:spLocks noGrp="1"/>
          </p:cNvSpPr>
          <p:nvPr>
            <p:ph type="pic" idx="1"/>
          </p:nvPr>
        </p:nvSpPr>
        <p:spPr bwMode="auto">
          <a:xfrm>
            <a:off x="7775575" y="1481138"/>
            <a:ext cx="8568424" cy="7310437"/>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a:defRPr/>
            </a:pPr>
            <a:endParaRPr lang="de-DE"/>
          </a:p>
        </p:txBody>
      </p:sp>
      <p:sp>
        <p:nvSpPr>
          <p:cNvPr id="8" name="Freeform 2"/>
          <p:cNvSpPr/>
          <p:nvPr userDrawn="1"/>
        </p:nvSpPr>
        <p:spPr bwMode="auto">
          <a:xfrm>
            <a:off x="-988817" y="7307032"/>
            <a:ext cx="2499164" cy="2394654"/>
          </a:xfrm>
          <a:custGeom>
            <a:avLst/>
            <a:gdLst/>
            <a:ahLst/>
            <a:cxnLst/>
            <a:rect l="l" t="t" r="r" b="b"/>
            <a:pathLst>
              <a:path w="2499164" h="2394654" extrusionOk="0">
                <a:moveTo>
                  <a:pt x="0" y="0"/>
                </a:moveTo>
                <a:lnTo>
                  <a:pt x="2499165" y="0"/>
                </a:lnTo>
                <a:lnTo>
                  <a:pt x="2499165" y="2394654"/>
                </a:lnTo>
                <a:lnTo>
                  <a:pt x="0" y="2394654"/>
                </a:lnTo>
                <a:lnTo>
                  <a:pt x="0" y="0"/>
                </a:lnTo>
                <a:close/>
              </a:path>
            </a:pathLst>
          </a:custGeom>
          <a:blipFill>
            <a:blip r:embed="rId2"/>
            <a:stretch/>
          </a:blipFill>
        </p:spPr>
        <p:txBody>
          <a:bodyPr/>
          <a:lstStyle/>
          <a:p>
            <a:pPr>
              <a:defRPr/>
            </a:pPr>
            <a:endParaRPr lang="de-DE"/>
          </a:p>
        </p:txBody>
      </p:sp>
      <p:sp>
        <p:nvSpPr>
          <p:cNvPr id="9" name="Freeform 3"/>
          <p:cNvSpPr/>
          <p:nvPr userDrawn="1"/>
        </p:nvSpPr>
        <p:spPr bwMode="auto">
          <a:xfrm rot="4680788">
            <a:off x="16257418" y="8270982"/>
            <a:ext cx="2635834" cy="2525609"/>
          </a:xfrm>
          <a:custGeom>
            <a:avLst/>
            <a:gdLst/>
            <a:ahLst/>
            <a:cxnLst/>
            <a:rect l="l" t="t" r="r" b="b"/>
            <a:pathLst>
              <a:path w="2635834" h="2525609" extrusionOk="0">
                <a:moveTo>
                  <a:pt x="0" y="0"/>
                </a:moveTo>
                <a:lnTo>
                  <a:pt x="2635835" y="0"/>
                </a:lnTo>
                <a:lnTo>
                  <a:pt x="2635835" y="2525608"/>
                </a:lnTo>
                <a:lnTo>
                  <a:pt x="0" y="2525608"/>
                </a:lnTo>
                <a:lnTo>
                  <a:pt x="0" y="0"/>
                </a:lnTo>
                <a:close/>
              </a:path>
            </a:pathLst>
          </a:custGeom>
          <a:blipFill>
            <a:blip r:embed="rId2"/>
            <a:stretch/>
          </a:blipFill>
        </p:spPr>
        <p:txBody>
          <a:bodyPr/>
          <a:lstStyle/>
          <a:p>
            <a:pPr>
              <a:defRPr/>
            </a:pPr>
            <a:endParaRPr lang="de-DE"/>
          </a:p>
        </p:txBody>
      </p:sp>
      <p:sp>
        <p:nvSpPr>
          <p:cNvPr id="11" name="Freeform 5"/>
          <p:cNvSpPr/>
          <p:nvPr userDrawn="1"/>
        </p:nvSpPr>
        <p:spPr bwMode="auto">
          <a:xfrm>
            <a:off x="-344695" y="-103733"/>
            <a:ext cx="2797974" cy="2535765"/>
          </a:xfrm>
          <a:custGeom>
            <a:avLst/>
            <a:gdLst/>
            <a:ahLst/>
            <a:cxnLst/>
            <a:rect l="l" t="t" r="r" b="b"/>
            <a:pathLst>
              <a:path w="2085371" h="2032289" extrusionOk="0">
                <a:moveTo>
                  <a:pt x="0" y="0"/>
                </a:moveTo>
                <a:lnTo>
                  <a:pt x="2085371" y="0"/>
                </a:lnTo>
                <a:lnTo>
                  <a:pt x="2085371" y="2032289"/>
                </a:lnTo>
                <a:lnTo>
                  <a:pt x="0" y="2032289"/>
                </a:lnTo>
                <a:lnTo>
                  <a:pt x="0" y="0"/>
                </a:lnTo>
                <a:close/>
              </a:path>
            </a:pathLst>
          </a:custGeom>
          <a:blipFill>
            <a:blip r:embed="rId3"/>
            <a:stretch/>
          </a:blipFill>
        </p:spPr>
        <p:txBody>
          <a:bodyPr/>
          <a:lstStyle/>
          <a:p>
            <a:pPr>
              <a:defRPr/>
            </a:pPr>
            <a:endParaRPr lang="de-DE"/>
          </a:p>
        </p:txBody>
      </p:sp>
      <p:sp>
        <p:nvSpPr>
          <p:cNvPr id="12" name="Freeform 6"/>
          <p:cNvSpPr/>
          <p:nvPr userDrawn="1"/>
        </p:nvSpPr>
        <p:spPr bwMode="auto">
          <a:xfrm rot="7860678">
            <a:off x="184890" y="170766"/>
            <a:ext cx="1600955" cy="1490343"/>
          </a:xfrm>
          <a:custGeom>
            <a:avLst/>
            <a:gdLst/>
            <a:ahLst/>
            <a:cxnLst/>
            <a:rect l="l" t="t" r="r" b="b"/>
            <a:pathLst>
              <a:path w="1600955" h="1490343" extrusionOk="0">
                <a:moveTo>
                  <a:pt x="0" y="0"/>
                </a:moveTo>
                <a:lnTo>
                  <a:pt x="1600954" y="0"/>
                </a:lnTo>
                <a:lnTo>
                  <a:pt x="1600954" y="1490343"/>
                </a:lnTo>
                <a:lnTo>
                  <a:pt x="0" y="1490343"/>
                </a:lnTo>
                <a:lnTo>
                  <a:pt x="0" y="0"/>
                </a:lnTo>
                <a:close/>
              </a:path>
            </a:pathLst>
          </a:custGeom>
          <a:blipFill>
            <a:blip r:embed="rId4"/>
            <a:stretch/>
          </a:blipFill>
        </p:spPr>
        <p:txBody>
          <a:bodyPr/>
          <a:lstStyle/>
          <a:p>
            <a:pPr>
              <a:defRPr/>
            </a:pPr>
            <a:endParaRPr lang="de-DE"/>
          </a:p>
        </p:txBody>
      </p:sp>
      <p:sp>
        <p:nvSpPr>
          <p:cNvPr id="14" name="Freeform 8"/>
          <p:cNvSpPr/>
          <p:nvPr userDrawn="1"/>
        </p:nvSpPr>
        <p:spPr bwMode="auto">
          <a:xfrm rot="-458312">
            <a:off x="16929227" y="-285243"/>
            <a:ext cx="3155791" cy="3843267"/>
          </a:xfrm>
          <a:custGeom>
            <a:avLst/>
            <a:gdLst/>
            <a:ahLst/>
            <a:cxnLst/>
            <a:rect l="l" t="t" r="r" b="b"/>
            <a:pathLst>
              <a:path w="3155791" h="3023821" extrusionOk="0">
                <a:moveTo>
                  <a:pt x="0" y="0"/>
                </a:moveTo>
                <a:lnTo>
                  <a:pt x="3155790" y="0"/>
                </a:lnTo>
                <a:lnTo>
                  <a:pt x="3155790" y="3023821"/>
                </a:lnTo>
                <a:lnTo>
                  <a:pt x="0" y="3023821"/>
                </a:lnTo>
                <a:lnTo>
                  <a:pt x="0" y="0"/>
                </a:lnTo>
                <a:close/>
              </a:path>
            </a:pathLst>
          </a:custGeom>
          <a:blipFill>
            <a:blip r:embed="rId2"/>
            <a:stretch/>
          </a:blipFill>
        </p:spPr>
        <p:txBody>
          <a:bodyPr/>
          <a:lstStyle/>
          <a:p>
            <a:pPr>
              <a:defRPr/>
            </a:pPr>
            <a:endParaRPr lang="de-DE"/>
          </a:p>
        </p:txBody>
      </p:sp>
      <p:sp>
        <p:nvSpPr>
          <p:cNvPr id="15" name="Freeform 9"/>
          <p:cNvSpPr/>
          <p:nvPr userDrawn="1"/>
        </p:nvSpPr>
        <p:spPr bwMode="auto">
          <a:xfrm rot="1296289">
            <a:off x="15429160" y="-255544"/>
            <a:ext cx="2265599" cy="1919581"/>
          </a:xfrm>
          <a:custGeom>
            <a:avLst/>
            <a:gdLst/>
            <a:ahLst/>
            <a:cxnLst/>
            <a:rect l="l" t="t" r="r" b="b"/>
            <a:pathLst>
              <a:path w="2265599" h="1919581" extrusionOk="0">
                <a:moveTo>
                  <a:pt x="0" y="0"/>
                </a:moveTo>
                <a:lnTo>
                  <a:pt x="2265600" y="0"/>
                </a:lnTo>
                <a:lnTo>
                  <a:pt x="2265600" y="1919581"/>
                </a:lnTo>
                <a:lnTo>
                  <a:pt x="0" y="1919581"/>
                </a:lnTo>
                <a:lnTo>
                  <a:pt x="0" y="0"/>
                </a:lnTo>
                <a:close/>
              </a:path>
            </a:pathLst>
          </a:custGeom>
          <a:blipFill>
            <a:blip r:embed="rId5"/>
            <a:stretch/>
          </a:blipFill>
        </p:spPr>
        <p:txBody>
          <a:bodyPr/>
          <a:lstStyle/>
          <a:p>
            <a:pPr>
              <a:defRPr/>
            </a:pPr>
            <a:endParaRPr lang="de-DE"/>
          </a:p>
        </p:txBody>
      </p:sp>
      <p:sp>
        <p:nvSpPr>
          <p:cNvPr id="16" name="Freeform 10"/>
          <p:cNvSpPr/>
          <p:nvPr userDrawn="1"/>
        </p:nvSpPr>
        <p:spPr bwMode="auto">
          <a:xfrm rot="-2487859">
            <a:off x="1742939" y="-107165"/>
            <a:ext cx="1763767" cy="1494391"/>
          </a:xfrm>
          <a:custGeom>
            <a:avLst/>
            <a:gdLst/>
            <a:ahLst/>
            <a:cxnLst/>
            <a:rect l="l" t="t" r="r" b="b"/>
            <a:pathLst>
              <a:path w="1763767" h="1494392" extrusionOk="0">
                <a:moveTo>
                  <a:pt x="0" y="0"/>
                </a:moveTo>
                <a:lnTo>
                  <a:pt x="1763767" y="0"/>
                </a:lnTo>
                <a:lnTo>
                  <a:pt x="1763767" y="1494392"/>
                </a:lnTo>
                <a:lnTo>
                  <a:pt x="0" y="1494392"/>
                </a:lnTo>
                <a:lnTo>
                  <a:pt x="0" y="0"/>
                </a:lnTo>
                <a:close/>
              </a:path>
            </a:pathLst>
          </a:custGeom>
          <a:blipFill>
            <a:blip r:embed="rId5"/>
            <a:stretch/>
          </a:blipFill>
        </p:spPr>
        <p:txBody>
          <a:bodyPr/>
          <a:lstStyle/>
          <a:p>
            <a:pPr>
              <a:defRPr/>
            </a:pPr>
            <a:endParaRPr lang="de-DE"/>
          </a:p>
        </p:txBody>
      </p:sp>
      <p:sp>
        <p:nvSpPr>
          <p:cNvPr id="17" name="Freeform 11"/>
          <p:cNvSpPr/>
          <p:nvPr userDrawn="1"/>
        </p:nvSpPr>
        <p:spPr bwMode="auto">
          <a:xfrm rot="1296289">
            <a:off x="-1078000" y="5865358"/>
            <a:ext cx="2430280" cy="2059110"/>
          </a:xfrm>
          <a:custGeom>
            <a:avLst/>
            <a:gdLst/>
            <a:ahLst/>
            <a:cxnLst/>
            <a:rect l="l" t="t" r="r" b="b"/>
            <a:pathLst>
              <a:path w="2430280" h="2059110" extrusionOk="0">
                <a:moveTo>
                  <a:pt x="0" y="0"/>
                </a:moveTo>
                <a:lnTo>
                  <a:pt x="2430281" y="0"/>
                </a:lnTo>
                <a:lnTo>
                  <a:pt x="2430281" y="2059110"/>
                </a:lnTo>
                <a:lnTo>
                  <a:pt x="0" y="2059110"/>
                </a:lnTo>
                <a:lnTo>
                  <a:pt x="0" y="0"/>
                </a:lnTo>
                <a:close/>
              </a:path>
            </a:pathLst>
          </a:custGeom>
          <a:blipFill>
            <a:blip r:embed="rId5"/>
            <a:stretch/>
          </a:blipFill>
        </p:spPr>
        <p:txBody>
          <a:bodyPr/>
          <a:lstStyle/>
          <a:p>
            <a:pPr>
              <a:defRPr/>
            </a:pPr>
            <a:endParaRPr lang="de-DE"/>
          </a:p>
        </p:txBody>
      </p:sp>
      <p:sp>
        <p:nvSpPr>
          <p:cNvPr id="18" name="Freeform 12"/>
          <p:cNvSpPr/>
          <p:nvPr userDrawn="1"/>
        </p:nvSpPr>
        <p:spPr bwMode="auto">
          <a:xfrm rot="1597264">
            <a:off x="17342788" y="1208544"/>
            <a:ext cx="1939168" cy="1805189"/>
          </a:xfrm>
          <a:custGeom>
            <a:avLst/>
            <a:gdLst/>
            <a:ahLst/>
            <a:cxnLst/>
            <a:rect l="l" t="t" r="r" b="b"/>
            <a:pathLst>
              <a:path w="1939168" h="1805189" extrusionOk="0">
                <a:moveTo>
                  <a:pt x="0" y="0"/>
                </a:moveTo>
                <a:lnTo>
                  <a:pt x="1939169" y="0"/>
                </a:lnTo>
                <a:lnTo>
                  <a:pt x="1939169" y="1805189"/>
                </a:lnTo>
                <a:lnTo>
                  <a:pt x="0" y="1805189"/>
                </a:lnTo>
                <a:lnTo>
                  <a:pt x="0" y="0"/>
                </a:lnTo>
                <a:close/>
              </a:path>
            </a:pathLst>
          </a:custGeom>
          <a:blipFill>
            <a:blip r:embed="rId4"/>
            <a:stretch/>
          </a:blipFill>
        </p:spPr>
        <p:txBody>
          <a:bodyPr/>
          <a:lstStyle/>
          <a:p>
            <a:pPr>
              <a:defRPr/>
            </a:pPr>
            <a:endParaRPr lang="de-DE"/>
          </a:p>
        </p:txBody>
      </p:sp>
      <p:sp>
        <p:nvSpPr>
          <p:cNvPr id="19" name="Freeform 13"/>
          <p:cNvSpPr/>
          <p:nvPr userDrawn="1"/>
        </p:nvSpPr>
        <p:spPr bwMode="auto">
          <a:xfrm>
            <a:off x="7687907" y="30602"/>
            <a:ext cx="2912186" cy="1012162"/>
          </a:xfrm>
          <a:custGeom>
            <a:avLst/>
            <a:gdLst/>
            <a:ahLst/>
            <a:cxnLst/>
            <a:rect l="l" t="t" r="r" b="b"/>
            <a:pathLst>
              <a:path w="2912186" h="1012162" extrusionOk="0">
                <a:moveTo>
                  <a:pt x="0" y="0"/>
                </a:moveTo>
                <a:lnTo>
                  <a:pt x="2912186" y="0"/>
                </a:lnTo>
                <a:lnTo>
                  <a:pt x="2912186" y="1012162"/>
                </a:lnTo>
                <a:lnTo>
                  <a:pt x="0" y="1012162"/>
                </a:lnTo>
                <a:lnTo>
                  <a:pt x="0" y="0"/>
                </a:lnTo>
                <a:close/>
              </a:path>
            </a:pathLst>
          </a:custGeom>
          <a:blipFill>
            <a:blip r:embed="rId6"/>
            <a:stretch/>
          </a:blipFill>
        </p:spPr>
        <p:txBody>
          <a:bodyPr/>
          <a:lstStyle/>
          <a:p>
            <a:pPr>
              <a:defRPr/>
            </a:pPr>
            <a:endParaRPr lang="de-DE"/>
          </a:p>
        </p:txBody>
      </p:sp>
      <p:sp>
        <p:nvSpPr>
          <p:cNvPr id="20" name="Titel 1"/>
          <p:cNvSpPr txBox="1"/>
          <p:nvPr userDrawn="1"/>
        </p:nvSpPr>
        <p:spPr bwMode="auto">
          <a:xfrm>
            <a:off x="1944000" y="1481138"/>
            <a:ext cx="5235566" cy="1260000"/>
          </a:xfrm>
          <a:prstGeom prst="rect">
            <a:avLst/>
          </a:prstGeom>
        </p:spPr>
        <p:txBody>
          <a:bodyPr vert="horz" lIns="91440" tIns="45720" rIns="91440" bIns="45720" rtlCol="0" anchor="b">
            <a:normAutofit/>
          </a:bodyPr>
          <a:lstStyle>
            <a:lvl1pPr algn="l" defTabSz="914400">
              <a:lnSpc>
                <a:spcPct val="90000"/>
              </a:lnSpc>
              <a:spcBef>
                <a:spcPts val="0"/>
              </a:spcBef>
              <a:buNone/>
              <a:defRPr sz="3200">
                <a:solidFill>
                  <a:schemeClr val="tx1"/>
                </a:solidFill>
                <a:latin typeface="+mj-lt"/>
                <a:ea typeface="+mj-ea"/>
                <a:cs typeface="+mj-cs"/>
              </a:defRPr>
            </a:lvl1pPr>
          </a:lstStyle>
          <a:p>
            <a:pPr>
              <a:defRPr/>
            </a:pPr>
            <a:r>
              <a:rPr lang="de-DE"/>
              <a:t>Überschrift</a:t>
            </a:r>
            <a:endParaRPr/>
          </a:p>
        </p:txBody>
      </p:sp>
      <p:sp>
        <p:nvSpPr>
          <p:cNvPr id="22" name="Textplatzhalter 3"/>
          <p:cNvSpPr>
            <a:spLocks noGrp="1"/>
          </p:cNvSpPr>
          <p:nvPr>
            <p:ph type="body" sz="half" idx="11"/>
          </p:nvPr>
        </p:nvSpPr>
        <p:spPr bwMode="auto">
          <a:xfrm>
            <a:off x="1944000" y="3086100"/>
            <a:ext cx="5214038" cy="5718175"/>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defRPr/>
            </a:pPr>
            <a:r>
              <a:rPr lang="de-DE"/>
              <a:t>Mastertextformat bearbeiten</a:t>
            </a:r>
            <a:endParaRPr/>
          </a:p>
        </p:txBody>
      </p:sp>
      <p:sp>
        <p:nvSpPr>
          <p:cNvPr id="24" name="Freeform 5"/>
          <p:cNvSpPr/>
          <p:nvPr userDrawn="1"/>
        </p:nvSpPr>
        <p:spPr bwMode="auto">
          <a:xfrm rot="7999432">
            <a:off x="17045216" y="6735395"/>
            <a:ext cx="2797974" cy="2535765"/>
          </a:xfrm>
          <a:custGeom>
            <a:avLst/>
            <a:gdLst/>
            <a:ahLst/>
            <a:cxnLst/>
            <a:rect l="l" t="t" r="r" b="b"/>
            <a:pathLst>
              <a:path w="2085371" h="2032289" extrusionOk="0">
                <a:moveTo>
                  <a:pt x="0" y="0"/>
                </a:moveTo>
                <a:lnTo>
                  <a:pt x="2085371" y="0"/>
                </a:lnTo>
                <a:lnTo>
                  <a:pt x="2085371" y="2032289"/>
                </a:lnTo>
                <a:lnTo>
                  <a:pt x="0" y="2032289"/>
                </a:lnTo>
                <a:lnTo>
                  <a:pt x="0" y="0"/>
                </a:lnTo>
                <a:close/>
              </a:path>
            </a:pathLst>
          </a:custGeom>
          <a:blipFill>
            <a:blip r:embed="rId3"/>
            <a:stretch/>
          </a:blipFill>
        </p:spPr>
        <p:txBody>
          <a:bodyPr/>
          <a:lstStyle/>
          <a:p>
            <a:pPr>
              <a:defRPr/>
            </a:pPr>
            <a:endParaRPr lang="de-DE"/>
          </a:p>
        </p:txBody>
      </p:sp>
      <p:sp>
        <p:nvSpPr>
          <p:cNvPr id="13" name="Freeform 7"/>
          <p:cNvSpPr/>
          <p:nvPr userDrawn="1"/>
        </p:nvSpPr>
        <p:spPr bwMode="auto">
          <a:xfrm rot="7860678">
            <a:off x="16251956" y="8185607"/>
            <a:ext cx="2243704" cy="2088684"/>
          </a:xfrm>
          <a:custGeom>
            <a:avLst/>
            <a:gdLst/>
            <a:ahLst/>
            <a:cxnLst/>
            <a:rect l="l" t="t" r="r" b="b"/>
            <a:pathLst>
              <a:path w="2243704" h="2088684" extrusionOk="0">
                <a:moveTo>
                  <a:pt x="0" y="0"/>
                </a:moveTo>
                <a:lnTo>
                  <a:pt x="2243704" y="0"/>
                </a:lnTo>
                <a:lnTo>
                  <a:pt x="2243704" y="2088684"/>
                </a:lnTo>
                <a:lnTo>
                  <a:pt x="0" y="2088684"/>
                </a:lnTo>
                <a:lnTo>
                  <a:pt x="0" y="0"/>
                </a:lnTo>
                <a:close/>
              </a:path>
            </a:pathLst>
          </a:custGeom>
          <a:blipFill>
            <a:blip r:embed="rId4"/>
            <a:stretch/>
          </a:blipFill>
        </p:spPr>
        <p:txBody>
          <a:bodyPr/>
          <a:lstStyle/>
          <a:p>
            <a:pPr>
              <a:defRPr/>
            </a:pPr>
            <a:endParaRPr lang="de-DE"/>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showMasterPhAnim="0" preserve="1" userDrawn="1">
  <p:cSld name="Fragen">
    <p:spTree>
      <p:nvGrpSpPr>
        <p:cNvPr id="1" name=""/>
        <p:cNvGrpSpPr/>
        <p:nvPr/>
      </p:nvGrpSpPr>
      <p:grpSpPr bwMode="auto">
        <a:xfrm>
          <a:off x="0" y="0"/>
          <a:ext cx="0" cy="0"/>
          <a:chOff x="0" y="0"/>
          <a:chExt cx="0" cy="0"/>
        </a:xfrm>
      </p:grpSpPr>
      <p:sp>
        <p:nvSpPr>
          <p:cNvPr id="4" name="Rechteck 3"/>
          <p:cNvSpPr/>
          <p:nvPr userDrawn="1"/>
        </p:nvSpPr>
        <p:spPr bwMode="auto">
          <a:xfrm>
            <a:off x="2186282" y="2403128"/>
            <a:ext cx="13716000" cy="6237933"/>
          </a:xfrm>
          <a:prstGeom prst="rect">
            <a:avLst/>
          </a:prstGeom>
          <a:solidFill>
            <a:schemeClr val="accent4">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defRPr/>
            </a:pPr>
            <a:endParaRPr lang="de-DE"/>
          </a:p>
        </p:txBody>
      </p:sp>
      <p:sp>
        <p:nvSpPr>
          <p:cNvPr id="2" name="Titel 1"/>
          <p:cNvSpPr>
            <a:spLocks noGrp="1"/>
          </p:cNvSpPr>
          <p:nvPr>
            <p:ph type="ctrTitle" hasCustomPrompt="1"/>
          </p:nvPr>
        </p:nvSpPr>
        <p:spPr bwMode="auto">
          <a:xfrm>
            <a:off x="2205643" y="2410767"/>
            <a:ext cx="13716000" cy="6230294"/>
          </a:xfrm>
        </p:spPr>
        <p:txBody>
          <a:bodyPr anchor="ctr"/>
          <a:lstStyle>
            <a:lvl1pPr algn="ctr">
              <a:defRPr sz="6000"/>
            </a:lvl1pPr>
          </a:lstStyle>
          <a:p>
            <a:pPr>
              <a:defRPr/>
            </a:pPr>
            <a:r>
              <a:rPr lang="de-DE"/>
              <a:t>Gibt es offene Fragen?</a:t>
            </a:r>
            <a:endParaRPr/>
          </a:p>
        </p:txBody>
      </p:sp>
      <p:sp>
        <p:nvSpPr>
          <p:cNvPr id="7" name="Freeform 2"/>
          <p:cNvSpPr/>
          <p:nvPr userDrawn="1"/>
        </p:nvSpPr>
        <p:spPr bwMode="auto">
          <a:xfrm>
            <a:off x="-1263092" y="4204093"/>
            <a:ext cx="2499164" cy="5514763"/>
          </a:xfrm>
          <a:custGeom>
            <a:avLst/>
            <a:gdLst/>
            <a:ahLst/>
            <a:cxnLst/>
            <a:rect l="l" t="t" r="r" b="b"/>
            <a:pathLst>
              <a:path w="2499164" h="2394654" extrusionOk="0">
                <a:moveTo>
                  <a:pt x="0" y="0"/>
                </a:moveTo>
                <a:lnTo>
                  <a:pt x="2499165" y="0"/>
                </a:lnTo>
                <a:lnTo>
                  <a:pt x="2499165" y="2394654"/>
                </a:lnTo>
                <a:lnTo>
                  <a:pt x="0" y="2394654"/>
                </a:lnTo>
                <a:lnTo>
                  <a:pt x="0" y="0"/>
                </a:lnTo>
                <a:close/>
              </a:path>
            </a:pathLst>
          </a:custGeom>
          <a:blipFill>
            <a:blip r:embed="rId2"/>
            <a:stretch/>
          </a:blipFill>
        </p:spPr>
        <p:txBody>
          <a:bodyPr/>
          <a:lstStyle/>
          <a:p>
            <a:pPr>
              <a:defRPr/>
            </a:pPr>
            <a:endParaRPr lang="de-DE"/>
          </a:p>
        </p:txBody>
      </p:sp>
      <p:sp>
        <p:nvSpPr>
          <p:cNvPr id="8" name="Freeform 3"/>
          <p:cNvSpPr/>
          <p:nvPr userDrawn="1"/>
        </p:nvSpPr>
        <p:spPr bwMode="auto">
          <a:xfrm rot="4680788">
            <a:off x="16257418" y="8270982"/>
            <a:ext cx="2635834" cy="2525609"/>
          </a:xfrm>
          <a:custGeom>
            <a:avLst/>
            <a:gdLst/>
            <a:ahLst/>
            <a:cxnLst/>
            <a:rect l="l" t="t" r="r" b="b"/>
            <a:pathLst>
              <a:path w="2635834" h="2525609" extrusionOk="0">
                <a:moveTo>
                  <a:pt x="0" y="0"/>
                </a:moveTo>
                <a:lnTo>
                  <a:pt x="2635835" y="0"/>
                </a:lnTo>
                <a:lnTo>
                  <a:pt x="2635835" y="2525608"/>
                </a:lnTo>
                <a:lnTo>
                  <a:pt x="0" y="2525608"/>
                </a:lnTo>
                <a:lnTo>
                  <a:pt x="0" y="0"/>
                </a:lnTo>
                <a:close/>
              </a:path>
            </a:pathLst>
          </a:custGeom>
          <a:blipFill>
            <a:blip r:embed="rId2"/>
            <a:stretch/>
          </a:blipFill>
        </p:spPr>
        <p:txBody>
          <a:bodyPr/>
          <a:lstStyle/>
          <a:p>
            <a:pPr>
              <a:defRPr/>
            </a:pPr>
            <a:endParaRPr lang="de-DE"/>
          </a:p>
        </p:txBody>
      </p:sp>
      <p:sp>
        <p:nvSpPr>
          <p:cNvPr id="9" name="Freeform 4"/>
          <p:cNvSpPr/>
          <p:nvPr userDrawn="1"/>
        </p:nvSpPr>
        <p:spPr bwMode="auto">
          <a:xfrm>
            <a:off x="15433702" y="7133471"/>
            <a:ext cx="3505909" cy="3416667"/>
          </a:xfrm>
          <a:custGeom>
            <a:avLst/>
            <a:gdLst/>
            <a:ahLst/>
            <a:cxnLst/>
            <a:rect l="l" t="t" r="r" b="b"/>
            <a:pathLst>
              <a:path w="3505909" h="3416667" extrusionOk="0">
                <a:moveTo>
                  <a:pt x="0" y="0"/>
                </a:moveTo>
                <a:lnTo>
                  <a:pt x="3505909" y="0"/>
                </a:lnTo>
                <a:lnTo>
                  <a:pt x="3505909" y="3416668"/>
                </a:lnTo>
                <a:lnTo>
                  <a:pt x="0" y="3416668"/>
                </a:lnTo>
                <a:lnTo>
                  <a:pt x="0" y="0"/>
                </a:lnTo>
                <a:close/>
              </a:path>
            </a:pathLst>
          </a:custGeom>
          <a:blipFill>
            <a:blip r:embed="rId3"/>
            <a:stretch/>
          </a:blipFill>
        </p:spPr>
        <p:txBody>
          <a:bodyPr/>
          <a:lstStyle/>
          <a:p>
            <a:pPr>
              <a:defRPr/>
            </a:pPr>
            <a:endParaRPr lang="de-DE"/>
          </a:p>
        </p:txBody>
      </p:sp>
      <p:sp>
        <p:nvSpPr>
          <p:cNvPr id="10" name="Freeform 5"/>
          <p:cNvSpPr/>
          <p:nvPr userDrawn="1"/>
        </p:nvSpPr>
        <p:spPr bwMode="auto">
          <a:xfrm>
            <a:off x="-241193" y="146185"/>
            <a:ext cx="2813227" cy="2781862"/>
          </a:xfrm>
          <a:custGeom>
            <a:avLst/>
            <a:gdLst/>
            <a:ahLst/>
            <a:cxnLst/>
            <a:rect l="l" t="t" r="r" b="b"/>
            <a:pathLst>
              <a:path w="2085371" h="2032289" extrusionOk="0">
                <a:moveTo>
                  <a:pt x="0" y="0"/>
                </a:moveTo>
                <a:lnTo>
                  <a:pt x="2085371" y="0"/>
                </a:lnTo>
                <a:lnTo>
                  <a:pt x="2085371" y="2032289"/>
                </a:lnTo>
                <a:lnTo>
                  <a:pt x="0" y="2032289"/>
                </a:lnTo>
                <a:lnTo>
                  <a:pt x="0" y="0"/>
                </a:lnTo>
                <a:close/>
              </a:path>
            </a:pathLst>
          </a:custGeom>
          <a:blipFill>
            <a:blip r:embed="rId3"/>
            <a:stretch/>
          </a:blipFill>
        </p:spPr>
        <p:txBody>
          <a:bodyPr/>
          <a:lstStyle/>
          <a:p>
            <a:pPr>
              <a:defRPr/>
            </a:pPr>
            <a:endParaRPr lang="de-DE"/>
          </a:p>
        </p:txBody>
      </p:sp>
      <p:sp>
        <p:nvSpPr>
          <p:cNvPr id="11" name="Freeform 6"/>
          <p:cNvSpPr/>
          <p:nvPr userDrawn="1"/>
        </p:nvSpPr>
        <p:spPr bwMode="auto">
          <a:xfrm rot="7860678">
            <a:off x="63301" y="315707"/>
            <a:ext cx="1600955" cy="1490343"/>
          </a:xfrm>
          <a:custGeom>
            <a:avLst/>
            <a:gdLst/>
            <a:ahLst/>
            <a:cxnLst/>
            <a:rect l="l" t="t" r="r" b="b"/>
            <a:pathLst>
              <a:path w="1600955" h="1490343" extrusionOk="0">
                <a:moveTo>
                  <a:pt x="0" y="0"/>
                </a:moveTo>
                <a:lnTo>
                  <a:pt x="1600954" y="0"/>
                </a:lnTo>
                <a:lnTo>
                  <a:pt x="1600954" y="1490343"/>
                </a:lnTo>
                <a:lnTo>
                  <a:pt x="0" y="1490343"/>
                </a:lnTo>
                <a:lnTo>
                  <a:pt x="0" y="0"/>
                </a:lnTo>
                <a:close/>
              </a:path>
            </a:pathLst>
          </a:custGeom>
          <a:blipFill>
            <a:blip r:embed="rId4"/>
            <a:stretch/>
          </a:blipFill>
        </p:spPr>
        <p:txBody>
          <a:bodyPr/>
          <a:lstStyle/>
          <a:p>
            <a:pPr>
              <a:defRPr/>
            </a:pPr>
            <a:endParaRPr lang="de-DE"/>
          </a:p>
        </p:txBody>
      </p:sp>
      <p:sp>
        <p:nvSpPr>
          <p:cNvPr id="12" name="Freeform 7"/>
          <p:cNvSpPr/>
          <p:nvPr userDrawn="1"/>
        </p:nvSpPr>
        <p:spPr bwMode="auto">
          <a:xfrm rot="7860678">
            <a:off x="15930678" y="7382404"/>
            <a:ext cx="2243704" cy="2088684"/>
          </a:xfrm>
          <a:custGeom>
            <a:avLst/>
            <a:gdLst/>
            <a:ahLst/>
            <a:cxnLst/>
            <a:rect l="l" t="t" r="r" b="b"/>
            <a:pathLst>
              <a:path w="2243704" h="2088684" extrusionOk="0">
                <a:moveTo>
                  <a:pt x="0" y="0"/>
                </a:moveTo>
                <a:lnTo>
                  <a:pt x="2243704" y="0"/>
                </a:lnTo>
                <a:lnTo>
                  <a:pt x="2243704" y="2088684"/>
                </a:lnTo>
                <a:lnTo>
                  <a:pt x="0" y="2088684"/>
                </a:lnTo>
                <a:lnTo>
                  <a:pt x="0" y="0"/>
                </a:lnTo>
                <a:close/>
              </a:path>
            </a:pathLst>
          </a:custGeom>
          <a:blipFill>
            <a:blip r:embed="rId4"/>
            <a:stretch/>
          </a:blipFill>
        </p:spPr>
        <p:txBody>
          <a:bodyPr/>
          <a:lstStyle/>
          <a:p>
            <a:pPr>
              <a:defRPr/>
            </a:pPr>
            <a:endParaRPr lang="de-DE"/>
          </a:p>
        </p:txBody>
      </p:sp>
      <p:sp>
        <p:nvSpPr>
          <p:cNvPr id="13" name="Freeform 8"/>
          <p:cNvSpPr/>
          <p:nvPr userDrawn="1"/>
        </p:nvSpPr>
        <p:spPr bwMode="auto">
          <a:xfrm rot="-458312">
            <a:off x="16269322" y="-478677"/>
            <a:ext cx="3155791" cy="3023821"/>
          </a:xfrm>
          <a:custGeom>
            <a:avLst/>
            <a:gdLst/>
            <a:ahLst/>
            <a:cxnLst/>
            <a:rect l="l" t="t" r="r" b="b"/>
            <a:pathLst>
              <a:path w="3155791" h="3023821" extrusionOk="0">
                <a:moveTo>
                  <a:pt x="0" y="0"/>
                </a:moveTo>
                <a:lnTo>
                  <a:pt x="3155790" y="0"/>
                </a:lnTo>
                <a:lnTo>
                  <a:pt x="3155790" y="3023821"/>
                </a:lnTo>
                <a:lnTo>
                  <a:pt x="0" y="3023821"/>
                </a:lnTo>
                <a:lnTo>
                  <a:pt x="0" y="0"/>
                </a:lnTo>
                <a:close/>
              </a:path>
            </a:pathLst>
          </a:custGeom>
          <a:blipFill>
            <a:blip r:embed="rId2"/>
            <a:stretch/>
          </a:blipFill>
        </p:spPr>
        <p:txBody>
          <a:bodyPr/>
          <a:lstStyle/>
          <a:p>
            <a:pPr>
              <a:defRPr/>
            </a:pPr>
            <a:endParaRPr lang="de-DE"/>
          </a:p>
        </p:txBody>
      </p:sp>
      <p:sp>
        <p:nvSpPr>
          <p:cNvPr id="14" name="Freeform 9"/>
          <p:cNvSpPr/>
          <p:nvPr userDrawn="1"/>
        </p:nvSpPr>
        <p:spPr bwMode="auto">
          <a:xfrm rot="1296289">
            <a:off x="16320004" y="1512598"/>
            <a:ext cx="2265599" cy="1919581"/>
          </a:xfrm>
          <a:custGeom>
            <a:avLst/>
            <a:gdLst/>
            <a:ahLst/>
            <a:cxnLst/>
            <a:rect l="l" t="t" r="r" b="b"/>
            <a:pathLst>
              <a:path w="2265599" h="1919581" extrusionOk="0">
                <a:moveTo>
                  <a:pt x="0" y="0"/>
                </a:moveTo>
                <a:lnTo>
                  <a:pt x="2265600" y="0"/>
                </a:lnTo>
                <a:lnTo>
                  <a:pt x="2265600" y="1919581"/>
                </a:lnTo>
                <a:lnTo>
                  <a:pt x="0" y="1919581"/>
                </a:lnTo>
                <a:lnTo>
                  <a:pt x="0" y="0"/>
                </a:lnTo>
                <a:close/>
              </a:path>
            </a:pathLst>
          </a:custGeom>
          <a:blipFill>
            <a:blip r:embed="rId5"/>
            <a:stretch/>
          </a:blipFill>
        </p:spPr>
        <p:txBody>
          <a:bodyPr/>
          <a:lstStyle/>
          <a:p>
            <a:pPr>
              <a:defRPr/>
            </a:pPr>
            <a:endParaRPr lang="de-DE"/>
          </a:p>
        </p:txBody>
      </p:sp>
      <p:sp>
        <p:nvSpPr>
          <p:cNvPr id="15" name="Freeform 10"/>
          <p:cNvSpPr/>
          <p:nvPr userDrawn="1"/>
        </p:nvSpPr>
        <p:spPr bwMode="auto">
          <a:xfrm rot="-2487859">
            <a:off x="1794946" y="-277491"/>
            <a:ext cx="2161751" cy="1802118"/>
          </a:xfrm>
          <a:custGeom>
            <a:avLst/>
            <a:gdLst/>
            <a:ahLst/>
            <a:cxnLst/>
            <a:rect l="l" t="t" r="r" b="b"/>
            <a:pathLst>
              <a:path w="1763767" h="1494392" extrusionOk="0">
                <a:moveTo>
                  <a:pt x="0" y="0"/>
                </a:moveTo>
                <a:lnTo>
                  <a:pt x="1763767" y="0"/>
                </a:lnTo>
                <a:lnTo>
                  <a:pt x="1763767" y="1494392"/>
                </a:lnTo>
                <a:lnTo>
                  <a:pt x="0" y="1494392"/>
                </a:lnTo>
                <a:lnTo>
                  <a:pt x="0" y="0"/>
                </a:lnTo>
                <a:close/>
              </a:path>
            </a:pathLst>
          </a:custGeom>
          <a:blipFill>
            <a:blip r:embed="rId5"/>
            <a:stretch/>
          </a:blipFill>
        </p:spPr>
        <p:txBody>
          <a:bodyPr/>
          <a:lstStyle/>
          <a:p>
            <a:pPr>
              <a:defRPr/>
            </a:pPr>
            <a:endParaRPr lang="de-DE"/>
          </a:p>
        </p:txBody>
      </p:sp>
      <p:sp>
        <p:nvSpPr>
          <p:cNvPr id="16" name="Freeform 11"/>
          <p:cNvSpPr/>
          <p:nvPr userDrawn="1"/>
        </p:nvSpPr>
        <p:spPr bwMode="auto">
          <a:xfrm rot="1296289">
            <a:off x="-369759" y="7879792"/>
            <a:ext cx="2430280" cy="2059110"/>
          </a:xfrm>
          <a:custGeom>
            <a:avLst/>
            <a:gdLst/>
            <a:ahLst/>
            <a:cxnLst/>
            <a:rect l="l" t="t" r="r" b="b"/>
            <a:pathLst>
              <a:path w="2430280" h="2059110" extrusionOk="0">
                <a:moveTo>
                  <a:pt x="0" y="0"/>
                </a:moveTo>
                <a:lnTo>
                  <a:pt x="2430281" y="0"/>
                </a:lnTo>
                <a:lnTo>
                  <a:pt x="2430281" y="2059110"/>
                </a:lnTo>
                <a:lnTo>
                  <a:pt x="0" y="2059110"/>
                </a:lnTo>
                <a:lnTo>
                  <a:pt x="0" y="0"/>
                </a:lnTo>
                <a:close/>
              </a:path>
            </a:pathLst>
          </a:custGeom>
          <a:blipFill>
            <a:blip r:embed="rId5"/>
            <a:stretch/>
          </a:blipFill>
        </p:spPr>
        <p:txBody>
          <a:bodyPr/>
          <a:lstStyle/>
          <a:p>
            <a:pPr>
              <a:defRPr/>
            </a:pPr>
            <a:endParaRPr lang="de-DE"/>
          </a:p>
        </p:txBody>
      </p:sp>
      <p:sp>
        <p:nvSpPr>
          <p:cNvPr id="17" name="Freeform 12"/>
          <p:cNvSpPr/>
          <p:nvPr userDrawn="1"/>
        </p:nvSpPr>
        <p:spPr bwMode="auto">
          <a:xfrm rot="7628196">
            <a:off x="15300850" y="559721"/>
            <a:ext cx="1939168" cy="1805189"/>
          </a:xfrm>
          <a:custGeom>
            <a:avLst/>
            <a:gdLst/>
            <a:ahLst/>
            <a:cxnLst/>
            <a:rect l="l" t="t" r="r" b="b"/>
            <a:pathLst>
              <a:path w="1939168" h="1805189" extrusionOk="0">
                <a:moveTo>
                  <a:pt x="0" y="0"/>
                </a:moveTo>
                <a:lnTo>
                  <a:pt x="1939169" y="0"/>
                </a:lnTo>
                <a:lnTo>
                  <a:pt x="1939169" y="1805189"/>
                </a:lnTo>
                <a:lnTo>
                  <a:pt x="0" y="1805189"/>
                </a:lnTo>
                <a:lnTo>
                  <a:pt x="0" y="0"/>
                </a:lnTo>
                <a:close/>
              </a:path>
            </a:pathLst>
          </a:custGeom>
          <a:blipFill>
            <a:blip r:embed="rId4"/>
            <a:stretch/>
          </a:blipFill>
        </p:spPr>
        <p:txBody>
          <a:bodyPr/>
          <a:lstStyle/>
          <a:p>
            <a:pPr>
              <a:defRPr/>
            </a:pPr>
            <a:endParaRPr lang="de-DE"/>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showMasterPhAnim="0" preserve="1" userDrawn="1">
  <p:cSld name="Abschied">
    <p:spTree>
      <p:nvGrpSpPr>
        <p:cNvPr id="1" name=""/>
        <p:cNvGrpSpPr/>
        <p:nvPr/>
      </p:nvGrpSpPr>
      <p:grpSpPr bwMode="auto">
        <a:xfrm>
          <a:off x="0" y="0"/>
          <a:ext cx="0" cy="0"/>
          <a:chOff x="0" y="0"/>
          <a:chExt cx="0" cy="0"/>
        </a:xfrm>
      </p:grpSpPr>
      <p:sp>
        <p:nvSpPr>
          <p:cNvPr id="4" name="Rechteck 3"/>
          <p:cNvSpPr/>
          <p:nvPr userDrawn="1"/>
        </p:nvSpPr>
        <p:spPr bwMode="auto">
          <a:xfrm>
            <a:off x="2205643" y="2394218"/>
            <a:ext cx="13716000" cy="6237933"/>
          </a:xfrm>
          <a:prstGeom prst="rect">
            <a:avLst/>
          </a:prstGeom>
          <a:solidFill>
            <a:schemeClr val="accent3">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defRPr/>
            </a:pPr>
            <a:endParaRPr lang="de-DE"/>
          </a:p>
        </p:txBody>
      </p:sp>
      <p:sp>
        <p:nvSpPr>
          <p:cNvPr id="2" name="Titel 1"/>
          <p:cNvSpPr>
            <a:spLocks noGrp="1"/>
          </p:cNvSpPr>
          <p:nvPr>
            <p:ph type="ctrTitle" hasCustomPrompt="1"/>
          </p:nvPr>
        </p:nvSpPr>
        <p:spPr bwMode="auto">
          <a:xfrm>
            <a:off x="2205643" y="2410767"/>
            <a:ext cx="13716000" cy="6221384"/>
          </a:xfrm>
        </p:spPr>
        <p:txBody>
          <a:bodyPr anchor="ctr"/>
          <a:lstStyle>
            <a:lvl1pPr algn="ctr">
              <a:defRPr sz="6000"/>
            </a:lvl1pPr>
          </a:lstStyle>
          <a:p>
            <a:pPr>
              <a:defRPr/>
            </a:pPr>
            <a:r>
              <a:rPr lang="de-DE"/>
              <a:t>Schön das Ihr da wart!</a:t>
            </a:r>
            <a:br>
              <a:rPr lang="de-DE"/>
            </a:br>
            <a:r>
              <a:rPr lang="de-DE"/>
              <a:t>Bis nächste Woche </a:t>
            </a:r>
            <a:endParaRPr/>
          </a:p>
        </p:txBody>
      </p:sp>
      <p:sp>
        <p:nvSpPr>
          <p:cNvPr id="7" name="Freeform 2"/>
          <p:cNvSpPr/>
          <p:nvPr userDrawn="1"/>
        </p:nvSpPr>
        <p:spPr bwMode="auto">
          <a:xfrm>
            <a:off x="-1263092" y="4204093"/>
            <a:ext cx="2499164" cy="5514763"/>
          </a:xfrm>
          <a:custGeom>
            <a:avLst/>
            <a:gdLst/>
            <a:ahLst/>
            <a:cxnLst/>
            <a:rect l="l" t="t" r="r" b="b"/>
            <a:pathLst>
              <a:path w="2499164" h="2394654" extrusionOk="0">
                <a:moveTo>
                  <a:pt x="0" y="0"/>
                </a:moveTo>
                <a:lnTo>
                  <a:pt x="2499165" y="0"/>
                </a:lnTo>
                <a:lnTo>
                  <a:pt x="2499165" y="2394654"/>
                </a:lnTo>
                <a:lnTo>
                  <a:pt x="0" y="2394654"/>
                </a:lnTo>
                <a:lnTo>
                  <a:pt x="0" y="0"/>
                </a:lnTo>
                <a:close/>
              </a:path>
            </a:pathLst>
          </a:custGeom>
          <a:blipFill>
            <a:blip r:embed="rId2"/>
            <a:stretch/>
          </a:blipFill>
        </p:spPr>
        <p:txBody>
          <a:bodyPr/>
          <a:lstStyle/>
          <a:p>
            <a:pPr>
              <a:defRPr/>
            </a:pPr>
            <a:endParaRPr lang="de-DE"/>
          </a:p>
        </p:txBody>
      </p:sp>
      <p:sp>
        <p:nvSpPr>
          <p:cNvPr id="8" name="Freeform 3"/>
          <p:cNvSpPr/>
          <p:nvPr userDrawn="1"/>
        </p:nvSpPr>
        <p:spPr bwMode="auto">
          <a:xfrm rot="4680788">
            <a:off x="16257418" y="8270982"/>
            <a:ext cx="2635834" cy="2525609"/>
          </a:xfrm>
          <a:custGeom>
            <a:avLst/>
            <a:gdLst/>
            <a:ahLst/>
            <a:cxnLst/>
            <a:rect l="l" t="t" r="r" b="b"/>
            <a:pathLst>
              <a:path w="2635834" h="2525609" extrusionOk="0">
                <a:moveTo>
                  <a:pt x="0" y="0"/>
                </a:moveTo>
                <a:lnTo>
                  <a:pt x="2635835" y="0"/>
                </a:lnTo>
                <a:lnTo>
                  <a:pt x="2635835" y="2525608"/>
                </a:lnTo>
                <a:lnTo>
                  <a:pt x="0" y="2525608"/>
                </a:lnTo>
                <a:lnTo>
                  <a:pt x="0" y="0"/>
                </a:lnTo>
                <a:close/>
              </a:path>
            </a:pathLst>
          </a:custGeom>
          <a:blipFill>
            <a:blip r:embed="rId2"/>
            <a:stretch/>
          </a:blipFill>
        </p:spPr>
        <p:txBody>
          <a:bodyPr/>
          <a:lstStyle/>
          <a:p>
            <a:pPr>
              <a:defRPr/>
            </a:pPr>
            <a:endParaRPr lang="de-DE"/>
          </a:p>
        </p:txBody>
      </p:sp>
      <p:sp>
        <p:nvSpPr>
          <p:cNvPr id="9" name="Freeform 4"/>
          <p:cNvSpPr/>
          <p:nvPr userDrawn="1"/>
        </p:nvSpPr>
        <p:spPr bwMode="auto">
          <a:xfrm>
            <a:off x="15433702" y="7133471"/>
            <a:ext cx="3505909" cy="3416667"/>
          </a:xfrm>
          <a:custGeom>
            <a:avLst/>
            <a:gdLst/>
            <a:ahLst/>
            <a:cxnLst/>
            <a:rect l="l" t="t" r="r" b="b"/>
            <a:pathLst>
              <a:path w="3505909" h="3416667" extrusionOk="0">
                <a:moveTo>
                  <a:pt x="0" y="0"/>
                </a:moveTo>
                <a:lnTo>
                  <a:pt x="3505909" y="0"/>
                </a:lnTo>
                <a:lnTo>
                  <a:pt x="3505909" y="3416668"/>
                </a:lnTo>
                <a:lnTo>
                  <a:pt x="0" y="3416668"/>
                </a:lnTo>
                <a:lnTo>
                  <a:pt x="0" y="0"/>
                </a:lnTo>
                <a:close/>
              </a:path>
            </a:pathLst>
          </a:custGeom>
          <a:blipFill>
            <a:blip r:embed="rId3"/>
            <a:stretch/>
          </a:blipFill>
        </p:spPr>
        <p:txBody>
          <a:bodyPr/>
          <a:lstStyle/>
          <a:p>
            <a:pPr>
              <a:defRPr/>
            </a:pPr>
            <a:endParaRPr lang="de-DE"/>
          </a:p>
        </p:txBody>
      </p:sp>
      <p:sp>
        <p:nvSpPr>
          <p:cNvPr id="10" name="Freeform 5"/>
          <p:cNvSpPr/>
          <p:nvPr userDrawn="1"/>
        </p:nvSpPr>
        <p:spPr bwMode="auto">
          <a:xfrm>
            <a:off x="-241193" y="146185"/>
            <a:ext cx="2813227" cy="2781862"/>
          </a:xfrm>
          <a:custGeom>
            <a:avLst/>
            <a:gdLst/>
            <a:ahLst/>
            <a:cxnLst/>
            <a:rect l="l" t="t" r="r" b="b"/>
            <a:pathLst>
              <a:path w="2085371" h="2032289" extrusionOk="0">
                <a:moveTo>
                  <a:pt x="0" y="0"/>
                </a:moveTo>
                <a:lnTo>
                  <a:pt x="2085371" y="0"/>
                </a:lnTo>
                <a:lnTo>
                  <a:pt x="2085371" y="2032289"/>
                </a:lnTo>
                <a:lnTo>
                  <a:pt x="0" y="2032289"/>
                </a:lnTo>
                <a:lnTo>
                  <a:pt x="0" y="0"/>
                </a:lnTo>
                <a:close/>
              </a:path>
            </a:pathLst>
          </a:custGeom>
          <a:blipFill>
            <a:blip r:embed="rId3"/>
            <a:stretch/>
          </a:blipFill>
        </p:spPr>
        <p:txBody>
          <a:bodyPr/>
          <a:lstStyle/>
          <a:p>
            <a:pPr>
              <a:defRPr/>
            </a:pPr>
            <a:endParaRPr lang="de-DE"/>
          </a:p>
        </p:txBody>
      </p:sp>
      <p:sp>
        <p:nvSpPr>
          <p:cNvPr id="11" name="Freeform 6"/>
          <p:cNvSpPr/>
          <p:nvPr userDrawn="1"/>
        </p:nvSpPr>
        <p:spPr bwMode="auto">
          <a:xfrm rot="7860678">
            <a:off x="63301" y="315707"/>
            <a:ext cx="1600955" cy="1490343"/>
          </a:xfrm>
          <a:custGeom>
            <a:avLst/>
            <a:gdLst/>
            <a:ahLst/>
            <a:cxnLst/>
            <a:rect l="l" t="t" r="r" b="b"/>
            <a:pathLst>
              <a:path w="1600955" h="1490343" extrusionOk="0">
                <a:moveTo>
                  <a:pt x="0" y="0"/>
                </a:moveTo>
                <a:lnTo>
                  <a:pt x="1600954" y="0"/>
                </a:lnTo>
                <a:lnTo>
                  <a:pt x="1600954" y="1490343"/>
                </a:lnTo>
                <a:lnTo>
                  <a:pt x="0" y="1490343"/>
                </a:lnTo>
                <a:lnTo>
                  <a:pt x="0" y="0"/>
                </a:lnTo>
                <a:close/>
              </a:path>
            </a:pathLst>
          </a:custGeom>
          <a:blipFill>
            <a:blip r:embed="rId4"/>
            <a:stretch/>
          </a:blipFill>
        </p:spPr>
        <p:txBody>
          <a:bodyPr/>
          <a:lstStyle/>
          <a:p>
            <a:pPr>
              <a:defRPr/>
            </a:pPr>
            <a:endParaRPr lang="de-DE"/>
          </a:p>
        </p:txBody>
      </p:sp>
      <p:sp>
        <p:nvSpPr>
          <p:cNvPr id="12" name="Freeform 7"/>
          <p:cNvSpPr/>
          <p:nvPr userDrawn="1"/>
        </p:nvSpPr>
        <p:spPr bwMode="auto">
          <a:xfrm rot="7860678">
            <a:off x="15930678" y="7382404"/>
            <a:ext cx="2243704" cy="2088684"/>
          </a:xfrm>
          <a:custGeom>
            <a:avLst/>
            <a:gdLst/>
            <a:ahLst/>
            <a:cxnLst/>
            <a:rect l="l" t="t" r="r" b="b"/>
            <a:pathLst>
              <a:path w="2243704" h="2088684" extrusionOk="0">
                <a:moveTo>
                  <a:pt x="0" y="0"/>
                </a:moveTo>
                <a:lnTo>
                  <a:pt x="2243704" y="0"/>
                </a:lnTo>
                <a:lnTo>
                  <a:pt x="2243704" y="2088684"/>
                </a:lnTo>
                <a:lnTo>
                  <a:pt x="0" y="2088684"/>
                </a:lnTo>
                <a:lnTo>
                  <a:pt x="0" y="0"/>
                </a:lnTo>
                <a:close/>
              </a:path>
            </a:pathLst>
          </a:custGeom>
          <a:blipFill>
            <a:blip r:embed="rId4"/>
            <a:stretch/>
          </a:blipFill>
        </p:spPr>
        <p:txBody>
          <a:bodyPr/>
          <a:lstStyle/>
          <a:p>
            <a:pPr>
              <a:defRPr/>
            </a:pPr>
            <a:endParaRPr lang="de-DE"/>
          </a:p>
        </p:txBody>
      </p:sp>
      <p:sp>
        <p:nvSpPr>
          <p:cNvPr id="13" name="Freeform 8"/>
          <p:cNvSpPr/>
          <p:nvPr userDrawn="1"/>
        </p:nvSpPr>
        <p:spPr bwMode="auto">
          <a:xfrm rot="-458312">
            <a:off x="16269322" y="-478677"/>
            <a:ext cx="3155791" cy="3023821"/>
          </a:xfrm>
          <a:custGeom>
            <a:avLst/>
            <a:gdLst/>
            <a:ahLst/>
            <a:cxnLst/>
            <a:rect l="l" t="t" r="r" b="b"/>
            <a:pathLst>
              <a:path w="3155791" h="3023821" extrusionOk="0">
                <a:moveTo>
                  <a:pt x="0" y="0"/>
                </a:moveTo>
                <a:lnTo>
                  <a:pt x="3155790" y="0"/>
                </a:lnTo>
                <a:lnTo>
                  <a:pt x="3155790" y="3023821"/>
                </a:lnTo>
                <a:lnTo>
                  <a:pt x="0" y="3023821"/>
                </a:lnTo>
                <a:lnTo>
                  <a:pt x="0" y="0"/>
                </a:lnTo>
                <a:close/>
              </a:path>
            </a:pathLst>
          </a:custGeom>
          <a:blipFill>
            <a:blip r:embed="rId2"/>
            <a:stretch/>
          </a:blipFill>
        </p:spPr>
        <p:txBody>
          <a:bodyPr/>
          <a:lstStyle/>
          <a:p>
            <a:pPr>
              <a:defRPr/>
            </a:pPr>
            <a:endParaRPr lang="de-DE"/>
          </a:p>
        </p:txBody>
      </p:sp>
      <p:sp>
        <p:nvSpPr>
          <p:cNvPr id="14" name="Freeform 9"/>
          <p:cNvSpPr/>
          <p:nvPr userDrawn="1"/>
        </p:nvSpPr>
        <p:spPr bwMode="auto">
          <a:xfrm rot="1296289">
            <a:off x="16320004" y="1512598"/>
            <a:ext cx="2265599" cy="1919581"/>
          </a:xfrm>
          <a:custGeom>
            <a:avLst/>
            <a:gdLst/>
            <a:ahLst/>
            <a:cxnLst/>
            <a:rect l="l" t="t" r="r" b="b"/>
            <a:pathLst>
              <a:path w="2265599" h="1919581" extrusionOk="0">
                <a:moveTo>
                  <a:pt x="0" y="0"/>
                </a:moveTo>
                <a:lnTo>
                  <a:pt x="2265600" y="0"/>
                </a:lnTo>
                <a:lnTo>
                  <a:pt x="2265600" y="1919581"/>
                </a:lnTo>
                <a:lnTo>
                  <a:pt x="0" y="1919581"/>
                </a:lnTo>
                <a:lnTo>
                  <a:pt x="0" y="0"/>
                </a:lnTo>
                <a:close/>
              </a:path>
            </a:pathLst>
          </a:custGeom>
          <a:blipFill>
            <a:blip r:embed="rId5"/>
            <a:stretch/>
          </a:blipFill>
        </p:spPr>
        <p:txBody>
          <a:bodyPr/>
          <a:lstStyle/>
          <a:p>
            <a:pPr>
              <a:defRPr/>
            </a:pPr>
            <a:endParaRPr lang="de-DE"/>
          </a:p>
        </p:txBody>
      </p:sp>
      <p:sp>
        <p:nvSpPr>
          <p:cNvPr id="15" name="Freeform 10"/>
          <p:cNvSpPr/>
          <p:nvPr userDrawn="1"/>
        </p:nvSpPr>
        <p:spPr bwMode="auto">
          <a:xfrm rot="-2487859">
            <a:off x="1794946" y="-277491"/>
            <a:ext cx="2161751" cy="1802118"/>
          </a:xfrm>
          <a:custGeom>
            <a:avLst/>
            <a:gdLst/>
            <a:ahLst/>
            <a:cxnLst/>
            <a:rect l="l" t="t" r="r" b="b"/>
            <a:pathLst>
              <a:path w="1763767" h="1494392" extrusionOk="0">
                <a:moveTo>
                  <a:pt x="0" y="0"/>
                </a:moveTo>
                <a:lnTo>
                  <a:pt x="1763767" y="0"/>
                </a:lnTo>
                <a:lnTo>
                  <a:pt x="1763767" y="1494392"/>
                </a:lnTo>
                <a:lnTo>
                  <a:pt x="0" y="1494392"/>
                </a:lnTo>
                <a:lnTo>
                  <a:pt x="0" y="0"/>
                </a:lnTo>
                <a:close/>
              </a:path>
            </a:pathLst>
          </a:custGeom>
          <a:blipFill>
            <a:blip r:embed="rId5"/>
            <a:stretch/>
          </a:blipFill>
        </p:spPr>
        <p:txBody>
          <a:bodyPr/>
          <a:lstStyle/>
          <a:p>
            <a:pPr>
              <a:defRPr/>
            </a:pPr>
            <a:endParaRPr lang="de-DE"/>
          </a:p>
        </p:txBody>
      </p:sp>
      <p:sp>
        <p:nvSpPr>
          <p:cNvPr id="16" name="Freeform 11"/>
          <p:cNvSpPr/>
          <p:nvPr userDrawn="1"/>
        </p:nvSpPr>
        <p:spPr bwMode="auto">
          <a:xfrm rot="1296289">
            <a:off x="-369759" y="7879792"/>
            <a:ext cx="2430280" cy="2059110"/>
          </a:xfrm>
          <a:custGeom>
            <a:avLst/>
            <a:gdLst/>
            <a:ahLst/>
            <a:cxnLst/>
            <a:rect l="l" t="t" r="r" b="b"/>
            <a:pathLst>
              <a:path w="2430280" h="2059110" extrusionOk="0">
                <a:moveTo>
                  <a:pt x="0" y="0"/>
                </a:moveTo>
                <a:lnTo>
                  <a:pt x="2430281" y="0"/>
                </a:lnTo>
                <a:lnTo>
                  <a:pt x="2430281" y="2059110"/>
                </a:lnTo>
                <a:lnTo>
                  <a:pt x="0" y="2059110"/>
                </a:lnTo>
                <a:lnTo>
                  <a:pt x="0" y="0"/>
                </a:lnTo>
                <a:close/>
              </a:path>
            </a:pathLst>
          </a:custGeom>
          <a:blipFill>
            <a:blip r:embed="rId5"/>
            <a:stretch/>
          </a:blipFill>
        </p:spPr>
        <p:txBody>
          <a:bodyPr/>
          <a:lstStyle/>
          <a:p>
            <a:pPr>
              <a:defRPr/>
            </a:pPr>
            <a:endParaRPr lang="de-DE"/>
          </a:p>
        </p:txBody>
      </p:sp>
      <p:sp>
        <p:nvSpPr>
          <p:cNvPr id="17" name="Freeform 12"/>
          <p:cNvSpPr/>
          <p:nvPr userDrawn="1"/>
        </p:nvSpPr>
        <p:spPr bwMode="auto">
          <a:xfrm rot="7628196">
            <a:off x="15300850" y="559721"/>
            <a:ext cx="1939168" cy="1805189"/>
          </a:xfrm>
          <a:custGeom>
            <a:avLst/>
            <a:gdLst/>
            <a:ahLst/>
            <a:cxnLst/>
            <a:rect l="l" t="t" r="r" b="b"/>
            <a:pathLst>
              <a:path w="1939168" h="1805189" extrusionOk="0">
                <a:moveTo>
                  <a:pt x="0" y="0"/>
                </a:moveTo>
                <a:lnTo>
                  <a:pt x="1939169" y="0"/>
                </a:lnTo>
                <a:lnTo>
                  <a:pt x="1939169" y="1805189"/>
                </a:lnTo>
                <a:lnTo>
                  <a:pt x="0" y="1805189"/>
                </a:lnTo>
                <a:lnTo>
                  <a:pt x="0" y="0"/>
                </a:lnTo>
                <a:close/>
              </a:path>
            </a:pathLst>
          </a:custGeom>
          <a:blipFill>
            <a:blip r:embed="rId4"/>
            <a:stretch/>
          </a:blipFill>
        </p:spPr>
        <p:txBody>
          <a:bodyPr/>
          <a:lstStyle/>
          <a:p>
            <a:pPr>
              <a:defRPr/>
            </a:pPr>
            <a:endParaRPr lang="de-DE"/>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showMasterPhAnim="0" preserve="1" userDrawn="1">
  <p:cSld name="Icons">
    <p:spTree>
      <p:nvGrpSpPr>
        <p:cNvPr id="1" name=""/>
        <p:cNvGrpSpPr/>
        <p:nvPr/>
      </p:nvGrpSpPr>
      <p:grpSpPr bwMode="auto">
        <a:xfrm>
          <a:off x="0" y="0"/>
          <a:ext cx="0" cy="0"/>
          <a:chOff x="0" y="0"/>
          <a:chExt cx="0" cy="0"/>
        </a:xfrm>
      </p:grpSpPr>
      <p:pic>
        <p:nvPicPr>
          <p:cNvPr id="6" name="Grafik 5"/>
          <p:cNvPicPr>
            <a:picLocks noChangeAspect="1"/>
          </p:cNvPicPr>
          <p:nvPr userDrawn="1"/>
        </p:nvPicPr>
        <p:blipFill>
          <a:blip r:embed="rId2"/>
          <a:stretch/>
        </p:blipFill>
        <p:spPr bwMode="auto">
          <a:xfrm>
            <a:off x="15876905" y="4807323"/>
            <a:ext cx="2373813" cy="1592764"/>
          </a:xfrm>
          <a:prstGeom prst="rect">
            <a:avLst/>
          </a:prstGeom>
        </p:spPr>
      </p:pic>
      <p:pic>
        <p:nvPicPr>
          <p:cNvPr id="18" name="Grafik 17"/>
          <p:cNvPicPr>
            <a:picLocks noChangeAspect="1"/>
          </p:cNvPicPr>
          <p:nvPr userDrawn="1"/>
        </p:nvPicPr>
        <p:blipFill>
          <a:blip r:embed="rId3"/>
          <a:stretch/>
        </p:blipFill>
        <p:spPr bwMode="auto">
          <a:xfrm>
            <a:off x="12021566" y="6891802"/>
            <a:ext cx="1502640" cy="1592764"/>
          </a:xfrm>
          <a:prstGeom prst="rect">
            <a:avLst/>
          </a:prstGeom>
        </p:spPr>
      </p:pic>
      <p:pic>
        <p:nvPicPr>
          <p:cNvPr id="19" name="Grafik 18"/>
          <p:cNvPicPr>
            <a:picLocks noChangeAspect="1"/>
          </p:cNvPicPr>
          <p:nvPr userDrawn="1"/>
        </p:nvPicPr>
        <p:blipFill>
          <a:blip r:embed="rId4"/>
          <a:stretch/>
        </p:blipFill>
        <p:spPr bwMode="auto">
          <a:xfrm>
            <a:off x="13639800" y="6638689"/>
            <a:ext cx="1949303" cy="1592764"/>
          </a:xfrm>
          <a:prstGeom prst="rect">
            <a:avLst/>
          </a:prstGeom>
        </p:spPr>
      </p:pic>
      <p:pic>
        <p:nvPicPr>
          <p:cNvPr id="20" name="Grafik 19"/>
          <p:cNvPicPr>
            <a:picLocks noChangeAspect="1"/>
          </p:cNvPicPr>
          <p:nvPr userDrawn="1"/>
        </p:nvPicPr>
        <p:blipFill>
          <a:blip r:embed="rId5"/>
          <a:stretch/>
        </p:blipFill>
        <p:spPr bwMode="auto">
          <a:xfrm>
            <a:off x="9677723" y="6922092"/>
            <a:ext cx="2258684" cy="1592764"/>
          </a:xfrm>
          <a:prstGeom prst="rect">
            <a:avLst/>
          </a:prstGeom>
        </p:spPr>
      </p:pic>
      <p:pic>
        <p:nvPicPr>
          <p:cNvPr id="21" name="Grafik 20"/>
          <p:cNvPicPr>
            <a:picLocks noChangeAspect="1"/>
          </p:cNvPicPr>
          <p:nvPr userDrawn="1"/>
        </p:nvPicPr>
        <p:blipFill>
          <a:blip r:embed="rId6"/>
          <a:stretch/>
        </p:blipFill>
        <p:spPr bwMode="auto">
          <a:xfrm>
            <a:off x="11326904" y="5064484"/>
            <a:ext cx="2033866" cy="1592764"/>
          </a:xfrm>
          <a:prstGeom prst="rect">
            <a:avLst/>
          </a:prstGeom>
        </p:spPr>
      </p:pic>
      <p:pic>
        <p:nvPicPr>
          <p:cNvPr id="22" name="Grafik 21"/>
          <p:cNvPicPr>
            <a:picLocks noChangeAspect="1"/>
          </p:cNvPicPr>
          <p:nvPr userDrawn="1"/>
        </p:nvPicPr>
        <p:blipFill>
          <a:blip r:embed="rId7"/>
          <a:stretch/>
        </p:blipFill>
        <p:spPr bwMode="auto">
          <a:xfrm>
            <a:off x="14485268" y="3220983"/>
            <a:ext cx="1775341" cy="1592764"/>
          </a:xfrm>
          <a:prstGeom prst="rect">
            <a:avLst/>
          </a:prstGeom>
        </p:spPr>
      </p:pic>
      <p:pic>
        <p:nvPicPr>
          <p:cNvPr id="23" name="Grafik 22"/>
          <p:cNvPicPr>
            <a:picLocks noChangeAspect="1"/>
          </p:cNvPicPr>
          <p:nvPr userDrawn="1"/>
        </p:nvPicPr>
        <p:blipFill>
          <a:blip r:embed="rId8"/>
          <a:stretch/>
        </p:blipFill>
        <p:spPr bwMode="auto">
          <a:xfrm>
            <a:off x="16220430" y="8526750"/>
            <a:ext cx="2080242" cy="1592764"/>
          </a:xfrm>
          <a:prstGeom prst="rect">
            <a:avLst/>
          </a:prstGeom>
        </p:spPr>
      </p:pic>
      <p:pic>
        <p:nvPicPr>
          <p:cNvPr id="24" name="Grafik 23"/>
          <p:cNvPicPr>
            <a:picLocks noChangeAspect="1"/>
          </p:cNvPicPr>
          <p:nvPr userDrawn="1"/>
        </p:nvPicPr>
        <p:blipFill>
          <a:blip r:embed="rId9"/>
          <a:stretch/>
        </p:blipFill>
        <p:spPr bwMode="auto">
          <a:xfrm>
            <a:off x="2349260" y="4800008"/>
            <a:ext cx="2193219" cy="1592764"/>
          </a:xfrm>
          <a:prstGeom prst="rect">
            <a:avLst/>
          </a:prstGeom>
        </p:spPr>
      </p:pic>
      <p:pic>
        <p:nvPicPr>
          <p:cNvPr id="25" name="Grafik 24" descr="Ein Bild, das Mann, stehend, Schnee, haltend enthält.&#10;&#10;Automatisch generierte Beschreibung"/>
          <p:cNvPicPr>
            <a:picLocks noChangeAspect="1"/>
          </p:cNvPicPr>
          <p:nvPr userDrawn="1"/>
        </p:nvPicPr>
        <p:blipFill>
          <a:blip r:embed="rId10"/>
          <a:stretch/>
        </p:blipFill>
        <p:spPr bwMode="auto">
          <a:xfrm>
            <a:off x="16093202" y="3146603"/>
            <a:ext cx="2157516" cy="1592764"/>
          </a:xfrm>
          <a:prstGeom prst="rect">
            <a:avLst/>
          </a:prstGeom>
        </p:spPr>
      </p:pic>
      <p:grpSp>
        <p:nvGrpSpPr>
          <p:cNvPr id="27" name="Google Shape;418;p40"/>
          <p:cNvGrpSpPr>
            <a:grpSpLocks noChangeAspect="1"/>
          </p:cNvGrpSpPr>
          <p:nvPr userDrawn="1"/>
        </p:nvGrpSpPr>
        <p:grpSpPr bwMode="auto">
          <a:xfrm>
            <a:off x="2970519" y="3831315"/>
            <a:ext cx="1196899" cy="839754"/>
            <a:chOff x="559275" y="1683950"/>
            <a:chExt cx="466500" cy="327300"/>
          </a:xfrm>
        </p:grpSpPr>
        <p:sp>
          <p:nvSpPr>
            <p:cNvPr id="28" name="Google Shape;419;p40"/>
            <p:cNvSpPr/>
            <p:nvPr/>
          </p:nvSpPr>
          <p:spPr bwMode="auto">
            <a:xfrm>
              <a:off x="559275" y="1683950"/>
              <a:ext cx="466500" cy="197850"/>
            </a:xfrm>
            <a:custGeom>
              <a:avLst/>
              <a:gdLst/>
              <a:ahLst/>
              <a:cxnLst/>
              <a:rect l="l" t="t" r="r" b="b"/>
              <a:pathLst>
                <a:path w="18660" h="7914" extrusionOk="0">
                  <a:moveTo>
                    <a:pt x="391" y="1"/>
                  </a:moveTo>
                  <a:lnTo>
                    <a:pt x="293" y="50"/>
                  </a:lnTo>
                  <a:lnTo>
                    <a:pt x="220" y="74"/>
                  </a:lnTo>
                  <a:lnTo>
                    <a:pt x="147" y="147"/>
                  </a:lnTo>
                  <a:lnTo>
                    <a:pt x="74" y="221"/>
                  </a:lnTo>
                  <a:lnTo>
                    <a:pt x="49" y="294"/>
                  </a:lnTo>
                  <a:lnTo>
                    <a:pt x="0" y="392"/>
                  </a:lnTo>
                  <a:lnTo>
                    <a:pt x="0" y="489"/>
                  </a:lnTo>
                  <a:lnTo>
                    <a:pt x="0" y="1173"/>
                  </a:lnTo>
                  <a:lnTo>
                    <a:pt x="9330" y="7914"/>
                  </a:lnTo>
                  <a:lnTo>
                    <a:pt x="18659" y="1173"/>
                  </a:lnTo>
                  <a:lnTo>
                    <a:pt x="18659" y="489"/>
                  </a:lnTo>
                  <a:lnTo>
                    <a:pt x="18659" y="392"/>
                  </a:lnTo>
                  <a:lnTo>
                    <a:pt x="18611" y="294"/>
                  </a:lnTo>
                  <a:lnTo>
                    <a:pt x="18586" y="221"/>
                  </a:lnTo>
                  <a:lnTo>
                    <a:pt x="18513" y="147"/>
                  </a:lnTo>
                  <a:lnTo>
                    <a:pt x="18440" y="74"/>
                  </a:lnTo>
                  <a:lnTo>
                    <a:pt x="18366" y="50"/>
                  </a:lnTo>
                  <a:lnTo>
                    <a:pt x="18269" y="1"/>
                  </a:lnTo>
                  <a:close/>
                </a:path>
              </a:pathLst>
            </a:custGeom>
            <a:solidFill>
              <a:srgbClr val="A7A4BC"/>
            </a:solidFill>
            <a:ln>
              <a:noFill/>
            </a:ln>
          </p:spPr>
          <p:txBody>
            <a:bodyPr spcFirstLastPara="1" wrap="square" lIns="91425" tIns="91425" rIns="91425" bIns="91425" anchor="ctr" anchorCtr="0">
              <a:noAutofit/>
            </a:bodyPr>
            <a:lstStyle/>
            <a:p>
              <a:pPr marL="0" lvl="0" indent="0" algn="l">
                <a:spcBef>
                  <a:spcPts val="0"/>
                </a:spcBef>
                <a:spcAft>
                  <a:spcPts val="0"/>
                </a:spcAft>
                <a:buNone/>
                <a:defRPr/>
              </a:pPr>
              <a:endParaRPr/>
            </a:p>
          </p:txBody>
        </p:sp>
        <p:sp>
          <p:nvSpPr>
            <p:cNvPr id="29" name="Google Shape;420;p40"/>
            <p:cNvSpPr/>
            <p:nvPr/>
          </p:nvSpPr>
          <p:spPr bwMode="auto">
            <a:xfrm>
              <a:off x="559275" y="1727925"/>
              <a:ext cx="466500" cy="283325"/>
            </a:xfrm>
            <a:custGeom>
              <a:avLst/>
              <a:gdLst/>
              <a:ahLst/>
              <a:cxnLst/>
              <a:rect l="l" t="t" r="r" b="b"/>
              <a:pathLst>
                <a:path w="18660" h="11333" extrusionOk="0">
                  <a:moveTo>
                    <a:pt x="0" y="0"/>
                  </a:moveTo>
                  <a:lnTo>
                    <a:pt x="0" y="10844"/>
                  </a:lnTo>
                  <a:lnTo>
                    <a:pt x="0" y="10917"/>
                  </a:lnTo>
                  <a:lnTo>
                    <a:pt x="5129" y="7230"/>
                  </a:lnTo>
                  <a:lnTo>
                    <a:pt x="5227" y="7181"/>
                  </a:lnTo>
                  <a:lnTo>
                    <a:pt x="5325" y="7181"/>
                  </a:lnTo>
                  <a:lnTo>
                    <a:pt x="5398" y="7205"/>
                  </a:lnTo>
                  <a:lnTo>
                    <a:pt x="5471" y="7278"/>
                  </a:lnTo>
                  <a:lnTo>
                    <a:pt x="5520" y="7376"/>
                  </a:lnTo>
                  <a:lnTo>
                    <a:pt x="5520" y="7474"/>
                  </a:lnTo>
                  <a:lnTo>
                    <a:pt x="5471" y="7547"/>
                  </a:lnTo>
                  <a:lnTo>
                    <a:pt x="5422" y="7620"/>
                  </a:lnTo>
                  <a:lnTo>
                    <a:pt x="318" y="11308"/>
                  </a:lnTo>
                  <a:lnTo>
                    <a:pt x="415" y="11333"/>
                  </a:lnTo>
                  <a:lnTo>
                    <a:pt x="18244" y="11333"/>
                  </a:lnTo>
                  <a:lnTo>
                    <a:pt x="18342" y="11308"/>
                  </a:lnTo>
                  <a:lnTo>
                    <a:pt x="13238" y="7620"/>
                  </a:lnTo>
                  <a:lnTo>
                    <a:pt x="13189" y="7547"/>
                  </a:lnTo>
                  <a:lnTo>
                    <a:pt x="13140" y="7474"/>
                  </a:lnTo>
                  <a:lnTo>
                    <a:pt x="13140" y="7376"/>
                  </a:lnTo>
                  <a:lnTo>
                    <a:pt x="13189" y="7278"/>
                  </a:lnTo>
                  <a:lnTo>
                    <a:pt x="13262" y="7205"/>
                  </a:lnTo>
                  <a:lnTo>
                    <a:pt x="13335" y="7181"/>
                  </a:lnTo>
                  <a:lnTo>
                    <a:pt x="13433" y="7181"/>
                  </a:lnTo>
                  <a:lnTo>
                    <a:pt x="13531" y="7230"/>
                  </a:lnTo>
                  <a:lnTo>
                    <a:pt x="18659" y="10917"/>
                  </a:lnTo>
                  <a:lnTo>
                    <a:pt x="18659" y="10844"/>
                  </a:lnTo>
                  <a:lnTo>
                    <a:pt x="18659" y="0"/>
                  </a:lnTo>
                  <a:lnTo>
                    <a:pt x="9476" y="6643"/>
                  </a:lnTo>
                  <a:lnTo>
                    <a:pt x="9403" y="6692"/>
                  </a:lnTo>
                  <a:lnTo>
                    <a:pt x="9257" y="6692"/>
                  </a:lnTo>
                  <a:lnTo>
                    <a:pt x="9183" y="6643"/>
                  </a:lnTo>
                  <a:lnTo>
                    <a:pt x="0" y="0"/>
                  </a:lnTo>
                  <a:close/>
                </a:path>
              </a:pathLst>
            </a:custGeom>
            <a:solidFill>
              <a:srgbClr val="A7A4BC"/>
            </a:solidFill>
            <a:ln>
              <a:noFill/>
            </a:ln>
          </p:spPr>
          <p:txBody>
            <a:bodyPr spcFirstLastPara="1" wrap="square" lIns="91425" tIns="91425" rIns="91425" bIns="91425" anchor="ctr" anchorCtr="0">
              <a:noAutofit/>
            </a:bodyPr>
            <a:lstStyle/>
            <a:p>
              <a:pPr marL="0" lvl="0" indent="0" algn="l">
                <a:spcBef>
                  <a:spcPts val="0"/>
                </a:spcBef>
                <a:spcAft>
                  <a:spcPts val="0"/>
                </a:spcAft>
                <a:buNone/>
                <a:defRPr/>
              </a:pPr>
              <a:endParaRPr/>
            </a:p>
          </p:txBody>
        </p:sp>
      </p:grpSp>
      <p:grpSp>
        <p:nvGrpSpPr>
          <p:cNvPr id="30" name="Google Shape;421;p40"/>
          <p:cNvGrpSpPr>
            <a:grpSpLocks noChangeAspect="1"/>
          </p:cNvGrpSpPr>
          <p:nvPr userDrawn="1"/>
        </p:nvGrpSpPr>
        <p:grpSpPr bwMode="auto">
          <a:xfrm>
            <a:off x="910516" y="742994"/>
            <a:ext cx="1205798" cy="1180532"/>
            <a:chOff x="1233350" y="1619250"/>
            <a:chExt cx="466500" cy="456725"/>
          </a:xfrm>
        </p:grpSpPr>
        <p:sp>
          <p:nvSpPr>
            <p:cNvPr id="31" name="Google Shape;422;p40"/>
            <p:cNvSpPr/>
            <p:nvPr/>
          </p:nvSpPr>
          <p:spPr bwMode="auto">
            <a:xfrm>
              <a:off x="1233350" y="1619250"/>
              <a:ext cx="466500" cy="456725"/>
            </a:xfrm>
            <a:custGeom>
              <a:avLst/>
              <a:gdLst/>
              <a:ahLst/>
              <a:cxnLst/>
              <a:rect l="l" t="t" r="r" b="b"/>
              <a:pathLst>
                <a:path w="18660" h="18269" extrusionOk="0">
                  <a:moveTo>
                    <a:pt x="14923" y="5080"/>
                  </a:moveTo>
                  <a:lnTo>
                    <a:pt x="14923" y="9037"/>
                  </a:lnTo>
                  <a:lnTo>
                    <a:pt x="17316" y="7913"/>
                  </a:lnTo>
                  <a:lnTo>
                    <a:pt x="9476" y="13579"/>
                  </a:lnTo>
                  <a:lnTo>
                    <a:pt x="9403" y="13604"/>
                  </a:lnTo>
                  <a:lnTo>
                    <a:pt x="9330" y="13628"/>
                  </a:lnTo>
                  <a:lnTo>
                    <a:pt x="9257" y="13604"/>
                  </a:lnTo>
                  <a:lnTo>
                    <a:pt x="9183" y="13579"/>
                  </a:lnTo>
                  <a:lnTo>
                    <a:pt x="1344" y="7913"/>
                  </a:lnTo>
                  <a:lnTo>
                    <a:pt x="3737" y="9037"/>
                  </a:lnTo>
                  <a:lnTo>
                    <a:pt x="3737" y="5080"/>
                  </a:lnTo>
                  <a:close/>
                  <a:moveTo>
                    <a:pt x="9330" y="0"/>
                  </a:moveTo>
                  <a:lnTo>
                    <a:pt x="0" y="6741"/>
                  </a:lnTo>
                  <a:lnTo>
                    <a:pt x="0" y="17780"/>
                  </a:lnTo>
                  <a:lnTo>
                    <a:pt x="0" y="17853"/>
                  </a:lnTo>
                  <a:lnTo>
                    <a:pt x="5129" y="14165"/>
                  </a:lnTo>
                  <a:lnTo>
                    <a:pt x="5227" y="14117"/>
                  </a:lnTo>
                  <a:lnTo>
                    <a:pt x="5325" y="14117"/>
                  </a:lnTo>
                  <a:lnTo>
                    <a:pt x="5398" y="14141"/>
                  </a:lnTo>
                  <a:lnTo>
                    <a:pt x="5471" y="14214"/>
                  </a:lnTo>
                  <a:lnTo>
                    <a:pt x="5520" y="14312"/>
                  </a:lnTo>
                  <a:lnTo>
                    <a:pt x="5520" y="14385"/>
                  </a:lnTo>
                  <a:lnTo>
                    <a:pt x="5471" y="14483"/>
                  </a:lnTo>
                  <a:lnTo>
                    <a:pt x="5422" y="14556"/>
                  </a:lnTo>
                  <a:lnTo>
                    <a:pt x="318" y="18244"/>
                  </a:lnTo>
                  <a:lnTo>
                    <a:pt x="416" y="18244"/>
                  </a:lnTo>
                  <a:lnTo>
                    <a:pt x="489" y="18268"/>
                  </a:lnTo>
                  <a:lnTo>
                    <a:pt x="18171" y="18268"/>
                  </a:lnTo>
                  <a:lnTo>
                    <a:pt x="18244" y="18244"/>
                  </a:lnTo>
                  <a:lnTo>
                    <a:pt x="18342" y="18244"/>
                  </a:lnTo>
                  <a:lnTo>
                    <a:pt x="13238" y="14556"/>
                  </a:lnTo>
                  <a:lnTo>
                    <a:pt x="13189" y="14483"/>
                  </a:lnTo>
                  <a:lnTo>
                    <a:pt x="13140" y="14385"/>
                  </a:lnTo>
                  <a:lnTo>
                    <a:pt x="13140" y="14312"/>
                  </a:lnTo>
                  <a:lnTo>
                    <a:pt x="13189" y="14214"/>
                  </a:lnTo>
                  <a:lnTo>
                    <a:pt x="13262" y="14141"/>
                  </a:lnTo>
                  <a:lnTo>
                    <a:pt x="13335" y="14117"/>
                  </a:lnTo>
                  <a:lnTo>
                    <a:pt x="13433" y="14117"/>
                  </a:lnTo>
                  <a:lnTo>
                    <a:pt x="13531" y="14165"/>
                  </a:lnTo>
                  <a:lnTo>
                    <a:pt x="18660" y="17853"/>
                  </a:lnTo>
                  <a:lnTo>
                    <a:pt x="18660" y="17780"/>
                  </a:lnTo>
                  <a:lnTo>
                    <a:pt x="18660" y="6741"/>
                  </a:lnTo>
                  <a:lnTo>
                    <a:pt x="9330" y="0"/>
                  </a:lnTo>
                  <a:close/>
                </a:path>
              </a:pathLst>
            </a:custGeom>
            <a:solidFill>
              <a:srgbClr val="A7A4BC"/>
            </a:solidFill>
            <a:ln>
              <a:noFill/>
            </a:ln>
          </p:spPr>
          <p:txBody>
            <a:bodyPr spcFirstLastPara="1" wrap="square" lIns="91425" tIns="91425" rIns="91425" bIns="91425" anchor="ctr" anchorCtr="0">
              <a:noAutofit/>
            </a:bodyPr>
            <a:lstStyle/>
            <a:p>
              <a:pPr marL="0" lvl="0" indent="0" algn="l">
                <a:spcBef>
                  <a:spcPts val="0"/>
                </a:spcBef>
                <a:spcAft>
                  <a:spcPts val="0"/>
                </a:spcAft>
                <a:buNone/>
                <a:defRPr/>
              </a:pPr>
              <a:endParaRPr/>
            </a:p>
          </p:txBody>
        </p:sp>
        <p:sp>
          <p:nvSpPr>
            <p:cNvPr id="32" name="Google Shape;423;p40"/>
            <p:cNvSpPr/>
            <p:nvPr/>
          </p:nvSpPr>
          <p:spPr bwMode="auto">
            <a:xfrm>
              <a:off x="1382325" y="1792025"/>
              <a:ext cx="168550" cy="12250"/>
            </a:xfrm>
            <a:custGeom>
              <a:avLst/>
              <a:gdLst/>
              <a:ahLst/>
              <a:cxnLst/>
              <a:rect l="l" t="t" r="r" b="b"/>
              <a:pathLst>
                <a:path w="6742" h="490" extrusionOk="0">
                  <a:moveTo>
                    <a:pt x="147" y="1"/>
                  </a:moveTo>
                  <a:lnTo>
                    <a:pt x="74" y="74"/>
                  </a:lnTo>
                  <a:lnTo>
                    <a:pt x="25" y="147"/>
                  </a:lnTo>
                  <a:lnTo>
                    <a:pt x="1" y="245"/>
                  </a:lnTo>
                  <a:lnTo>
                    <a:pt x="25" y="343"/>
                  </a:lnTo>
                  <a:lnTo>
                    <a:pt x="74" y="416"/>
                  </a:lnTo>
                  <a:lnTo>
                    <a:pt x="147" y="465"/>
                  </a:lnTo>
                  <a:lnTo>
                    <a:pt x="245" y="489"/>
                  </a:lnTo>
                  <a:lnTo>
                    <a:pt x="6497" y="489"/>
                  </a:lnTo>
                  <a:lnTo>
                    <a:pt x="6595" y="465"/>
                  </a:lnTo>
                  <a:lnTo>
                    <a:pt x="6668" y="416"/>
                  </a:lnTo>
                  <a:lnTo>
                    <a:pt x="6717" y="343"/>
                  </a:lnTo>
                  <a:lnTo>
                    <a:pt x="6741" y="245"/>
                  </a:lnTo>
                  <a:lnTo>
                    <a:pt x="6717" y="147"/>
                  </a:lnTo>
                  <a:lnTo>
                    <a:pt x="6668" y="74"/>
                  </a:lnTo>
                  <a:lnTo>
                    <a:pt x="6595" y="1"/>
                  </a:lnTo>
                  <a:close/>
                </a:path>
              </a:pathLst>
            </a:custGeom>
            <a:solidFill>
              <a:srgbClr val="A7A4BC"/>
            </a:solidFill>
            <a:ln>
              <a:noFill/>
            </a:ln>
          </p:spPr>
          <p:txBody>
            <a:bodyPr spcFirstLastPara="1" wrap="square" lIns="91425" tIns="91425" rIns="91425" bIns="91425" anchor="ctr" anchorCtr="0">
              <a:noAutofit/>
            </a:bodyPr>
            <a:lstStyle/>
            <a:p>
              <a:pPr marL="0" lvl="0" indent="0" algn="l">
                <a:spcBef>
                  <a:spcPts val="0"/>
                </a:spcBef>
                <a:spcAft>
                  <a:spcPts val="0"/>
                </a:spcAft>
                <a:buNone/>
                <a:defRPr/>
              </a:pPr>
              <a:endParaRPr/>
            </a:p>
          </p:txBody>
        </p:sp>
        <p:sp>
          <p:nvSpPr>
            <p:cNvPr id="33" name="Google Shape;424;p40"/>
            <p:cNvSpPr/>
            <p:nvPr/>
          </p:nvSpPr>
          <p:spPr bwMode="auto">
            <a:xfrm>
              <a:off x="1382325" y="1825000"/>
              <a:ext cx="168550" cy="12250"/>
            </a:xfrm>
            <a:custGeom>
              <a:avLst/>
              <a:gdLst/>
              <a:ahLst/>
              <a:cxnLst/>
              <a:rect l="l" t="t" r="r" b="b"/>
              <a:pathLst>
                <a:path w="6742" h="490" extrusionOk="0">
                  <a:moveTo>
                    <a:pt x="245" y="1"/>
                  </a:moveTo>
                  <a:lnTo>
                    <a:pt x="147" y="25"/>
                  </a:lnTo>
                  <a:lnTo>
                    <a:pt x="74" y="74"/>
                  </a:lnTo>
                  <a:lnTo>
                    <a:pt x="25" y="147"/>
                  </a:lnTo>
                  <a:lnTo>
                    <a:pt x="1" y="245"/>
                  </a:lnTo>
                  <a:lnTo>
                    <a:pt x="25" y="343"/>
                  </a:lnTo>
                  <a:lnTo>
                    <a:pt x="74" y="416"/>
                  </a:lnTo>
                  <a:lnTo>
                    <a:pt x="147" y="465"/>
                  </a:lnTo>
                  <a:lnTo>
                    <a:pt x="245" y="489"/>
                  </a:lnTo>
                  <a:lnTo>
                    <a:pt x="6497" y="489"/>
                  </a:lnTo>
                  <a:lnTo>
                    <a:pt x="6595" y="465"/>
                  </a:lnTo>
                  <a:lnTo>
                    <a:pt x="6668" y="416"/>
                  </a:lnTo>
                  <a:lnTo>
                    <a:pt x="6717" y="343"/>
                  </a:lnTo>
                  <a:lnTo>
                    <a:pt x="6741" y="245"/>
                  </a:lnTo>
                  <a:lnTo>
                    <a:pt x="6717" y="147"/>
                  </a:lnTo>
                  <a:lnTo>
                    <a:pt x="6668" y="74"/>
                  </a:lnTo>
                  <a:lnTo>
                    <a:pt x="6595" y="25"/>
                  </a:lnTo>
                  <a:lnTo>
                    <a:pt x="6497" y="1"/>
                  </a:lnTo>
                  <a:close/>
                </a:path>
              </a:pathLst>
            </a:custGeom>
            <a:solidFill>
              <a:srgbClr val="A7A4BC"/>
            </a:solidFill>
            <a:ln>
              <a:noFill/>
            </a:ln>
          </p:spPr>
          <p:txBody>
            <a:bodyPr spcFirstLastPara="1" wrap="square" lIns="91425" tIns="91425" rIns="91425" bIns="91425" anchor="ctr" anchorCtr="0">
              <a:noAutofit/>
            </a:bodyPr>
            <a:lstStyle/>
            <a:p>
              <a:pPr marL="0" lvl="0" indent="0" algn="l">
                <a:spcBef>
                  <a:spcPts val="0"/>
                </a:spcBef>
                <a:spcAft>
                  <a:spcPts val="0"/>
                </a:spcAft>
                <a:buNone/>
                <a:defRPr/>
              </a:pPr>
              <a:endParaRPr/>
            </a:p>
          </p:txBody>
        </p:sp>
        <p:sp>
          <p:nvSpPr>
            <p:cNvPr id="34" name="Google Shape;425;p40"/>
            <p:cNvSpPr/>
            <p:nvPr/>
          </p:nvSpPr>
          <p:spPr bwMode="auto">
            <a:xfrm>
              <a:off x="1382325" y="1858575"/>
              <a:ext cx="70850" cy="12250"/>
            </a:xfrm>
            <a:custGeom>
              <a:avLst/>
              <a:gdLst/>
              <a:ahLst/>
              <a:cxnLst/>
              <a:rect l="l" t="t" r="r" b="b"/>
              <a:pathLst>
                <a:path w="2834" h="490" extrusionOk="0">
                  <a:moveTo>
                    <a:pt x="245" y="1"/>
                  </a:moveTo>
                  <a:lnTo>
                    <a:pt x="147" y="25"/>
                  </a:lnTo>
                  <a:lnTo>
                    <a:pt x="74" y="74"/>
                  </a:lnTo>
                  <a:lnTo>
                    <a:pt x="25" y="147"/>
                  </a:lnTo>
                  <a:lnTo>
                    <a:pt x="1" y="245"/>
                  </a:lnTo>
                  <a:lnTo>
                    <a:pt x="25" y="343"/>
                  </a:lnTo>
                  <a:lnTo>
                    <a:pt x="74" y="416"/>
                  </a:lnTo>
                  <a:lnTo>
                    <a:pt x="147" y="465"/>
                  </a:lnTo>
                  <a:lnTo>
                    <a:pt x="245" y="489"/>
                  </a:lnTo>
                  <a:lnTo>
                    <a:pt x="2589" y="489"/>
                  </a:lnTo>
                  <a:lnTo>
                    <a:pt x="2687" y="465"/>
                  </a:lnTo>
                  <a:lnTo>
                    <a:pt x="2760" y="416"/>
                  </a:lnTo>
                  <a:lnTo>
                    <a:pt x="2809" y="343"/>
                  </a:lnTo>
                  <a:lnTo>
                    <a:pt x="2834" y="245"/>
                  </a:lnTo>
                  <a:lnTo>
                    <a:pt x="2809" y="147"/>
                  </a:lnTo>
                  <a:lnTo>
                    <a:pt x="2760" y="74"/>
                  </a:lnTo>
                  <a:lnTo>
                    <a:pt x="2687" y="25"/>
                  </a:lnTo>
                  <a:lnTo>
                    <a:pt x="2589" y="1"/>
                  </a:lnTo>
                  <a:close/>
                </a:path>
              </a:pathLst>
            </a:custGeom>
            <a:solidFill>
              <a:srgbClr val="A7A4BC"/>
            </a:solidFill>
            <a:ln>
              <a:noFill/>
            </a:ln>
          </p:spPr>
          <p:txBody>
            <a:bodyPr spcFirstLastPara="1" wrap="square" lIns="91425" tIns="91425" rIns="91425" bIns="91425" anchor="ctr" anchorCtr="0">
              <a:noAutofit/>
            </a:bodyPr>
            <a:lstStyle/>
            <a:p>
              <a:pPr marL="0" lvl="0" indent="0" algn="l">
                <a:spcBef>
                  <a:spcPts val="0"/>
                </a:spcBef>
                <a:spcAft>
                  <a:spcPts val="0"/>
                </a:spcAft>
                <a:buNone/>
                <a:defRPr/>
              </a:pPr>
              <a:endParaRPr/>
            </a:p>
          </p:txBody>
        </p:sp>
      </p:grpSp>
      <p:grpSp>
        <p:nvGrpSpPr>
          <p:cNvPr id="35" name="Google Shape;426;p40"/>
          <p:cNvGrpSpPr>
            <a:grpSpLocks noChangeAspect="1"/>
          </p:cNvGrpSpPr>
          <p:nvPr userDrawn="1"/>
        </p:nvGrpSpPr>
        <p:grpSpPr bwMode="auto">
          <a:xfrm>
            <a:off x="6088394" y="3574688"/>
            <a:ext cx="974938" cy="974938"/>
            <a:chOff x="1922075" y="1629000"/>
            <a:chExt cx="437200" cy="437200"/>
          </a:xfrm>
        </p:grpSpPr>
        <p:sp>
          <p:nvSpPr>
            <p:cNvPr id="36" name="Google Shape;427;p40"/>
            <p:cNvSpPr/>
            <p:nvPr/>
          </p:nvSpPr>
          <p:spPr bwMode="auto">
            <a:xfrm>
              <a:off x="2208425" y="1629000"/>
              <a:ext cx="150850" cy="150850"/>
            </a:xfrm>
            <a:custGeom>
              <a:avLst/>
              <a:gdLst/>
              <a:ahLst/>
              <a:cxnLst/>
              <a:rect l="l" t="t" r="r" b="b"/>
              <a:pathLst>
                <a:path w="6034" h="6034" extrusionOk="0">
                  <a:moveTo>
                    <a:pt x="2004" y="1"/>
                  </a:moveTo>
                  <a:lnTo>
                    <a:pt x="1881" y="25"/>
                  </a:lnTo>
                  <a:lnTo>
                    <a:pt x="1784" y="50"/>
                  </a:lnTo>
                  <a:lnTo>
                    <a:pt x="1686" y="98"/>
                  </a:lnTo>
                  <a:lnTo>
                    <a:pt x="1588" y="172"/>
                  </a:lnTo>
                  <a:lnTo>
                    <a:pt x="1" y="1784"/>
                  </a:lnTo>
                  <a:lnTo>
                    <a:pt x="4251" y="6033"/>
                  </a:lnTo>
                  <a:lnTo>
                    <a:pt x="5862" y="4446"/>
                  </a:lnTo>
                  <a:lnTo>
                    <a:pt x="5936" y="4348"/>
                  </a:lnTo>
                  <a:lnTo>
                    <a:pt x="5985" y="4250"/>
                  </a:lnTo>
                  <a:lnTo>
                    <a:pt x="6009" y="4153"/>
                  </a:lnTo>
                  <a:lnTo>
                    <a:pt x="6033" y="4031"/>
                  </a:lnTo>
                  <a:lnTo>
                    <a:pt x="6009" y="3933"/>
                  </a:lnTo>
                  <a:lnTo>
                    <a:pt x="5985" y="3811"/>
                  </a:lnTo>
                  <a:lnTo>
                    <a:pt x="5936" y="3713"/>
                  </a:lnTo>
                  <a:lnTo>
                    <a:pt x="5862" y="3615"/>
                  </a:lnTo>
                  <a:lnTo>
                    <a:pt x="2419" y="172"/>
                  </a:lnTo>
                  <a:lnTo>
                    <a:pt x="2321" y="98"/>
                  </a:lnTo>
                  <a:lnTo>
                    <a:pt x="2223" y="50"/>
                  </a:lnTo>
                  <a:lnTo>
                    <a:pt x="2101" y="25"/>
                  </a:lnTo>
                  <a:lnTo>
                    <a:pt x="2004" y="1"/>
                  </a:lnTo>
                  <a:close/>
                </a:path>
              </a:pathLst>
            </a:custGeom>
            <a:solidFill>
              <a:srgbClr val="A7A4BC"/>
            </a:solidFill>
            <a:ln>
              <a:noFill/>
            </a:ln>
          </p:spPr>
          <p:txBody>
            <a:bodyPr spcFirstLastPara="1" wrap="square" lIns="91425" tIns="91425" rIns="91425" bIns="91425" anchor="ctr" anchorCtr="0">
              <a:noAutofit/>
            </a:bodyPr>
            <a:lstStyle/>
            <a:p>
              <a:pPr marL="0" lvl="0" indent="0" algn="l">
                <a:spcBef>
                  <a:spcPts val="0"/>
                </a:spcBef>
                <a:spcAft>
                  <a:spcPts val="0"/>
                </a:spcAft>
                <a:buNone/>
                <a:defRPr/>
              </a:pPr>
              <a:endParaRPr/>
            </a:p>
          </p:txBody>
        </p:sp>
        <p:sp>
          <p:nvSpPr>
            <p:cNvPr id="37" name="Google Shape;428;p40"/>
            <p:cNvSpPr/>
            <p:nvPr/>
          </p:nvSpPr>
          <p:spPr bwMode="auto">
            <a:xfrm>
              <a:off x="1922075" y="1686400"/>
              <a:ext cx="379800" cy="379800"/>
            </a:xfrm>
            <a:custGeom>
              <a:avLst/>
              <a:gdLst/>
              <a:ahLst/>
              <a:cxnLst/>
              <a:rect l="l" t="t" r="r" b="b"/>
              <a:pathLst>
                <a:path w="15192" h="15192" extrusionOk="0">
                  <a:moveTo>
                    <a:pt x="1100" y="10527"/>
                  </a:moveTo>
                  <a:lnTo>
                    <a:pt x="4665" y="14093"/>
                  </a:lnTo>
                  <a:lnTo>
                    <a:pt x="4616" y="14117"/>
                  </a:lnTo>
                  <a:lnTo>
                    <a:pt x="1979" y="14508"/>
                  </a:lnTo>
                  <a:lnTo>
                    <a:pt x="684" y="13213"/>
                  </a:lnTo>
                  <a:lnTo>
                    <a:pt x="1075" y="10576"/>
                  </a:lnTo>
                  <a:lnTo>
                    <a:pt x="1100" y="10527"/>
                  </a:lnTo>
                  <a:close/>
                  <a:moveTo>
                    <a:pt x="10918" y="1"/>
                  </a:moveTo>
                  <a:lnTo>
                    <a:pt x="758" y="10185"/>
                  </a:lnTo>
                  <a:lnTo>
                    <a:pt x="684" y="10258"/>
                  </a:lnTo>
                  <a:lnTo>
                    <a:pt x="636" y="10332"/>
                  </a:lnTo>
                  <a:lnTo>
                    <a:pt x="611" y="10405"/>
                  </a:lnTo>
                  <a:lnTo>
                    <a:pt x="587" y="10502"/>
                  </a:lnTo>
                  <a:lnTo>
                    <a:pt x="1" y="14532"/>
                  </a:lnTo>
                  <a:lnTo>
                    <a:pt x="1" y="14654"/>
                  </a:lnTo>
                  <a:lnTo>
                    <a:pt x="25" y="14801"/>
                  </a:lnTo>
                  <a:lnTo>
                    <a:pt x="98" y="14923"/>
                  </a:lnTo>
                  <a:lnTo>
                    <a:pt x="171" y="15021"/>
                  </a:lnTo>
                  <a:lnTo>
                    <a:pt x="269" y="15094"/>
                  </a:lnTo>
                  <a:lnTo>
                    <a:pt x="367" y="15143"/>
                  </a:lnTo>
                  <a:lnTo>
                    <a:pt x="465" y="15167"/>
                  </a:lnTo>
                  <a:lnTo>
                    <a:pt x="587" y="15192"/>
                  </a:lnTo>
                  <a:lnTo>
                    <a:pt x="660" y="15192"/>
                  </a:lnTo>
                  <a:lnTo>
                    <a:pt x="4690" y="14606"/>
                  </a:lnTo>
                  <a:lnTo>
                    <a:pt x="4861" y="14557"/>
                  </a:lnTo>
                  <a:lnTo>
                    <a:pt x="4934" y="14508"/>
                  </a:lnTo>
                  <a:lnTo>
                    <a:pt x="5007" y="14435"/>
                  </a:lnTo>
                  <a:lnTo>
                    <a:pt x="15192" y="4275"/>
                  </a:lnTo>
                  <a:lnTo>
                    <a:pt x="13970" y="3053"/>
                  </a:lnTo>
                  <a:lnTo>
                    <a:pt x="4152" y="12872"/>
                  </a:lnTo>
                  <a:lnTo>
                    <a:pt x="3810" y="12530"/>
                  </a:lnTo>
                  <a:lnTo>
                    <a:pt x="13629" y="2712"/>
                  </a:lnTo>
                  <a:lnTo>
                    <a:pt x="12481" y="1564"/>
                  </a:lnTo>
                  <a:lnTo>
                    <a:pt x="2663" y="11382"/>
                  </a:lnTo>
                  <a:lnTo>
                    <a:pt x="2321" y="11040"/>
                  </a:lnTo>
                  <a:lnTo>
                    <a:pt x="12139" y="1222"/>
                  </a:lnTo>
                  <a:lnTo>
                    <a:pt x="10918" y="1"/>
                  </a:lnTo>
                  <a:close/>
                </a:path>
              </a:pathLst>
            </a:custGeom>
            <a:solidFill>
              <a:srgbClr val="A7A4BC"/>
            </a:solidFill>
            <a:ln>
              <a:noFill/>
            </a:ln>
          </p:spPr>
          <p:txBody>
            <a:bodyPr spcFirstLastPara="1" wrap="square" lIns="91425" tIns="91425" rIns="91425" bIns="91425" anchor="ctr" anchorCtr="0">
              <a:noAutofit/>
            </a:bodyPr>
            <a:lstStyle/>
            <a:p>
              <a:pPr marL="0" lvl="0" indent="0" algn="l">
                <a:spcBef>
                  <a:spcPts val="0"/>
                </a:spcBef>
                <a:spcAft>
                  <a:spcPts val="0"/>
                </a:spcAft>
                <a:buNone/>
                <a:defRPr/>
              </a:pPr>
              <a:endParaRPr/>
            </a:p>
          </p:txBody>
        </p:sp>
      </p:grpSp>
      <p:grpSp>
        <p:nvGrpSpPr>
          <p:cNvPr id="38" name="Google Shape;429;p40"/>
          <p:cNvGrpSpPr>
            <a:grpSpLocks noChangeAspect="1"/>
          </p:cNvGrpSpPr>
          <p:nvPr userDrawn="1"/>
        </p:nvGrpSpPr>
        <p:grpSpPr bwMode="auto">
          <a:xfrm>
            <a:off x="4514349" y="3536997"/>
            <a:ext cx="1005134" cy="1005134"/>
            <a:chOff x="2594325" y="1627175"/>
            <a:chExt cx="440850" cy="440850"/>
          </a:xfrm>
        </p:grpSpPr>
        <p:sp>
          <p:nvSpPr>
            <p:cNvPr id="39" name="Google Shape;430;p40"/>
            <p:cNvSpPr/>
            <p:nvPr/>
          </p:nvSpPr>
          <p:spPr bwMode="auto">
            <a:xfrm>
              <a:off x="2594325" y="1890950"/>
              <a:ext cx="177075" cy="177075"/>
            </a:xfrm>
            <a:custGeom>
              <a:avLst/>
              <a:gdLst/>
              <a:ahLst/>
              <a:cxnLst/>
              <a:rect l="l" t="t" r="r" b="b"/>
              <a:pathLst>
                <a:path w="7083" h="7083" extrusionOk="0">
                  <a:moveTo>
                    <a:pt x="5544" y="0"/>
                  </a:moveTo>
                  <a:lnTo>
                    <a:pt x="538" y="5984"/>
                  </a:lnTo>
                  <a:lnTo>
                    <a:pt x="0" y="7083"/>
                  </a:lnTo>
                  <a:lnTo>
                    <a:pt x="1099" y="6546"/>
                  </a:lnTo>
                  <a:lnTo>
                    <a:pt x="7083" y="1539"/>
                  </a:lnTo>
                  <a:lnTo>
                    <a:pt x="5544" y="0"/>
                  </a:lnTo>
                  <a:close/>
                </a:path>
              </a:pathLst>
            </a:custGeom>
            <a:solidFill>
              <a:srgbClr val="A7A4BC"/>
            </a:solidFill>
            <a:ln>
              <a:noFill/>
            </a:ln>
          </p:spPr>
          <p:txBody>
            <a:bodyPr spcFirstLastPara="1" wrap="square" lIns="91425" tIns="91425" rIns="91425" bIns="91425" anchor="ctr" anchorCtr="0">
              <a:noAutofit/>
            </a:bodyPr>
            <a:lstStyle/>
            <a:p>
              <a:pPr marL="0" lvl="0" indent="0" algn="l">
                <a:spcBef>
                  <a:spcPts val="0"/>
                </a:spcBef>
                <a:spcAft>
                  <a:spcPts val="0"/>
                </a:spcAft>
                <a:buNone/>
                <a:defRPr/>
              </a:pPr>
              <a:endParaRPr/>
            </a:p>
          </p:txBody>
        </p:sp>
        <p:sp>
          <p:nvSpPr>
            <p:cNvPr id="40" name="Google Shape;431;p40"/>
            <p:cNvSpPr/>
            <p:nvPr/>
          </p:nvSpPr>
          <p:spPr bwMode="auto">
            <a:xfrm>
              <a:off x="2858700" y="1627175"/>
              <a:ext cx="176475" cy="176475"/>
            </a:xfrm>
            <a:custGeom>
              <a:avLst/>
              <a:gdLst/>
              <a:ahLst/>
              <a:cxnLst/>
              <a:rect l="l" t="t" r="r" b="b"/>
              <a:pathLst>
                <a:path w="7059" h="7059" extrusionOk="0">
                  <a:moveTo>
                    <a:pt x="904" y="1"/>
                  </a:moveTo>
                  <a:lnTo>
                    <a:pt x="782" y="25"/>
                  </a:lnTo>
                  <a:lnTo>
                    <a:pt x="684" y="98"/>
                  </a:lnTo>
                  <a:lnTo>
                    <a:pt x="611" y="147"/>
                  </a:lnTo>
                  <a:lnTo>
                    <a:pt x="489" y="294"/>
                  </a:lnTo>
                  <a:lnTo>
                    <a:pt x="367" y="440"/>
                  </a:lnTo>
                  <a:lnTo>
                    <a:pt x="294" y="587"/>
                  </a:lnTo>
                  <a:lnTo>
                    <a:pt x="196" y="733"/>
                  </a:lnTo>
                  <a:lnTo>
                    <a:pt x="74" y="1051"/>
                  </a:lnTo>
                  <a:lnTo>
                    <a:pt x="0" y="1393"/>
                  </a:lnTo>
                  <a:lnTo>
                    <a:pt x="0" y="1735"/>
                  </a:lnTo>
                  <a:lnTo>
                    <a:pt x="25" y="2052"/>
                  </a:lnTo>
                  <a:lnTo>
                    <a:pt x="123" y="2394"/>
                  </a:lnTo>
                  <a:lnTo>
                    <a:pt x="269" y="2711"/>
                  </a:lnTo>
                  <a:lnTo>
                    <a:pt x="4348" y="6790"/>
                  </a:lnTo>
                  <a:lnTo>
                    <a:pt x="4665" y="6937"/>
                  </a:lnTo>
                  <a:lnTo>
                    <a:pt x="5007" y="7034"/>
                  </a:lnTo>
                  <a:lnTo>
                    <a:pt x="5325" y="7059"/>
                  </a:lnTo>
                  <a:lnTo>
                    <a:pt x="5667" y="7059"/>
                  </a:lnTo>
                  <a:lnTo>
                    <a:pt x="6008" y="6986"/>
                  </a:lnTo>
                  <a:lnTo>
                    <a:pt x="6326" y="6863"/>
                  </a:lnTo>
                  <a:lnTo>
                    <a:pt x="6473" y="6766"/>
                  </a:lnTo>
                  <a:lnTo>
                    <a:pt x="6619" y="6692"/>
                  </a:lnTo>
                  <a:lnTo>
                    <a:pt x="6766" y="6570"/>
                  </a:lnTo>
                  <a:lnTo>
                    <a:pt x="6912" y="6448"/>
                  </a:lnTo>
                  <a:lnTo>
                    <a:pt x="6961" y="6375"/>
                  </a:lnTo>
                  <a:lnTo>
                    <a:pt x="7034" y="6277"/>
                  </a:lnTo>
                  <a:lnTo>
                    <a:pt x="7059" y="6155"/>
                  </a:lnTo>
                  <a:lnTo>
                    <a:pt x="7059" y="6057"/>
                  </a:lnTo>
                  <a:lnTo>
                    <a:pt x="7059" y="5960"/>
                  </a:lnTo>
                  <a:lnTo>
                    <a:pt x="7034" y="5862"/>
                  </a:lnTo>
                  <a:lnTo>
                    <a:pt x="6961" y="5764"/>
                  </a:lnTo>
                  <a:lnTo>
                    <a:pt x="6912" y="5667"/>
                  </a:lnTo>
                  <a:lnTo>
                    <a:pt x="1393" y="147"/>
                  </a:lnTo>
                  <a:lnTo>
                    <a:pt x="1295" y="98"/>
                  </a:lnTo>
                  <a:lnTo>
                    <a:pt x="1197" y="25"/>
                  </a:lnTo>
                  <a:lnTo>
                    <a:pt x="1099" y="1"/>
                  </a:lnTo>
                  <a:close/>
                </a:path>
              </a:pathLst>
            </a:custGeom>
            <a:solidFill>
              <a:srgbClr val="A7A4BC"/>
            </a:solidFill>
            <a:ln>
              <a:noFill/>
            </a:ln>
          </p:spPr>
          <p:txBody>
            <a:bodyPr spcFirstLastPara="1" wrap="square" lIns="91425" tIns="91425" rIns="91425" bIns="91425" anchor="ctr" anchorCtr="0">
              <a:noAutofit/>
            </a:bodyPr>
            <a:lstStyle/>
            <a:p>
              <a:pPr marL="0" lvl="0" indent="0" algn="l">
                <a:spcBef>
                  <a:spcPts val="0"/>
                </a:spcBef>
                <a:spcAft>
                  <a:spcPts val="0"/>
                </a:spcAft>
                <a:buNone/>
                <a:defRPr/>
              </a:pPr>
              <a:endParaRPr/>
            </a:p>
          </p:txBody>
        </p:sp>
        <p:sp>
          <p:nvSpPr>
            <p:cNvPr id="41" name="Google Shape;432;p40"/>
            <p:cNvSpPr/>
            <p:nvPr/>
          </p:nvSpPr>
          <p:spPr bwMode="auto">
            <a:xfrm>
              <a:off x="2663325" y="1702275"/>
              <a:ext cx="296750" cy="296775"/>
            </a:xfrm>
            <a:custGeom>
              <a:avLst/>
              <a:gdLst/>
              <a:ahLst/>
              <a:cxnLst/>
              <a:rect l="l" t="t" r="r" b="b"/>
              <a:pathLst>
                <a:path w="11870" h="11871" extrusionOk="0">
                  <a:moveTo>
                    <a:pt x="7718" y="1295"/>
                  </a:moveTo>
                  <a:lnTo>
                    <a:pt x="7815" y="1319"/>
                  </a:lnTo>
                  <a:lnTo>
                    <a:pt x="7889" y="1368"/>
                  </a:lnTo>
                  <a:lnTo>
                    <a:pt x="7938" y="1442"/>
                  </a:lnTo>
                  <a:lnTo>
                    <a:pt x="7938" y="1515"/>
                  </a:lnTo>
                  <a:lnTo>
                    <a:pt x="7938" y="1588"/>
                  </a:lnTo>
                  <a:lnTo>
                    <a:pt x="7889" y="1661"/>
                  </a:lnTo>
                  <a:lnTo>
                    <a:pt x="5862" y="3664"/>
                  </a:lnTo>
                  <a:lnTo>
                    <a:pt x="5788" y="3713"/>
                  </a:lnTo>
                  <a:lnTo>
                    <a:pt x="5715" y="3737"/>
                  </a:lnTo>
                  <a:lnTo>
                    <a:pt x="5642" y="3713"/>
                  </a:lnTo>
                  <a:lnTo>
                    <a:pt x="5569" y="3664"/>
                  </a:lnTo>
                  <a:lnTo>
                    <a:pt x="5520" y="3591"/>
                  </a:lnTo>
                  <a:lnTo>
                    <a:pt x="5495" y="3517"/>
                  </a:lnTo>
                  <a:lnTo>
                    <a:pt x="5520" y="3444"/>
                  </a:lnTo>
                  <a:lnTo>
                    <a:pt x="5569" y="3371"/>
                  </a:lnTo>
                  <a:lnTo>
                    <a:pt x="7571" y="1368"/>
                  </a:lnTo>
                  <a:lnTo>
                    <a:pt x="7644" y="1319"/>
                  </a:lnTo>
                  <a:lnTo>
                    <a:pt x="7718" y="1295"/>
                  </a:lnTo>
                  <a:close/>
                  <a:moveTo>
                    <a:pt x="7767" y="1"/>
                  </a:moveTo>
                  <a:lnTo>
                    <a:pt x="4885" y="2907"/>
                  </a:lnTo>
                  <a:lnTo>
                    <a:pt x="4640" y="2809"/>
                  </a:lnTo>
                  <a:lnTo>
                    <a:pt x="4396" y="2712"/>
                  </a:lnTo>
                  <a:lnTo>
                    <a:pt x="4103" y="2614"/>
                  </a:lnTo>
                  <a:lnTo>
                    <a:pt x="3810" y="2565"/>
                  </a:lnTo>
                  <a:lnTo>
                    <a:pt x="3493" y="2492"/>
                  </a:lnTo>
                  <a:lnTo>
                    <a:pt x="3175" y="2443"/>
                  </a:lnTo>
                  <a:lnTo>
                    <a:pt x="2858" y="2418"/>
                  </a:lnTo>
                  <a:lnTo>
                    <a:pt x="2247" y="2418"/>
                  </a:lnTo>
                  <a:lnTo>
                    <a:pt x="1954" y="2443"/>
                  </a:lnTo>
                  <a:lnTo>
                    <a:pt x="1636" y="2492"/>
                  </a:lnTo>
                  <a:lnTo>
                    <a:pt x="1319" y="2565"/>
                  </a:lnTo>
                  <a:lnTo>
                    <a:pt x="1001" y="2687"/>
                  </a:lnTo>
                  <a:lnTo>
                    <a:pt x="708" y="2809"/>
                  </a:lnTo>
                  <a:lnTo>
                    <a:pt x="415" y="3005"/>
                  </a:lnTo>
                  <a:lnTo>
                    <a:pt x="147" y="3224"/>
                  </a:lnTo>
                  <a:lnTo>
                    <a:pt x="73" y="3298"/>
                  </a:lnTo>
                  <a:lnTo>
                    <a:pt x="24" y="3395"/>
                  </a:lnTo>
                  <a:lnTo>
                    <a:pt x="0" y="3493"/>
                  </a:lnTo>
                  <a:lnTo>
                    <a:pt x="0" y="3615"/>
                  </a:lnTo>
                  <a:lnTo>
                    <a:pt x="0" y="3713"/>
                  </a:lnTo>
                  <a:lnTo>
                    <a:pt x="24" y="3811"/>
                  </a:lnTo>
                  <a:lnTo>
                    <a:pt x="73" y="3908"/>
                  </a:lnTo>
                  <a:lnTo>
                    <a:pt x="147" y="4006"/>
                  </a:lnTo>
                  <a:lnTo>
                    <a:pt x="7864" y="11724"/>
                  </a:lnTo>
                  <a:lnTo>
                    <a:pt x="7962" y="11797"/>
                  </a:lnTo>
                  <a:lnTo>
                    <a:pt x="8060" y="11846"/>
                  </a:lnTo>
                  <a:lnTo>
                    <a:pt x="8157" y="11870"/>
                  </a:lnTo>
                  <a:lnTo>
                    <a:pt x="8377" y="11870"/>
                  </a:lnTo>
                  <a:lnTo>
                    <a:pt x="8475" y="11846"/>
                  </a:lnTo>
                  <a:lnTo>
                    <a:pt x="8573" y="11797"/>
                  </a:lnTo>
                  <a:lnTo>
                    <a:pt x="8646" y="11724"/>
                  </a:lnTo>
                  <a:lnTo>
                    <a:pt x="8866" y="11455"/>
                  </a:lnTo>
                  <a:lnTo>
                    <a:pt x="9061" y="11162"/>
                  </a:lnTo>
                  <a:lnTo>
                    <a:pt x="9183" y="10869"/>
                  </a:lnTo>
                  <a:lnTo>
                    <a:pt x="9305" y="10551"/>
                  </a:lnTo>
                  <a:lnTo>
                    <a:pt x="9379" y="10234"/>
                  </a:lnTo>
                  <a:lnTo>
                    <a:pt x="9427" y="9916"/>
                  </a:lnTo>
                  <a:lnTo>
                    <a:pt x="9452" y="9623"/>
                  </a:lnTo>
                  <a:lnTo>
                    <a:pt x="9452" y="9330"/>
                  </a:lnTo>
                  <a:lnTo>
                    <a:pt x="9452" y="9013"/>
                  </a:lnTo>
                  <a:lnTo>
                    <a:pt x="9427" y="8695"/>
                  </a:lnTo>
                  <a:lnTo>
                    <a:pt x="9379" y="8378"/>
                  </a:lnTo>
                  <a:lnTo>
                    <a:pt x="9305" y="8060"/>
                  </a:lnTo>
                  <a:lnTo>
                    <a:pt x="9256" y="7767"/>
                  </a:lnTo>
                  <a:lnTo>
                    <a:pt x="9159" y="7474"/>
                  </a:lnTo>
                  <a:lnTo>
                    <a:pt x="9061" y="7230"/>
                  </a:lnTo>
                  <a:lnTo>
                    <a:pt x="8963" y="6986"/>
                  </a:lnTo>
                  <a:lnTo>
                    <a:pt x="11870" y="4104"/>
                  </a:lnTo>
                  <a:lnTo>
                    <a:pt x="7767" y="1"/>
                  </a:lnTo>
                  <a:close/>
                </a:path>
              </a:pathLst>
            </a:custGeom>
            <a:solidFill>
              <a:srgbClr val="A7A4BC"/>
            </a:solidFill>
            <a:ln>
              <a:noFill/>
            </a:ln>
          </p:spPr>
          <p:txBody>
            <a:bodyPr spcFirstLastPara="1" wrap="square" lIns="91425" tIns="91425" rIns="91425" bIns="91425" anchor="ctr" anchorCtr="0">
              <a:noAutofit/>
            </a:bodyPr>
            <a:lstStyle/>
            <a:p>
              <a:pPr marL="0" lvl="0" indent="0" algn="l">
                <a:spcBef>
                  <a:spcPts val="0"/>
                </a:spcBef>
                <a:spcAft>
                  <a:spcPts val="0"/>
                </a:spcAft>
                <a:buNone/>
                <a:defRPr/>
              </a:pPr>
              <a:endParaRPr/>
            </a:p>
          </p:txBody>
        </p:sp>
      </p:grpSp>
      <p:sp>
        <p:nvSpPr>
          <p:cNvPr id="42" name="Google Shape;488;p40"/>
          <p:cNvSpPr>
            <a:spLocks noChangeAspect="1"/>
          </p:cNvSpPr>
          <p:nvPr userDrawn="1"/>
        </p:nvSpPr>
        <p:spPr bwMode="auto">
          <a:xfrm>
            <a:off x="6225064" y="1724791"/>
            <a:ext cx="1245939" cy="1599223"/>
          </a:xfrm>
          <a:custGeom>
            <a:avLst/>
            <a:gdLst/>
            <a:ahLst/>
            <a:cxnLst/>
            <a:rect l="l" t="t" r="r" b="b"/>
            <a:pathLst>
              <a:path w="16022" h="20565" extrusionOk="0">
                <a:moveTo>
                  <a:pt x="14434" y="1588"/>
                </a:moveTo>
                <a:lnTo>
                  <a:pt x="14434" y="17683"/>
                </a:lnTo>
                <a:lnTo>
                  <a:pt x="1588" y="17683"/>
                </a:lnTo>
                <a:lnTo>
                  <a:pt x="1588" y="1588"/>
                </a:lnTo>
                <a:close/>
                <a:moveTo>
                  <a:pt x="8011" y="18293"/>
                </a:moveTo>
                <a:lnTo>
                  <a:pt x="8182" y="18318"/>
                </a:lnTo>
                <a:lnTo>
                  <a:pt x="8328" y="18366"/>
                </a:lnTo>
                <a:lnTo>
                  <a:pt x="8475" y="18440"/>
                </a:lnTo>
                <a:lnTo>
                  <a:pt x="8597" y="18537"/>
                </a:lnTo>
                <a:lnTo>
                  <a:pt x="8695" y="18660"/>
                </a:lnTo>
                <a:lnTo>
                  <a:pt x="8768" y="18806"/>
                </a:lnTo>
                <a:lnTo>
                  <a:pt x="8817" y="18953"/>
                </a:lnTo>
                <a:lnTo>
                  <a:pt x="8841" y="19124"/>
                </a:lnTo>
                <a:lnTo>
                  <a:pt x="8817" y="19295"/>
                </a:lnTo>
                <a:lnTo>
                  <a:pt x="8768" y="19441"/>
                </a:lnTo>
                <a:lnTo>
                  <a:pt x="8695" y="19588"/>
                </a:lnTo>
                <a:lnTo>
                  <a:pt x="8597" y="19710"/>
                </a:lnTo>
                <a:lnTo>
                  <a:pt x="8475" y="19807"/>
                </a:lnTo>
                <a:lnTo>
                  <a:pt x="8328" y="19881"/>
                </a:lnTo>
                <a:lnTo>
                  <a:pt x="8182" y="19930"/>
                </a:lnTo>
                <a:lnTo>
                  <a:pt x="8011" y="19954"/>
                </a:lnTo>
                <a:lnTo>
                  <a:pt x="7840" y="19930"/>
                </a:lnTo>
                <a:lnTo>
                  <a:pt x="7693" y="19881"/>
                </a:lnTo>
                <a:lnTo>
                  <a:pt x="7547" y="19807"/>
                </a:lnTo>
                <a:lnTo>
                  <a:pt x="7425" y="19710"/>
                </a:lnTo>
                <a:lnTo>
                  <a:pt x="7327" y="19588"/>
                </a:lnTo>
                <a:lnTo>
                  <a:pt x="7254" y="19441"/>
                </a:lnTo>
                <a:lnTo>
                  <a:pt x="7205" y="19295"/>
                </a:lnTo>
                <a:lnTo>
                  <a:pt x="7181" y="19124"/>
                </a:lnTo>
                <a:lnTo>
                  <a:pt x="7205" y="18953"/>
                </a:lnTo>
                <a:lnTo>
                  <a:pt x="7254" y="18806"/>
                </a:lnTo>
                <a:lnTo>
                  <a:pt x="7327" y="18660"/>
                </a:lnTo>
                <a:lnTo>
                  <a:pt x="7425" y="18537"/>
                </a:lnTo>
                <a:lnTo>
                  <a:pt x="7547" y="18440"/>
                </a:lnTo>
                <a:lnTo>
                  <a:pt x="7693" y="18366"/>
                </a:lnTo>
                <a:lnTo>
                  <a:pt x="7840" y="18318"/>
                </a:lnTo>
                <a:lnTo>
                  <a:pt x="8011" y="18293"/>
                </a:lnTo>
                <a:close/>
                <a:moveTo>
                  <a:pt x="1270" y="0"/>
                </a:moveTo>
                <a:lnTo>
                  <a:pt x="1026" y="25"/>
                </a:lnTo>
                <a:lnTo>
                  <a:pt x="782" y="98"/>
                </a:lnTo>
                <a:lnTo>
                  <a:pt x="562" y="220"/>
                </a:lnTo>
                <a:lnTo>
                  <a:pt x="367" y="367"/>
                </a:lnTo>
                <a:lnTo>
                  <a:pt x="220" y="562"/>
                </a:lnTo>
                <a:lnTo>
                  <a:pt x="98" y="782"/>
                </a:lnTo>
                <a:lnTo>
                  <a:pt x="25" y="1026"/>
                </a:lnTo>
                <a:lnTo>
                  <a:pt x="0" y="1295"/>
                </a:lnTo>
                <a:lnTo>
                  <a:pt x="0" y="19270"/>
                </a:lnTo>
                <a:lnTo>
                  <a:pt x="25" y="19539"/>
                </a:lnTo>
                <a:lnTo>
                  <a:pt x="98" y="19783"/>
                </a:lnTo>
                <a:lnTo>
                  <a:pt x="220" y="20003"/>
                </a:lnTo>
                <a:lnTo>
                  <a:pt x="367" y="20198"/>
                </a:lnTo>
                <a:lnTo>
                  <a:pt x="562" y="20345"/>
                </a:lnTo>
                <a:lnTo>
                  <a:pt x="782" y="20467"/>
                </a:lnTo>
                <a:lnTo>
                  <a:pt x="1026" y="20540"/>
                </a:lnTo>
                <a:lnTo>
                  <a:pt x="1270" y="20565"/>
                </a:lnTo>
                <a:lnTo>
                  <a:pt x="14752" y="20565"/>
                </a:lnTo>
                <a:lnTo>
                  <a:pt x="14996" y="20540"/>
                </a:lnTo>
                <a:lnTo>
                  <a:pt x="15240" y="20467"/>
                </a:lnTo>
                <a:lnTo>
                  <a:pt x="15460" y="20345"/>
                </a:lnTo>
                <a:lnTo>
                  <a:pt x="15655" y="20198"/>
                </a:lnTo>
                <a:lnTo>
                  <a:pt x="15802" y="20003"/>
                </a:lnTo>
                <a:lnTo>
                  <a:pt x="15924" y="19783"/>
                </a:lnTo>
                <a:lnTo>
                  <a:pt x="15997" y="19539"/>
                </a:lnTo>
                <a:lnTo>
                  <a:pt x="16022" y="19270"/>
                </a:lnTo>
                <a:lnTo>
                  <a:pt x="16022" y="1295"/>
                </a:lnTo>
                <a:lnTo>
                  <a:pt x="15997" y="1026"/>
                </a:lnTo>
                <a:lnTo>
                  <a:pt x="15924" y="782"/>
                </a:lnTo>
                <a:lnTo>
                  <a:pt x="15802" y="562"/>
                </a:lnTo>
                <a:lnTo>
                  <a:pt x="15655" y="367"/>
                </a:lnTo>
                <a:lnTo>
                  <a:pt x="15460" y="220"/>
                </a:lnTo>
                <a:lnTo>
                  <a:pt x="15240" y="98"/>
                </a:lnTo>
                <a:lnTo>
                  <a:pt x="14996" y="25"/>
                </a:lnTo>
                <a:lnTo>
                  <a:pt x="14752" y="0"/>
                </a:lnTo>
                <a:close/>
              </a:path>
            </a:pathLst>
          </a:custGeom>
          <a:solidFill>
            <a:srgbClr val="A7A4BC"/>
          </a:solidFill>
          <a:ln>
            <a:noFill/>
          </a:ln>
        </p:spPr>
        <p:txBody>
          <a:bodyPr spcFirstLastPara="1" wrap="square" lIns="91425" tIns="91425" rIns="91425" bIns="91425" anchor="ctr" anchorCtr="0">
            <a:noAutofit/>
          </a:bodyPr>
          <a:lstStyle/>
          <a:p>
            <a:pPr marL="0" lvl="0" indent="0" algn="l">
              <a:spcBef>
                <a:spcPts val="0"/>
              </a:spcBef>
              <a:spcAft>
                <a:spcPts val="0"/>
              </a:spcAft>
              <a:buNone/>
              <a:defRPr/>
            </a:pPr>
            <a:endParaRPr/>
          </a:p>
        </p:txBody>
      </p:sp>
      <p:sp>
        <p:nvSpPr>
          <p:cNvPr id="43" name="Google Shape;489;p40"/>
          <p:cNvSpPr>
            <a:spLocks noChangeAspect="1"/>
          </p:cNvSpPr>
          <p:nvPr userDrawn="1"/>
        </p:nvSpPr>
        <p:spPr bwMode="auto">
          <a:xfrm>
            <a:off x="4980938" y="1713050"/>
            <a:ext cx="903927" cy="1566072"/>
          </a:xfrm>
          <a:custGeom>
            <a:avLst/>
            <a:gdLst/>
            <a:ahLst/>
            <a:cxnLst/>
            <a:rect l="l" t="t" r="r" b="b"/>
            <a:pathLst>
              <a:path w="11870" h="20565" extrusionOk="0">
                <a:moveTo>
                  <a:pt x="6301" y="977"/>
                </a:moveTo>
                <a:lnTo>
                  <a:pt x="6423" y="1002"/>
                </a:lnTo>
                <a:lnTo>
                  <a:pt x="6497" y="1075"/>
                </a:lnTo>
                <a:lnTo>
                  <a:pt x="6570" y="1148"/>
                </a:lnTo>
                <a:lnTo>
                  <a:pt x="6594" y="1270"/>
                </a:lnTo>
                <a:lnTo>
                  <a:pt x="6570" y="1368"/>
                </a:lnTo>
                <a:lnTo>
                  <a:pt x="6497" y="1466"/>
                </a:lnTo>
                <a:lnTo>
                  <a:pt x="6423" y="1515"/>
                </a:lnTo>
                <a:lnTo>
                  <a:pt x="6301" y="1539"/>
                </a:lnTo>
                <a:lnTo>
                  <a:pt x="5569" y="1539"/>
                </a:lnTo>
                <a:lnTo>
                  <a:pt x="5446" y="1515"/>
                </a:lnTo>
                <a:lnTo>
                  <a:pt x="5373" y="1466"/>
                </a:lnTo>
                <a:lnTo>
                  <a:pt x="5300" y="1368"/>
                </a:lnTo>
                <a:lnTo>
                  <a:pt x="5276" y="1270"/>
                </a:lnTo>
                <a:lnTo>
                  <a:pt x="5300" y="1148"/>
                </a:lnTo>
                <a:lnTo>
                  <a:pt x="5373" y="1075"/>
                </a:lnTo>
                <a:lnTo>
                  <a:pt x="5446" y="1002"/>
                </a:lnTo>
                <a:lnTo>
                  <a:pt x="5569" y="977"/>
                </a:lnTo>
                <a:close/>
                <a:moveTo>
                  <a:pt x="10575" y="2565"/>
                </a:moveTo>
                <a:lnTo>
                  <a:pt x="10575" y="16706"/>
                </a:lnTo>
                <a:lnTo>
                  <a:pt x="1295" y="16706"/>
                </a:lnTo>
                <a:lnTo>
                  <a:pt x="1295" y="2565"/>
                </a:lnTo>
                <a:close/>
                <a:moveTo>
                  <a:pt x="5935" y="17780"/>
                </a:moveTo>
                <a:lnTo>
                  <a:pt x="6106" y="17805"/>
                </a:lnTo>
                <a:lnTo>
                  <a:pt x="6277" y="17854"/>
                </a:lnTo>
                <a:lnTo>
                  <a:pt x="6423" y="17927"/>
                </a:lnTo>
                <a:lnTo>
                  <a:pt x="6545" y="18025"/>
                </a:lnTo>
                <a:lnTo>
                  <a:pt x="6643" y="18147"/>
                </a:lnTo>
                <a:lnTo>
                  <a:pt x="6716" y="18293"/>
                </a:lnTo>
                <a:lnTo>
                  <a:pt x="6765" y="18464"/>
                </a:lnTo>
                <a:lnTo>
                  <a:pt x="6790" y="18635"/>
                </a:lnTo>
                <a:lnTo>
                  <a:pt x="6765" y="18806"/>
                </a:lnTo>
                <a:lnTo>
                  <a:pt x="6716" y="18977"/>
                </a:lnTo>
                <a:lnTo>
                  <a:pt x="6643" y="19124"/>
                </a:lnTo>
                <a:lnTo>
                  <a:pt x="6545" y="19246"/>
                </a:lnTo>
                <a:lnTo>
                  <a:pt x="6423" y="19343"/>
                </a:lnTo>
                <a:lnTo>
                  <a:pt x="6277" y="19417"/>
                </a:lnTo>
                <a:lnTo>
                  <a:pt x="6106" y="19465"/>
                </a:lnTo>
                <a:lnTo>
                  <a:pt x="5935" y="19490"/>
                </a:lnTo>
                <a:lnTo>
                  <a:pt x="5764" y="19465"/>
                </a:lnTo>
                <a:lnTo>
                  <a:pt x="5593" y="19417"/>
                </a:lnTo>
                <a:lnTo>
                  <a:pt x="5446" y="19343"/>
                </a:lnTo>
                <a:lnTo>
                  <a:pt x="5324" y="19246"/>
                </a:lnTo>
                <a:lnTo>
                  <a:pt x="5227" y="19124"/>
                </a:lnTo>
                <a:lnTo>
                  <a:pt x="5153" y="18977"/>
                </a:lnTo>
                <a:lnTo>
                  <a:pt x="5105" y="18806"/>
                </a:lnTo>
                <a:lnTo>
                  <a:pt x="5080" y="18635"/>
                </a:lnTo>
                <a:lnTo>
                  <a:pt x="5105" y="18464"/>
                </a:lnTo>
                <a:lnTo>
                  <a:pt x="5153" y="18293"/>
                </a:lnTo>
                <a:lnTo>
                  <a:pt x="5227" y="18147"/>
                </a:lnTo>
                <a:lnTo>
                  <a:pt x="5324" y="18025"/>
                </a:lnTo>
                <a:lnTo>
                  <a:pt x="5446" y="17927"/>
                </a:lnTo>
                <a:lnTo>
                  <a:pt x="5593" y="17854"/>
                </a:lnTo>
                <a:lnTo>
                  <a:pt x="5764" y="17805"/>
                </a:lnTo>
                <a:lnTo>
                  <a:pt x="5935" y="17780"/>
                </a:lnTo>
                <a:close/>
                <a:moveTo>
                  <a:pt x="1295" y="0"/>
                </a:moveTo>
                <a:lnTo>
                  <a:pt x="1026" y="25"/>
                </a:lnTo>
                <a:lnTo>
                  <a:pt x="782" y="98"/>
                </a:lnTo>
                <a:lnTo>
                  <a:pt x="562" y="220"/>
                </a:lnTo>
                <a:lnTo>
                  <a:pt x="366" y="367"/>
                </a:lnTo>
                <a:lnTo>
                  <a:pt x="220" y="562"/>
                </a:lnTo>
                <a:lnTo>
                  <a:pt x="98" y="782"/>
                </a:lnTo>
                <a:lnTo>
                  <a:pt x="25" y="1026"/>
                </a:lnTo>
                <a:lnTo>
                  <a:pt x="0" y="1295"/>
                </a:lnTo>
                <a:lnTo>
                  <a:pt x="0" y="19270"/>
                </a:lnTo>
                <a:lnTo>
                  <a:pt x="25" y="19539"/>
                </a:lnTo>
                <a:lnTo>
                  <a:pt x="98" y="19783"/>
                </a:lnTo>
                <a:lnTo>
                  <a:pt x="220" y="20003"/>
                </a:lnTo>
                <a:lnTo>
                  <a:pt x="366" y="20198"/>
                </a:lnTo>
                <a:lnTo>
                  <a:pt x="562" y="20345"/>
                </a:lnTo>
                <a:lnTo>
                  <a:pt x="782" y="20467"/>
                </a:lnTo>
                <a:lnTo>
                  <a:pt x="1026" y="20540"/>
                </a:lnTo>
                <a:lnTo>
                  <a:pt x="1295" y="20565"/>
                </a:lnTo>
                <a:lnTo>
                  <a:pt x="10575" y="20565"/>
                </a:lnTo>
                <a:lnTo>
                  <a:pt x="10844" y="20540"/>
                </a:lnTo>
                <a:lnTo>
                  <a:pt x="11088" y="20467"/>
                </a:lnTo>
                <a:lnTo>
                  <a:pt x="11308" y="20345"/>
                </a:lnTo>
                <a:lnTo>
                  <a:pt x="11503" y="20198"/>
                </a:lnTo>
                <a:lnTo>
                  <a:pt x="11650" y="20003"/>
                </a:lnTo>
                <a:lnTo>
                  <a:pt x="11772" y="19783"/>
                </a:lnTo>
                <a:lnTo>
                  <a:pt x="11845" y="19539"/>
                </a:lnTo>
                <a:lnTo>
                  <a:pt x="11870" y="19270"/>
                </a:lnTo>
                <a:lnTo>
                  <a:pt x="11870" y="1295"/>
                </a:lnTo>
                <a:lnTo>
                  <a:pt x="11845" y="1026"/>
                </a:lnTo>
                <a:lnTo>
                  <a:pt x="11772" y="782"/>
                </a:lnTo>
                <a:lnTo>
                  <a:pt x="11650" y="562"/>
                </a:lnTo>
                <a:lnTo>
                  <a:pt x="11503" y="367"/>
                </a:lnTo>
                <a:lnTo>
                  <a:pt x="11308" y="220"/>
                </a:lnTo>
                <a:lnTo>
                  <a:pt x="11088" y="98"/>
                </a:lnTo>
                <a:lnTo>
                  <a:pt x="10844" y="25"/>
                </a:lnTo>
                <a:lnTo>
                  <a:pt x="10575" y="0"/>
                </a:lnTo>
                <a:close/>
              </a:path>
            </a:pathLst>
          </a:custGeom>
          <a:solidFill>
            <a:srgbClr val="A7A4BC"/>
          </a:solidFill>
          <a:ln>
            <a:noFill/>
          </a:ln>
        </p:spPr>
        <p:txBody>
          <a:bodyPr spcFirstLastPara="1" wrap="square" lIns="91425" tIns="91425" rIns="91425" bIns="91425" anchor="ctr" anchorCtr="0">
            <a:noAutofit/>
          </a:bodyPr>
          <a:lstStyle/>
          <a:p>
            <a:pPr marL="0" lvl="0" indent="0" algn="l">
              <a:spcBef>
                <a:spcPts val="0"/>
              </a:spcBef>
              <a:spcAft>
                <a:spcPts val="0"/>
              </a:spcAft>
              <a:buNone/>
              <a:defRPr/>
            </a:pPr>
            <a:endParaRPr/>
          </a:p>
        </p:txBody>
      </p:sp>
      <p:grpSp>
        <p:nvGrpSpPr>
          <p:cNvPr id="44" name="Google Shape;490;p40"/>
          <p:cNvGrpSpPr>
            <a:grpSpLocks noChangeAspect="1"/>
          </p:cNvGrpSpPr>
          <p:nvPr userDrawn="1"/>
        </p:nvGrpSpPr>
        <p:grpSpPr bwMode="auto">
          <a:xfrm>
            <a:off x="7906067" y="1750254"/>
            <a:ext cx="1622856" cy="1562899"/>
            <a:chOff x="2583325" y="2972875"/>
            <a:chExt cx="462850" cy="445750"/>
          </a:xfrm>
        </p:grpSpPr>
        <p:sp>
          <p:nvSpPr>
            <p:cNvPr id="45" name="Google Shape;491;p40"/>
            <p:cNvSpPr/>
            <p:nvPr/>
          </p:nvSpPr>
          <p:spPr bwMode="auto">
            <a:xfrm>
              <a:off x="2701774" y="3323350"/>
              <a:ext cx="225950" cy="95275"/>
            </a:xfrm>
            <a:custGeom>
              <a:avLst/>
              <a:gdLst/>
              <a:ahLst/>
              <a:cxnLst/>
              <a:rect l="l" t="t" r="r" b="b"/>
              <a:pathLst>
                <a:path w="9038" h="3811" extrusionOk="0">
                  <a:moveTo>
                    <a:pt x="2956" y="1"/>
                  </a:moveTo>
                  <a:lnTo>
                    <a:pt x="2956" y="2956"/>
                  </a:lnTo>
                  <a:lnTo>
                    <a:pt x="685" y="2956"/>
                  </a:lnTo>
                  <a:lnTo>
                    <a:pt x="514" y="3005"/>
                  </a:lnTo>
                  <a:lnTo>
                    <a:pt x="367" y="3103"/>
                  </a:lnTo>
                  <a:lnTo>
                    <a:pt x="245" y="3200"/>
                  </a:lnTo>
                  <a:lnTo>
                    <a:pt x="147" y="3322"/>
                  </a:lnTo>
                  <a:lnTo>
                    <a:pt x="50" y="3469"/>
                  </a:lnTo>
                  <a:lnTo>
                    <a:pt x="1" y="3640"/>
                  </a:lnTo>
                  <a:lnTo>
                    <a:pt x="1" y="3811"/>
                  </a:lnTo>
                  <a:lnTo>
                    <a:pt x="9037" y="3811"/>
                  </a:lnTo>
                  <a:lnTo>
                    <a:pt x="9037" y="3640"/>
                  </a:lnTo>
                  <a:lnTo>
                    <a:pt x="8988" y="3469"/>
                  </a:lnTo>
                  <a:lnTo>
                    <a:pt x="8891" y="3322"/>
                  </a:lnTo>
                  <a:lnTo>
                    <a:pt x="8793" y="3200"/>
                  </a:lnTo>
                  <a:lnTo>
                    <a:pt x="8671" y="3103"/>
                  </a:lnTo>
                  <a:lnTo>
                    <a:pt x="8524" y="3005"/>
                  </a:lnTo>
                  <a:lnTo>
                    <a:pt x="8353" y="2956"/>
                  </a:lnTo>
                  <a:lnTo>
                    <a:pt x="6082" y="2956"/>
                  </a:lnTo>
                  <a:lnTo>
                    <a:pt x="6082" y="1"/>
                  </a:lnTo>
                  <a:close/>
                </a:path>
              </a:pathLst>
            </a:custGeom>
            <a:solidFill>
              <a:srgbClr val="A7A4BC"/>
            </a:solidFill>
            <a:ln>
              <a:noFill/>
            </a:ln>
          </p:spPr>
          <p:txBody>
            <a:bodyPr spcFirstLastPara="1" wrap="square" lIns="91425" tIns="91425" rIns="91425" bIns="91425" anchor="ctr" anchorCtr="0">
              <a:noAutofit/>
            </a:bodyPr>
            <a:lstStyle/>
            <a:p>
              <a:pPr marL="0" lvl="0" indent="0" algn="l">
                <a:spcBef>
                  <a:spcPts val="0"/>
                </a:spcBef>
                <a:spcAft>
                  <a:spcPts val="0"/>
                </a:spcAft>
                <a:buNone/>
                <a:defRPr/>
              </a:pPr>
              <a:endParaRPr/>
            </a:p>
          </p:txBody>
        </p:sp>
        <p:sp>
          <p:nvSpPr>
            <p:cNvPr id="46" name="Google Shape;492;p40"/>
            <p:cNvSpPr/>
            <p:nvPr/>
          </p:nvSpPr>
          <p:spPr bwMode="auto">
            <a:xfrm>
              <a:off x="2583325" y="2972875"/>
              <a:ext cx="462850" cy="337075"/>
            </a:xfrm>
            <a:custGeom>
              <a:avLst/>
              <a:gdLst/>
              <a:ahLst/>
              <a:cxnLst/>
              <a:rect l="l" t="t" r="r" b="b"/>
              <a:pathLst>
                <a:path w="18514" h="13483" extrusionOk="0">
                  <a:moveTo>
                    <a:pt x="17048" y="1466"/>
                  </a:moveTo>
                  <a:lnTo>
                    <a:pt x="17048" y="12017"/>
                  </a:lnTo>
                  <a:lnTo>
                    <a:pt x="1466" y="12017"/>
                  </a:lnTo>
                  <a:lnTo>
                    <a:pt x="1466" y="1466"/>
                  </a:lnTo>
                  <a:close/>
                  <a:moveTo>
                    <a:pt x="391" y="1"/>
                  </a:moveTo>
                  <a:lnTo>
                    <a:pt x="318" y="50"/>
                  </a:lnTo>
                  <a:lnTo>
                    <a:pt x="220" y="74"/>
                  </a:lnTo>
                  <a:lnTo>
                    <a:pt x="147" y="148"/>
                  </a:lnTo>
                  <a:lnTo>
                    <a:pt x="98" y="221"/>
                  </a:lnTo>
                  <a:lnTo>
                    <a:pt x="49" y="294"/>
                  </a:lnTo>
                  <a:lnTo>
                    <a:pt x="25" y="392"/>
                  </a:lnTo>
                  <a:lnTo>
                    <a:pt x="1" y="489"/>
                  </a:lnTo>
                  <a:lnTo>
                    <a:pt x="1" y="12994"/>
                  </a:lnTo>
                  <a:lnTo>
                    <a:pt x="25" y="13092"/>
                  </a:lnTo>
                  <a:lnTo>
                    <a:pt x="49" y="13189"/>
                  </a:lnTo>
                  <a:lnTo>
                    <a:pt x="98" y="13263"/>
                  </a:lnTo>
                  <a:lnTo>
                    <a:pt x="147" y="13336"/>
                  </a:lnTo>
                  <a:lnTo>
                    <a:pt x="220" y="13409"/>
                  </a:lnTo>
                  <a:lnTo>
                    <a:pt x="318" y="13434"/>
                  </a:lnTo>
                  <a:lnTo>
                    <a:pt x="391" y="13483"/>
                  </a:lnTo>
                  <a:lnTo>
                    <a:pt x="18123" y="13483"/>
                  </a:lnTo>
                  <a:lnTo>
                    <a:pt x="18196" y="13434"/>
                  </a:lnTo>
                  <a:lnTo>
                    <a:pt x="18293" y="13409"/>
                  </a:lnTo>
                  <a:lnTo>
                    <a:pt x="18367" y="13336"/>
                  </a:lnTo>
                  <a:lnTo>
                    <a:pt x="18416" y="13263"/>
                  </a:lnTo>
                  <a:lnTo>
                    <a:pt x="18464" y="13189"/>
                  </a:lnTo>
                  <a:lnTo>
                    <a:pt x="18489" y="13092"/>
                  </a:lnTo>
                  <a:lnTo>
                    <a:pt x="18513" y="12994"/>
                  </a:lnTo>
                  <a:lnTo>
                    <a:pt x="18513" y="489"/>
                  </a:lnTo>
                  <a:lnTo>
                    <a:pt x="18489" y="392"/>
                  </a:lnTo>
                  <a:lnTo>
                    <a:pt x="18464" y="294"/>
                  </a:lnTo>
                  <a:lnTo>
                    <a:pt x="18416" y="221"/>
                  </a:lnTo>
                  <a:lnTo>
                    <a:pt x="18367" y="148"/>
                  </a:lnTo>
                  <a:lnTo>
                    <a:pt x="18293" y="74"/>
                  </a:lnTo>
                  <a:lnTo>
                    <a:pt x="18196" y="50"/>
                  </a:lnTo>
                  <a:lnTo>
                    <a:pt x="18123" y="1"/>
                  </a:lnTo>
                  <a:close/>
                </a:path>
              </a:pathLst>
            </a:custGeom>
            <a:solidFill>
              <a:srgbClr val="A7A4BC"/>
            </a:solidFill>
            <a:ln>
              <a:noFill/>
            </a:ln>
          </p:spPr>
          <p:txBody>
            <a:bodyPr spcFirstLastPara="1" wrap="square" lIns="91425" tIns="91425" rIns="91425" bIns="91425" anchor="ctr" anchorCtr="0">
              <a:noAutofit/>
            </a:bodyPr>
            <a:lstStyle/>
            <a:p>
              <a:pPr marL="0" lvl="0" indent="0" algn="l">
                <a:spcBef>
                  <a:spcPts val="0"/>
                </a:spcBef>
                <a:spcAft>
                  <a:spcPts val="0"/>
                </a:spcAft>
                <a:buNone/>
                <a:defRPr/>
              </a:pPr>
              <a:endParaRPr/>
            </a:p>
          </p:txBody>
        </p:sp>
      </p:grpSp>
      <p:pic>
        <p:nvPicPr>
          <p:cNvPr id="58" name="Grafik 57"/>
          <p:cNvPicPr>
            <a:picLocks noChangeAspect="1"/>
          </p:cNvPicPr>
          <p:nvPr userDrawn="1"/>
        </p:nvPicPr>
        <p:blipFill>
          <a:blip r:embed="rId11"/>
          <a:stretch/>
        </p:blipFill>
        <p:spPr bwMode="auto">
          <a:xfrm>
            <a:off x="10142224" y="3651773"/>
            <a:ext cx="1726057" cy="1158428"/>
          </a:xfrm>
          <a:prstGeom prst="rect">
            <a:avLst/>
          </a:prstGeom>
        </p:spPr>
      </p:pic>
      <p:pic>
        <p:nvPicPr>
          <p:cNvPr id="1026" name="Picture 2"/>
          <p:cNvPicPr>
            <a:picLocks noChangeAspect="1" noChangeArrowheads="1"/>
          </p:cNvPicPr>
          <p:nvPr userDrawn="1"/>
        </p:nvPicPr>
        <p:blipFill>
          <a:blip r:embed="rId12"/>
          <a:stretch/>
        </p:blipFill>
        <p:spPr bwMode="auto">
          <a:xfrm>
            <a:off x="11700124" y="890575"/>
            <a:ext cx="2921000" cy="2108200"/>
          </a:xfrm>
          <a:prstGeom prst="rect">
            <a:avLst/>
          </a:prstGeom>
          <a:noFill/>
        </p:spPr>
      </p:pic>
      <p:pic>
        <p:nvPicPr>
          <p:cNvPr id="1028" name="Picture 4"/>
          <p:cNvPicPr>
            <a:picLocks noChangeAspect="1" noChangeArrowheads="1"/>
          </p:cNvPicPr>
          <p:nvPr userDrawn="1"/>
        </p:nvPicPr>
        <p:blipFill>
          <a:blip r:embed="rId13"/>
          <a:stretch/>
        </p:blipFill>
        <p:spPr bwMode="auto">
          <a:xfrm>
            <a:off x="14529618" y="1217924"/>
            <a:ext cx="3721100" cy="2082800"/>
          </a:xfrm>
          <a:prstGeom prst="rect">
            <a:avLst/>
          </a:prstGeom>
          <a:noFill/>
        </p:spPr>
      </p:pic>
      <p:pic>
        <p:nvPicPr>
          <p:cNvPr id="1030" name="Picture 6"/>
          <p:cNvPicPr>
            <a:picLocks noChangeAspect="1" noChangeArrowheads="1"/>
          </p:cNvPicPr>
          <p:nvPr userDrawn="1"/>
        </p:nvPicPr>
        <p:blipFill>
          <a:blip r:embed="rId14"/>
          <a:stretch/>
        </p:blipFill>
        <p:spPr bwMode="auto">
          <a:xfrm>
            <a:off x="13755809" y="4850217"/>
            <a:ext cx="1726057" cy="1453522"/>
          </a:xfrm>
          <a:prstGeom prst="rect">
            <a:avLst/>
          </a:prstGeom>
          <a:noFill/>
        </p:spPr>
      </p:pic>
      <p:pic>
        <p:nvPicPr>
          <p:cNvPr id="1032" name="Picture 8"/>
          <p:cNvPicPr>
            <a:picLocks noChangeAspect="1" noChangeArrowheads="1"/>
          </p:cNvPicPr>
          <p:nvPr userDrawn="1"/>
        </p:nvPicPr>
        <p:blipFill>
          <a:blip r:embed="rId15"/>
          <a:stretch/>
        </p:blipFill>
        <p:spPr bwMode="auto">
          <a:xfrm>
            <a:off x="12232967" y="3095399"/>
            <a:ext cx="1887615" cy="1754818"/>
          </a:xfrm>
          <a:prstGeom prst="rect">
            <a:avLst/>
          </a:prstGeom>
          <a:noFill/>
        </p:spPr>
      </p:pic>
      <p:pic>
        <p:nvPicPr>
          <p:cNvPr id="1034" name="Picture 10"/>
          <p:cNvPicPr>
            <a:picLocks noChangeAspect="1" noChangeArrowheads="1"/>
          </p:cNvPicPr>
          <p:nvPr userDrawn="1"/>
        </p:nvPicPr>
        <p:blipFill>
          <a:blip r:embed="rId16"/>
          <a:stretch/>
        </p:blipFill>
        <p:spPr bwMode="auto">
          <a:xfrm>
            <a:off x="8675959" y="5412782"/>
            <a:ext cx="2620189" cy="1074812"/>
          </a:xfrm>
          <a:prstGeom prst="rect">
            <a:avLst/>
          </a:prstGeom>
          <a:noFill/>
        </p:spPr>
      </p:pic>
      <p:pic>
        <p:nvPicPr>
          <p:cNvPr id="1036" name="Picture 12"/>
          <p:cNvPicPr>
            <a:picLocks noChangeAspect="1" noChangeArrowheads="1"/>
          </p:cNvPicPr>
          <p:nvPr userDrawn="1"/>
        </p:nvPicPr>
        <p:blipFill>
          <a:blip r:embed="rId17"/>
          <a:stretch/>
        </p:blipFill>
        <p:spPr bwMode="auto">
          <a:xfrm>
            <a:off x="11417133" y="8901354"/>
            <a:ext cx="2390510" cy="1157224"/>
          </a:xfrm>
          <a:prstGeom prst="rect">
            <a:avLst/>
          </a:prstGeom>
          <a:noFill/>
        </p:spPr>
      </p:pic>
      <p:pic>
        <p:nvPicPr>
          <p:cNvPr id="1038" name="Picture 14"/>
          <p:cNvPicPr>
            <a:picLocks noChangeAspect="1" noChangeArrowheads="1"/>
          </p:cNvPicPr>
          <p:nvPr userDrawn="1"/>
        </p:nvPicPr>
        <p:blipFill>
          <a:blip r:embed="rId18"/>
          <a:stretch/>
        </p:blipFill>
        <p:spPr bwMode="auto">
          <a:xfrm>
            <a:off x="7303731" y="6936730"/>
            <a:ext cx="2288833" cy="1587749"/>
          </a:xfrm>
          <a:prstGeom prst="rect">
            <a:avLst/>
          </a:prstGeom>
          <a:noFill/>
        </p:spPr>
      </p:pic>
      <p:pic>
        <p:nvPicPr>
          <p:cNvPr id="1039" name="Picture 15"/>
          <p:cNvPicPr>
            <a:picLocks noChangeAspect="1" noChangeArrowheads="1"/>
          </p:cNvPicPr>
          <p:nvPr userDrawn="1"/>
        </p:nvPicPr>
        <p:blipFill>
          <a:blip r:embed="rId19"/>
          <a:stretch/>
        </p:blipFill>
        <p:spPr bwMode="auto">
          <a:xfrm>
            <a:off x="16184729" y="6678395"/>
            <a:ext cx="1949303" cy="1519457"/>
          </a:xfrm>
          <a:prstGeom prst="rect">
            <a:avLst/>
          </a:prstGeom>
          <a:noFill/>
        </p:spPr>
      </p:pic>
      <p:pic>
        <p:nvPicPr>
          <p:cNvPr id="1040" name="Picture 16"/>
          <p:cNvPicPr>
            <a:picLocks noChangeAspect="1" noChangeArrowheads="1"/>
          </p:cNvPicPr>
          <p:nvPr userDrawn="1"/>
        </p:nvPicPr>
        <p:blipFill>
          <a:blip r:embed="rId20"/>
          <a:stretch/>
        </p:blipFill>
        <p:spPr bwMode="auto">
          <a:xfrm>
            <a:off x="5525448" y="6847298"/>
            <a:ext cx="1562381" cy="1577404"/>
          </a:xfrm>
          <a:prstGeom prst="rect">
            <a:avLst/>
          </a:prstGeom>
          <a:noFill/>
        </p:spPr>
      </p:pic>
      <p:pic>
        <p:nvPicPr>
          <p:cNvPr id="1045" name="Picture 21"/>
          <p:cNvPicPr>
            <a:picLocks noChangeAspect="1" noChangeArrowheads="1"/>
          </p:cNvPicPr>
          <p:nvPr userDrawn="1"/>
        </p:nvPicPr>
        <p:blipFill>
          <a:blip r:embed="rId21"/>
          <a:stretch/>
        </p:blipFill>
        <p:spPr bwMode="auto">
          <a:xfrm>
            <a:off x="9443146" y="9086104"/>
            <a:ext cx="1646901" cy="979116"/>
          </a:xfrm>
          <a:prstGeom prst="rect">
            <a:avLst/>
          </a:prstGeom>
          <a:noFill/>
        </p:spPr>
      </p:pic>
      <p:pic>
        <p:nvPicPr>
          <p:cNvPr id="1047" name="Picture 23"/>
          <p:cNvPicPr>
            <a:picLocks noChangeAspect="1" noChangeArrowheads="1"/>
          </p:cNvPicPr>
          <p:nvPr userDrawn="1"/>
        </p:nvPicPr>
        <p:blipFill>
          <a:blip r:embed="rId22"/>
          <a:stretch/>
        </p:blipFill>
        <p:spPr bwMode="auto">
          <a:xfrm>
            <a:off x="4958330" y="8641236"/>
            <a:ext cx="1939938" cy="1363792"/>
          </a:xfrm>
          <a:prstGeom prst="rect">
            <a:avLst/>
          </a:prstGeom>
          <a:noFill/>
        </p:spPr>
      </p:pic>
      <p:pic>
        <p:nvPicPr>
          <p:cNvPr id="1048" name="Picture 24"/>
          <p:cNvPicPr>
            <a:picLocks noChangeAspect="1" noChangeArrowheads="1"/>
          </p:cNvPicPr>
          <p:nvPr userDrawn="1"/>
        </p:nvPicPr>
        <p:blipFill>
          <a:blip r:embed="rId23"/>
          <a:stretch/>
        </p:blipFill>
        <p:spPr bwMode="auto">
          <a:xfrm>
            <a:off x="7255942" y="8924883"/>
            <a:ext cx="1706562" cy="1137709"/>
          </a:xfrm>
          <a:prstGeom prst="rect">
            <a:avLst/>
          </a:prstGeom>
          <a:noFill/>
        </p:spPr>
      </p:pic>
      <p:pic>
        <p:nvPicPr>
          <p:cNvPr id="1050" name="Picture 26"/>
          <p:cNvPicPr>
            <a:picLocks noChangeAspect="1" noChangeArrowheads="1"/>
          </p:cNvPicPr>
          <p:nvPr userDrawn="1"/>
        </p:nvPicPr>
        <p:blipFill>
          <a:blip r:embed="rId24"/>
          <a:stretch/>
        </p:blipFill>
        <p:spPr bwMode="auto">
          <a:xfrm>
            <a:off x="14059336" y="8424702"/>
            <a:ext cx="2033866" cy="1538664"/>
          </a:xfrm>
          <a:prstGeom prst="rect">
            <a:avLst/>
          </a:prstGeom>
          <a:noFill/>
        </p:spPr>
      </p:pic>
      <p:pic>
        <p:nvPicPr>
          <p:cNvPr id="1052" name="Picture 28"/>
          <p:cNvPicPr>
            <a:picLocks noChangeAspect="1" noChangeArrowheads="1"/>
          </p:cNvPicPr>
          <p:nvPr userDrawn="1"/>
        </p:nvPicPr>
        <p:blipFill>
          <a:blip r:embed="rId25"/>
          <a:stretch/>
        </p:blipFill>
        <p:spPr bwMode="auto">
          <a:xfrm>
            <a:off x="4693598" y="4800301"/>
            <a:ext cx="1663700" cy="1524000"/>
          </a:xfrm>
          <a:prstGeom prst="rect">
            <a:avLst/>
          </a:prstGeom>
          <a:noFill/>
        </p:spPr>
      </p:pic>
      <p:pic>
        <p:nvPicPr>
          <p:cNvPr id="1053" name="Picture 29"/>
          <p:cNvPicPr>
            <a:picLocks noChangeAspect="1" noChangeArrowheads="1"/>
          </p:cNvPicPr>
          <p:nvPr userDrawn="1"/>
        </p:nvPicPr>
        <p:blipFill>
          <a:blip r:embed="rId26"/>
          <a:stretch/>
        </p:blipFill>
        <p:spPr bwMode="auto">
          <a:xfrm>
            <a:off x="6494308" y="5049355"/>
            <a:ext cx="1803400" cy="1562100"/>
          </a:xfrm>
          <a:prstGeom prst="rect">
            <a:avLst/>
          </a:prstGeom>
          <a:noFill/>
        </p:spPr>
      </p:pic>
      <p:pic>
        <p:nvPicPr>
          <p:cNvPr id="1055" name="Picture 31"/>
          <p:cNvPicPr>
            <a:picLocks noChangeAspect="1" noChangeArrowheads="1"/>
          </p:cNvPicPr>
          <p:nvPr userDrawn="1"/>
        </p:nvPicPr>
        <p:blipFill>
          <a:blip r:embed="rId27"/>
          <a:stretch/>
        </p:blipFill>
        <p:spPr bwMode="auto">
          <a:xfrm>
            <a:off x="2382363" y="8468714"/>
            <a:ext cx="1658539" cy="1494652"/>
          </a:xfrm>
          <a:prstGeom prst="rect">
            <a:avLst/>
          </a:prstGeom>
          <a:noFill/>
        </p:spPr>
      </p:pic>
      <p:pic>
        <p:nvPicPr>
          <p:cNvPr id="1057" name="Picture 33"/>
          <p:cNvPicPr>
            <a:picLocks noChangeAspect="1" noChangeArrowheads="1"/>
          </p:cNvPicPr>
          <p:nvPr userDrawn="1"/>
        </p:nvPicPr>
        <p:blipFill>
          <a:blip r:embed="rId28"/>
          <a:stretch/>
        </p:blipFill>
        <p:spPr bwMode="auto">
          <a:xfrm>
            <a:off x="2775411" y="6582177"/>
            <a:ext cx="2565400" cy="1612900"/>
          </a:xfrm>
          <a:prstGeom prst="rect">
            <a:avLst/>
          </a:prstGeom>
          <a:noFill/>
        </p:spPr>
      </p:pic>
      <p:pic>
        <p:nvPicPr>
          <p:cNvPr id="1059" name="Picture 35"/>
          <p:cNvPicPr>
            <a:picLocks noChangeAspect="1" noChangeArrowheads="1"/>
          </p:cNvPicPr>
          <p:nvPr userDrawn="1"/>
        </p:nvPicPr>
        <p:blipFill>
          <a:blip r:embed="rId29"/>
          <a:stretch/>
        </p:blipFill>
        <p:spPr bwMode="auto">
          <a:xfrm>
            <a:off x="9831262" y="2000770"/>
            <a:ext cx="1868862" cy="1211023"/>
          </a:xfrm>
          <a:prstGeom prst="rect">
            <a:avLst/>
          </a:prstGeom>
          <a:noFill/>
        </p:spPr>
      </p:pic>
      <p:pic>
        <p:nvPicPr>
          <p:cNvPr id="1061" name="Picture 37"/>
          <p:cNvPicPr>
            <a:picLocks noChangeAspect="1" noChangeArrowheads="1"/>
          </p:cNvPicPr>
          <p:nvPr userDrawn="1"/>
        </p:nvPicPr>
        <p:blipFill>
          <a:blip r:embed="rId30"/>
          <a:stretch/>
        </p:blipFill>
        <p:spPr bwMode="auto">
          <a:xfrm>
            <a:off x="7359737" y="3540548"/>
            <a:ext cx="2377773" cy="1319821"/>
          </a:xfrm>
          <a:prstGeom prst="rect">
            <a:avLst/>
          </a:prstGeom>
          <a:noFill/>
        </p:spPr>
      </p:pic>
      <p:pic>
        <p:nvPicPr>
          <p:cNvPr id="1063" name="Picture 39"/>
          <p:cNvPicPr>
            <a:picLocks noChangeAspect="1" noChangeArrowheads="1"/>
          </p:cNvPicPr>
          <p:nvPr userDrawn="1"/>
        </p:nvPicPr>
        <p:blipFill>
          <a:blip r:embed="rId31"/>
          <a:stretch/>
        </p:blipFill>
        <p:spPr bwMode="auto">
          <a:xfrm>
            <a:off x="197038" y="6967110"/>
            <a:ext cx="2098998" cy="1547746"/>
          </a:xfrm>
          <a:prstGeom prst="rect">
            <a:avLst/>
          </a:prstGeom>
          <a:noFill/>
        </p:spPr>
      </p:pic>
      <p:pic>
        <p:nvPicPr>
          <p:cNvPr id="1065" name="Picture 41"/>
          <p:cNvPicPr>
            <a:picLocks noChangeAspect="1" noChangeArrowheads="1"/>
          </p:cNvPicPr>
          <p:nvPr userDrawn="1"/>
        </p:nvPicPr>
        <p:blipFill>
          <a:blip r:embed="rId32"/>
          <a:stretch/>
        </p:blipFill>
        <p:spPr bwMode="auto">
          <a:xfrm>
            <a:off x="27529" y="8712074"/>
            <a:ext cx="2167269" cy="1429476"/>
          </a:xfrm>
          <a:prstGeom prst="rect">
            <a:avLst/>
          </a:prstGeom>
          <a:noFill/>
        </p:spPr>
      </p:pic>
      <p:sp>
        <p:nvSpPr>
          <p:cNvPr id="60" name="Textfeld 59"/>
          <p:cNvSpPr txBox="1"/>
          <p:nvPr userDrawn="1"/>
        </p:nvSpPr>
        <p:spPr bwMode="auto">
          <a:xfrm>
            <a:off x="305392" y="2225969"/>
            <a:ext cx="2416046" cy="369332"/>
          </a:xfrm>
          <a:prstGeom prst="rect">
            <a:avLst/>
          </a:prstGeom>
          <a:noFill/>
        </p:spPr>
        <p:txBody>
          <a:bodyPr wrap="none" rtlCol="0">
            <a:spAutoFit/>
          </a:bodyPr>
          <a:lstStyle/>
          <a:p>
            <a:pPr>
              <a:defRPr/>
            </a:pPr>
            <a:r>
              <a:rPr lang="de-DE"/>
              <a:t>Icon für extra Material</a:t>
            </a:r>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image" Target="../media/image1.jp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bwMode="auto">
        <a:xfrm>
          <a:off x="0" y="0"/>
          <a:ext cx="0" cy="0"/>
          <a:chOff x="0" y="0"/>
          <a:chExt cx="0" cy="0"/>
        </a:xfrm>
      </p:grpSpPr>
      <p:sp>
        <p:nvSpPr>
          <p:cNvPr id="2" name="Titelplatzhalter 1"/>
          <p:cNvSpPr>
            <a:spLocks noGrp="1"/>
          </p:cNvSpPr>
          <p:nvPr>
            <p:ph type="title"/>
          </p:nvPr>
        </p:nvSpPr>
        <p:spPr bwMode="auto">
          <a:xfrm>
            <a:off x="1944000" y="1322140"/>
            <a:ext cx="14400000" cy="1260000"/>
          </a:xfrm>
          <a:prstGeom prst="rect">
            <a:avLst/>
          </a:prstGeom>
        </p:spPr>
        <p:txBody>
          <a:bodyPr vert="horz" lIns="91440" tIns="45720" rIns="91440" bIns="45720" rtlCol="0" anchor="ctr" anchorCtr="1">
            <a:normAutofit/>
          </a:bodyPr>
          <a:lstStyle/>
          <a:p>
            <a:pPr>
              <a:defRPr/>
            </a:pPr>
            <a:r>
              <a:rPr lang="de-DE"/>
              <a:t>Edit master title format</a:t>
            </a:r>
            <a:endParaRPr/>
          </a:p>
        </p:txBody>
      </p:sp>
      <p:sp>
        <p:nvSpPr>
          <p:cNvPr id="3" name="Textplatzhalter 2"/>
          <p:cNvSpPr>
            <a:spLocks noGrp="1"/>
          </p:cNvSpPr>
          <p:nvPr>
            <p:ph type="body" idx="1"/>
          </p:nvPr>
        </p:nvSpPr>
        <p:spPr bwMode="auto">
          <a:xfrm>
            <a:off x="1944000" y="2769110"/>
            <a:ext cx="14400000" cy="6480000"/>
          </a:xfrm>
          <a:prstGeom prst="rect">
            <a:avLst/>
          </a:prstGeom>
        </p:spPr>
        <p:txBody>
          <a:bodyPr vert="horz" lIns="91440" tIns="45720" rIns="91440" bIns="45720" rtlCol="0">
            <a:normAutofit/>
          </a:bodyPr>
          <a:lstStyle/>
          <a:p>
            <a:pPr lvl="0">
              <a:defRPr/>
            </a:pPr>
            <a:r>
              <a:rPr lang="de-DE"/>
              <a:t>Edit master text format</a:t>
            </a:r>
            <a:endParaRPr/>
          </a:p>
          <a:p>
            <a:pPr lvl="1">
              <a:defRPr/>
            </a:pPr>
            <a:r>
              <a:rPr lang="de-DE"/>
              <a:t>Second level</a:t>
            </a:r>
            <a:endParaRPr/>
          </a:p>
          <a:p>
            <a:pPr lvl="2">
              <a:defRPr/>
            </a:pPr>
            <a:r>
              <a:rPr lang="de-DE"/>
              <a:t>Third level</a:t>
            </a:r>
            <a:endParaRPr/>
          </a:p>
          <a:p>
            <a:pPr lvl="3">
              <a:defRPr/>
            </a:pPr>
            <a:r>
              <a:rPr lang="de-DE"/>
              <a:t>Fourth level</a:t>
            </a:r>
            <a:endParaRPr/>
          </a:p>
          <a:p>
            <a:pPr lvl="4">
              <a:defRPr/>
            </a:pPr>
            <a:r>
              <a:rPr lang="de-DE"/>
              <a:t>Fifth level</a:t>
            </a:r>
            <a:endParaRPr/>
          </a:p>
        </p:txBody>
      </p:sp>
      <p:sp>
        <p:nvSpPr>
          <p:cNvPr id="18" name="Freeform 13"/>
          <p:cNvSpPr/>
          <p:nvPr userDrawn="1"/>
        </p:nvSpPr>
        <p:spPr bwMode="auto">
          <a:xfrm>
            <a:off x="7687907" y="30602"/>
            <a:ext cx="2912186" cy="1012162"/>
          </a:xfrm>
          <a:custGeom>
            <a:avLst/>
            <a:gdLst/>
            <a:ahLst/>
            <a:cxnLst/>
            <a:rect l="l" t="t" r="r" b="b"/>
            <a:pathLst>
              <a:path w="2912186" h="1012162" extrusionOk="0">
                <a:moveTo>
                  <a:pt x="0" y="0"/>
                </a:moveTo>
                <a:lnTo>
                  <a:pt x="2912186" y="0"/>
                </a:lnTo>
                <a:lnTo>
                  <a:pt x="2912186" y="1012162"/>
                </a:lnTo>
                <a:lnTo>
                  <a:pt x="0" y="1012162"/>
                </a:lnTo>
                <a:lnTo>
                  <a:pt x="0" y="0"/>
                </a:lnTo>
                <a:close/>
              </a:path>
            </a:pathLst>
          </a:custGeom>
          <a:blipFill>
            <a:blip r:embed="rId18"/>
            <a:stretch/>
          </a:blipFill>
        </p:spPr>
        <p:txBody>
          <a:bodyPr/>
          <a:lstStyle/>
          <a:p>
            <a:pPr>
              <a:defRPr/>
            </a:pPr>
            <a:endParaRPr lang="de-DE"/>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 id="2147483664" r:id="rId16"/>
  </p:sldLayoutIdLst>
  <p:txStyles>
    <p:titleStyle>
      <a:lvl1pPr algn="l" defTabSz="914400">
        <a:lnSpc>
          <a:spcPct val="90000"/>
        </a:lnSpc>
        <a:spcBef>
          <a:spcPts val="0"/>
        </a:spcBef>
        <a:buNone/>
        <a:defRPr sz="4400">
          <a:solidFill>
            <a:schemeClr val="tx1"/>
          </a:solidFill>
          <a:latin typeface="+mj-lt"/>
          <a:ea typeface="+mj-ea"/>
          <a:cs typeface="+mj-cs"/>
        </a:defRPr>
      </a:lvl1pPr>
    </p:titleStyle>
    <p:bodyStyle>
      <a:lvl1pPr marL="228600" indent="-228600" algn="l" defTabSz="914400">
        <a:lnSpc>
          <a:spcPct val="90000"/>
        </a:lnSpc>
        <a:spcBef>
          <a:spcPts val="1000"/>
        </a:spcBef>
        <a:buFont typeface="Arial"/>
        <a:buChar char="•"/>
        <a:defRPr sz="2800">
          <a:solidFill>
            <a:schemeClr val="tx1"/>
          </a:solidFill>
          <a:latin typeface="+mn-lt"/>
          <a:ea typeface="+mn-ea"/>
          <a:cs typeface="+mn-cs"/>
        </a:defRPr>
      </a:lvl1pPr>
      <a:lvl2pPr marL="685800" indent="-228600" algn="l" defTabSz="914400">
        <a:lnSpc>
          <a:spcPct val="90000"/>
        </a:lnSpc>
        <a:spcBef>
          <a:spcPts val="500"/>
        </a:spcBef>
        <a:buFont typeface="Arial"/>
        <a:buChar char="•"/>
        <a:defRPr sz="2400">
          <a:solidFill>
            <a:schemeClr val="tx1"/>
          </a:solidFill>
          <a:latin typeface="+mn-lt"/>
          <a:ea typeface="+mn-ea"/>
          <a:cs typeface="+mn-cs"/>
        </a:defRPr>
      </a:lvl2pPr>
      <a:lvl3pPr marL="1143000" indent="-228600" algn="l" defTabSz="914400">
        <a:lnSpc>
          <a:spcPct val="90000"/>
        </a:lnSpc>
        <a:spcBef>
          <a:spcPts val="500"/>
        </a:spcBef>
        <a:buFont typeface="Arial"/>
        <a:buChar char="•"/>
        <a:defRPr sz="2000">
          <a:solidFill>
            <a:schemeClr val="tx1"/>
          </a:solidFill>
          <a:latin typeface="+mn-lt"/>
          <a:ea typeface="+mn-ea"/>
          <a:cs typeface="+mn-cs"/>
        </a:defRPr>
      </a:lvl3pPr>
      <a:lvl4pPr marL="1600200" indent="-228600" algn="l" defTabSz="914400">
        <a:lnSpc>
          <a:spcPct val="90000"/>
        </a:lnSpc>
        <a:spcBef>
          <a:spcPts val="500"/>
        </a:spcBef>
        <a:buFont typeface="Arial"/>
        <a:buChar char="•"/>
        <a:defRPr sz="1800">
          <a:solidFill>
            <a:schemeClr val="tx1"/>
          </a:solidFill>
          <a:latin typeface="+mn-lt"/>
          <a:ea typeface="+mn-ea"/>
          <a:cs typeface="+mn-cs"/>
        </a:defRPr>
      </a:lvl4pPr>
      <a:lvl5pPr marL="2057400" indent="-228600" algn="l" defTabSz="914400">
        <a:lnSpc>
          <a:spcPct val="90000"/>
        </a:lnSpc>
        <a:spcBef>
          <a:spcPts val="500"/>
        </a:spcBef>
        <a:buFont typeface="Arial"/>
        <a:buChar char="•"/>
        <a:defRPr sz="1800">
          <a:solidFill>
            <a:schemeClr val="tx1"/>
          </a:solidFill>
          <a:latin typeface="+mn-lt"/>
          <a:ea typeface="+mn-ea"/>
          <a:cs typeface="+mn-cs"/>
        </a:defRPr>
      </a:lvl5pPr>
      <a:lvl6pPr marL="2514600" indent="-228600" algn="l" defTabSz="914400">
        <a:lnSpc>
          <a:spcPct val="90000"/>
        </a:lnSpc>
        <a:spcBef>
          <a:spcPts val="500"/>
        </a:spcBef>
        <a:buFont typeface="Arial"/>
        <a:buChar char="•"/>
        <a:defRPr sz="1800">
          <a:solidFill>
            <a:schemeClr val="tx1"/>
          </a:solidFill>
          <a:latin typeface="+mn-lt"/>
          <a:ea typeface="+mn-ea"/>
          <a:cs typeface="+mn-cs"/>
        </a:defRPr>
      </a:lvl6pPr>
      <a:lvl7pPr marL="2971800" indent="-228600" algn="l" defTabSz="914400">
        <a:lnSpc>
          <a:spcPct val="90000"/>
        </a:lnSpc>
        <a:spcBef>
          <a:spcPts val="500"/>
        </a:spcBef>
        <a:buFont typeface="Arial"/>
        <a:buChar char="•"/>
        <a:defRPr sz="1800">
          <a:solidFill>
            <a:schemeClr val="tx1"/>
          </a:solidFill>
          <a:latin typeface="+mn-lt"/>
          <a:ea typeface="+mn-ea"/>
          <a:cs typeface="+mn-cs"/>
        </a:defRPr>
      </a:lvl7pPr>
      <a:lvl8pPr marL="3429000" indent="-228600" algn="l" defTabSz="914400">
        <a:lnSpc>
          <a:spcPct val="90000"/>
        </a:lnSpc>
        <a:spcBef>
          <a:spcPts val="500"/>
        </a:spcBef>
        <a:buFont typeface="Arial"/>
        <a:buChar char="•"/>
        <a:defRPr sz="1800">
          <a:solidFill>
            <a:schemeClr val="tx1"/>
          </a:solidFill>
          <a:latin typeface="+mn-lt"/>
          <a:ea typeface="+mn-ea"/>
          <a:cs typeface="+mn-cs"/>
        </a:defRPr>
      </a:lvl8pPr>
      <a:lvl9pPr marL="3886200" indent="-228600" algn="l" defTabSz="914400">
        <a:lnSpc>
          <a:spcPct val="90000"/>
        </a:lnSpc>
        <a:spcBef>
          <a:spcPts val="500"/>
        </a:spcBef>
        <a:buFont typeface="Arial"/>
        <a:buChar char="•"/>
        <a:defRPr sz="1800">
          <a:solidFill>
            <a:schemeClr val="tx1"/>
          </a:solidFill>
          <a:latin typeface="+mn-lt"/>
          <a:ea typeface="+mn-ea"/>
          <a:cs typeface="+mn-cs"/>
        </a:defRPr>
      </a:lvl9pPr>
    </p:bodyStyle>
    <p:otherStyle>
      <a:defPPr>
        <a:defRPr lang="de-DE"/>
      </a:defPPr>
      <a:lvl1pPr marL="0" algn="l" defTabSz="914400">
        <a:defRPr sz="1800">
          <a:solidFill>
            <a:schemeClr val="tx1"/>
          </a:solidFill>
          <a:latin typeface="+mn-lt"/>
          <a:ea typeface="+mn-ea"/>
          <a:cs typeface="+mn-cs"/>
        </a:defRPr>
      </a:lvl1pPr>
      <a:lvl2pPr marL="457200" algn="l" defTabSz="914400">
        <a:defRPr sz="1800">
          <a:solidFill>
            <a:schemeClr val="tx1"/>
          </a:solidFill>
          <a:latin typeface="+mn-lt"/>
          <a:ea typeface="+mn-ea"/>
          <a:cs typeface="+mn-cs"/>
        </a:defRPr>
      </a:lvl2pPr>
      <a:lvl3pPr marL="914400" algn="l" defTabSz="914400">
        <a:defRPr sz="1800">
          <a:solidFill>
            <a:schemeClr val="tx1"/>
          </a:solidFill>
          <a:latin typeface="+mn-lt"/>
          <a:ea typeface="+mn-ea"/>
          <a:cs typeface="+mn-cs"/>
        </a:defRPr>
      </a:lvl3pPr>
      <a:lvl4pPr marL="1371600" algn="l" defTabSz="914400">
        <a:defRPr sz="1800">
          <a:solidFill>
            <a:schemeClr val="tx1"/>
          </a:solidFill>
          <a:latin typeface="+mn-lt"/>
          <a:ea typeface="+mn-ea"/>
          <a:cs typeface="+mn-cs"/>
        </a:defRPr>
      </a:lvl4pPr>
      <a:lvl5pPr marL="1828800" algn="l" defTabSz="914400">
        <a:defRPr sz="1800">
          <a:solidFill>
            <a:schemeClr val="tx1"/>
          </a:solidFill>
          <a:latin typeface="+mn-lt"/>
          <a:ea typeface="+mn-ea"/>
          <a:cs typeface="+mn-cs"/>
        </a:defRPr>
      </a:lvl5pPr>
      <a:lvl6pPr marL="2286000" algn="l" defTabSz="914400">
        <a:defRPr sz="1800">
          <a:solidFill>
            <a:schemeClr val="tx1"/>
          </a:solidFill>
          <a:latin typeface="+mn-lt"/>
          <a:ea typeface="+mn-ea"/>
          <a:cs typeface="+mn-cs"/>
        </a:defRPr>
      </a:lvl6pPr>
      <a:lvl7pPr marL="2743200" algn="l" defTabSz="914400">
        <a:defRPr sz="1800">
          <a:solidFill>
            <a:schemeClr val="tx1"/>
          </a:solidFill>
          <a:latin typeface="+mn-lt"/>
          <a:ea typeface="+mn-ea"/>
          <a:cs typeface="+mn-cs"/>
        </a:defRPr>
      </a:lvl7pPr>
      <a:lvl8pPr marL="3200400" algn="l" defTabSz="914400">
        <a:defRPr sz="1800">
          <a:solidFill>
            <a:schemeClr val="tx1"/>
          </a:solidFill>
          <a:latin typeface="+mn-lt"/>
          <a:ea typeface="+mn-ea"/>
          <a:cs typeface="+mn-cs"/>
        </a:defRPr>
      </a:lvl8pPr>
      <a:lvl9pPr marL="3657600" algn="l" defTabSz="914400">
        <a:defRPr sz="18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notesSlide" Target="../notesSlides/notesSlide3.xml"/><Relationship Id="rId1" Type="http://schemas.openxmlformats.org/officeDocument/2006/relationships/slideLayout" Target="../slideLayouts/slideLayout8.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8.xml"/></Relationships>
</file>

<file path=ppt/slides/_rels/slide5.xml.rels><?xml version="1.0" encoding="UTF-8" standalone="yes"?>
<Relationships xmlns="http://schemas.openxmlformats.org/package/2006/relationships"><Relationship Id="rId3" Type="http://schemas.openxmlformats.org/officeDocument/2006/relationships/hyperlink" Target="https://www.scribbr.com/methodology/inductive-reasoning/" TargetMode="External"/><Relationship Id="rId2" Type="http://schemas.openxmlformats.org/officeDocument/2006/relationships/notesSlide" Target="../notesSlides/notesSlide5.xml"/><Relationship Id="rId1" Type="http://schemas.openxmlformats.org/officeDocument/2006/relationships/slideLayout" Target="../slideLayouts/slideLayout4.xml"/><Relationship Id="rId4" Type="http://schemas.openxmlformats.org/officeDocument/2006/relationships/image" Target="../media/image38.png"/></Relationships>
</file>

<file path=ppt/slides/_rels/slide6.xml.rels><?xml version="1.0" encoding="UTF-8" standalone="yes"?>
<Relationships xmlns="http://schemas.openxmlformats.org/package/2006/relationships"><Relationship Id="rId3" Type="http://schemas.openxmlformats.org/officeDocument/2006/relationships/hyperlink" Target="https://www.scribbr.com/methodology/dedutive-reasoning/" TargetMode="External"/><Relationship Id="rId2" Type="http://schemas.openxmlformats.org/officeDocument/2006/relationships/notesSlide" Target="../notesSlides/notesSlide6.xml"/><Relationship Id="rId1" Type="http://schemas.openxmlformats.org/officeDocument/2006/relationships/slideLayout" Target="../slideLayouts/slideLayout4.xml"/><Relationship Id="rId4" Type="http://schemas.openxmlformats.org/officeDocument/2006/relationships/image" Target="../media/image39.png"/></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4.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4.xml"/></Relationships>
</file>

<file path=ppt/slides/_rels/slide10.xml.rels><?xml version="1.0" encoding="UTF-8" standalone="yes"?>
<Relationships xmlns="http://schemas.openxmlformats.org/package/2006/relationships"><Relationship Id="rId3" Type="http://schemas.openxmlformats.org/officeDocument/2006/relationships/hyperlink" Target="https://plato.stanford.edu/archives/fall2022/entries/argument/" TargetMode="External"/><Relationship Id="rId2" Type="http://schemas.openxmlformats.org/officeDocument/2006/relationships/notesSlide" Target="../notesSlides/notesSlide10.xml"/><Relationship Id="rId1" Type="http://schemas.openxmlformats.org/officeDocument/2006/relationships/slideLayout" Target="../slideLayouts/slideLayout4.xml"/><Relationship Id="rId6" Type="http://schemas.openxmlformats.org/officeDocument/2006/relationships/hyperlink" Target="https://writingcenter.unc.edu/tips-and-tools/argument/" TargetMode="External"/><Relationship Id="rId5" Type="http://schemas.openxmlformats.org/officeDocument/2006/relationships/hyperlink" Target="https://www.scribbr.com/methodology/inductive-reasoning/" TargetMode="External"/><Relationship Id="rId4" Type="http://schemas.openxmlformats.org/officeDocument/2006/relationships/hyperlink" Target="https://doi.org/10.1007/1-4020-3907-7_2" TargetMode="External"/></Relationships>
</file>

<file path=ppt/slides/slide1.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sp>
        <p:nvSpPr>
          <p:cNvPr id="2" name="Titel 1"/>
          <p:cNvSpPr>
            <a:spLocks noGrp="1"/>
          </p:cNvSpPr>
          <p:nvPr>
            <p:ph type="ctrTitle"/>
          </p:nvPr>
        </p:nvSpPr>
        <p:spPr bwMode="auto"/>
        <p:txBody>
          <a:bodyPr/>
          <a:lstStyle/>
          <a:p>
            <a:pPr>
              <a:defRPr/>
            </a:pPr>
            <a:r>
              <a:rPr lang="de-DE" dirty="0"/>
              <a:t>Argumentation and use of literature</a:t>
            </a:r>
          </a:p>
        </p:txBody>
      </p:sp>
      <p:sp>
        <p:nvSpPr>
          <p:cNvPr id="3" name="Untertitel 2"/>
          <p:cNvSpPr>
            <a:spLocks noGrp="1"/>
          </p:cNvSpPr>
          <p:nvPr>
            <p:ph type="subTitle" idx="1"/>
          </p:nvPr>
        </p:nvSpPr>
        <p:spPr bwMode="auto"/>
        <p:txBody>
          <a:bodyPr/>
          <a:lstStyle/>
          <a:p>
            <a:pPr>
              <a:defRPr/>
            </a:pPr>
            <a:endParaRPr lang="de-DE"/>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sp>
        <p:nvSpPr>
          <p:cNvPr id="2" name="Titel 1"/>
          <p:cNvSpPr>
            <a:spLocks noGrp="1"/>
          </p:cNvSpPr>
          <p:nvPr>
            <p:ph type="title"/>
          </p:nvPr>
        </p:nvSpPr>
        <p:spPr bwMode="auto">
          <a:xfrm>
            <a:off x="1944000" y="1943100"/>
            <a:ext cx="14400000" cy="1260000"/>
          </a:xfrm>
        </p:spPr>
        <p:txBody>
          <a:bodyPr/>
          <a:lstStyle/>
          <a:p>
            <a:pPr>
              <a:defRPr/>
            </a:pPr>
            <a:r>
              <a:rPr lang="de-DE" dirty="0"/>
              <a:t>Agenda</a:t>
            </a:r>
          </a:p>
        </p:txBody>
      </p:sp>
      <p:sp>
        <p:nvSpPr>
          <p:cNvPr id="3" name="Inhaltsplatzhalter 2"/>
          <p:cNvSpPr>
            <a:spLocks noGrp="1"/>
          </p:cNvSpPr>
          <p:nvPr>
            <p:ph idx="1"/>
          </p:nvPr>
        </p:nvSpPr>
        <p:spPr bwMode="auto">
          <a:xfrm>
            <a:off x="5029201" y="4000500"/>
            <a:ext cx="8915400" cy="6480000"/>
          </a:xfrm>
        </p:spPr>
        <p:txBody>
          <a:bodyPr/>
          <a:lstStyle/>
          <a:p>
            <a:pPr>
              <a:lnSpc>
                <a:spcPct val="150000"/>
              </a:lnSpc>
              <a:defRPr/>
            </a:pPr>
            <a:r>
              <a:rPr lang="de-DE" dirty="0" err="1"/>
              <a:t>What</a:t>
            </a:r>
            <a:r>
              <a:rPr lang="de-DE" dirty="0"/>
              <a:t> is an argument</a:t>
            </a:r>
          </a:p>
          <a:p>
            <a:pPr>
              <a:lnSpc>
                <a:spcPct val="150000"/>
              </a:lnSpc>
              <a:defRPr/>
            </a:pPr>
            <a:r>
              <a:rPr lang="de-DE" dirty="0" err="1"/>
              <a:t>How</a:t>
            </a:r>
            <a:r>
              <a:rPr lang="de-DE" dirty="0"/>
              <a:t> </a:t>
            </a:r>
            <a:r>
              <a:rPr lang="de-DE" dirty="0" err="1"/>
              <a:t>to</a:t>
            </a:r>
            <a:r>
              <a:rPr lang="de-DE" dirty="0"/>
              <a:t> argue?</a:t>
            </a:r>
          </a:p>
          <a:p>
            <a:pPr>
              <a:lnSpc>
                <a:spcPct val="150000"/>
              </a:lnSpc>
              <a:defRPr/>
            </a:pPr>
            <a:r>
              <a:rPr lang="de-DE" dirty="0"/>
              <a:t>Dealing with the argumentation in texts</a:t>
            </a:r>
          </a:p>
          <a:p>
            <a:pPr>
              <a:lnSpc>
                <a:spcPct val="150000"/>
              </a:lnSpc>
              <a:defRPr/>
            </a:pPr>
            <a:r>
              <a:rPr lang="de-DE" dirty="0"/>
              <a:t>Exercise</a:t>
            </a:r>
            <a:endParaRPr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sp>
        <p:nvSpPr>
          <p:cNvPr id="2" name="Titel 1"/>
          <p:cNvSpPr>
            <a:spLocks noGrp="1"/>
          </p:cNvSpPr>
          <p:nvPr>
            <p:ph type="title"/>
          </p:nvPr>
        </p:nvSpPr>
        <p:spPr bwMode="auto">
          <a:xfrm>
            <a:off x="1944000" y="1366765"/>
            <a:ext cx="14400000" cy="1260000"/>
          </a:xfrm>
        </p:spPr>
        <p:txBody>
          <a:bodyPr anchor="ctr">
            <a:normAutofit/>
          </a:bodyPr>
          <a:lstStyle/>
          <a:p>
            <a:pPr>
              <a:defRPr/>
            </a:pPr>
            <a:r>
              <a:rPr lang="de-DE" dirty="0"/>
              <a:t>What is an argument?</a:t>
            </a:r>
          </a:p>
        </p:txBody>
      </p:sp>
      <p:sp>
        <p:nvSpPr>
          <p:cNvPr id="4" name="Content Placeholder 3">
            <a:extLst>
              <a:ext uri="{FF2B5EF4-FFF2-40B4-BE49-F238E27FC236}">
                <a16:creationId xmlns:a16="http://schemas.microsoft.com/office/drawing/2014/main" id="{58DBA0B8-9F9F-247D-7D1C-87EDB8627731}"/>
              </a:ext>
            </a:extLst>
          </p:cNvPr>
          <p:cNvSpPr txBox="1">
            <a:spLocks noGrp="1"/>
          </p:cNvSpPr>
          <p:nvPr>
            <p:ph sz="half" idx="2"/>
          </p:nvPr>
        </p:nvSpPr>
        <p:spPr bwMode="auto">
          <a:xfrm>
            <a:off x="1944000" y="2738437"/>
            <a:ext cx="14400000" cy="2100263"/>
          </a:xfrm>
        </p:spPr>
        <p:txBody>
          <a:bodyPr rtlCol="0">
            <a:normAutofit lnSpcReduction="10000"/>
          </a:bodyPr>
          <a:lstStyle/>
          <a:p>
            <a:pPr>
              <a:lnSpc>
                <a:spcPct val="150000"/>
              </a:lnSpc>
              <a:defRPr/>
            </a:pPr>
            <a:r>
              <a:rPr lang="de-DE" sz="3200" i="1" dirty="0"/>
              <a:t>An argument can be defined as a complex symbolic structure in which some parts, called premises, support another part, the conclusion (</a:t>
            </a:r>
            <a:r>
              <a:rPr lang="de-DE" sz="3200" i="1" dirty="0" err="1"/>
              <a:t>Dutihl Novaes</a:t>
            </a:r>
            <a:r>
              <a:rPr lang="de-DE" sz="3200" i="1" dirty="0"/>
              <a:t>, 2022).</a:t>
            </a:r>
            <a:endParaRPr lang="en-GB" sz="3200" dirty="0"/>
          </a:p>
        </p:txBody>
      </p:sp>
      <p:sp>
        <p:nvSpPr>
          <p:cNvPr id="7" name="TextBox 6">
            <a:extLst>
              <a:ext uri="{FF2B5EF4-FFF2-40B4-BE49-F238E27FC236}">
                <a16:creationId xmlns:a16="http://schemas.microsoft.com/office/drawing/2014/main" id="{CD0C944E-52A1-EC44-BCF6-9C918DC72C2E}"/>
              </a:ext>
            </a:extLst>
          </p:cNvPr>
          <p:cNvSpPr txBox="1"/>
          <p:nvPr/>
        </p:nvSpPr>
        <p:spPr bwMode="auto">
          <a:xfrm>
            <a:off x="10287000" y="5661690"/>
            <a:ext cx="7200000" cy="2955746"/>
          </a:xfrm>
          <a:prstGeom prst="rect">
            <a:avLst/>
          </a:prstGeom>
          <a:noFill/>
        </p:spPr>
        <p:txBody>
          <a:bodyPr wrap="square" rtlCol="0">
            <a:spAutoFit/>
          </a:bodyPr>
          <a:lstStyle/>
          <a:p>
            <a:pPr marL="285750" indent="-285750">
              <a:lnSpc>
                <a:spcPct val="150000"/>
              </a:lnSpc>
              <a:buFont typeface="Arial"/>
              <a:buChar char="•"/>
              <a:defRPr/>
            </a:pPr>
            <a:r>
              <a:rPr lang="de-DE" sz="3200" dirty="0"/>
              <a:t>Logic is the study of forms of argumentation and the development of standards and criteria for evaluating arguments. </a:t>
            </a:r>
            <a:endParaRPr lang="en-GB" sz="3200" dirty="0"/>
          </a:p>
        </p:txBody>
      </p:sp>
      <p:pic>
        <p:nvPicPr>
          <p:cNvPr id="9" name="Picture 8">
            <a:extLst>
              <a:ext uri="{FF2B5EF4-FFF2-40B4-BE49-F238E27FC236}">
                <a16:creationId xmlns:a16="http://schemas.microsoft.com/office/drawing/2014/main" id="{0D68156E-0F57-39CB-8BBE-69B983D2AE45}"/>
              </a:ext>
            </a:extLst>
          </p:cNvPr>
          <p:cNvPicPr>
            <a:picLocks noChangeAspect="1"/>
          </p:cNvPicPr>
          <p:nvPr/>
        </p:nvPicPr>
        <p:blipFill>
          <a:blip r:embed="rId3"/>
          <a:stretch>
            <a:fillRect/>
          </a:stretch>
        </p:blipFill>
        <p:spPr>
          <a:xfrm>
            <a:off x="1944000" y="4838700"/>
            <a:ext cx="7200000" cy="3709090"/>
          </a:xfrm>
          <a:prstGeom prst="rect">
            <a:avLst/>
          </a:prstGeom>
        </p:spPr>
      </p:pic>
    </p:spTree>
    <p:extLst>
      <p:ext uri="{BB962C8B-B14F-4D97-AF65-F5344CB8AC3E}">
        <p14:creationId xmlns:p14="http://schemas.microsoft.com/office/powerpoint/2010/main" val="344657444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sp>
        <p:nvSpPr>
          <p:cNvPr id="2" name="Titel 1"/>
          <p:cNvSpPr>
            <a:spLocks noGrp="1"/>
          </p:cNvSpPr>
          <p:nvPr>
            <p:ph type="title"/>
          </p:nvPr>
        </p:nvSpPr>
        <p:spPr bwMode="auto"/>
        <p:txBody>
          <a:bodyPr/>
          <a:lstStyle/>
          <a:p>
            <a:pPr>
              <a:defRPr/>
            </a:pPr>
            <a:r>
              <a:rPr lang="de-DE" dirty="0"/>
              <a:t>What is an argument?</a:t>
            </a:r>
          </a:p>
        </p:txBody>
      </p:sp>
      <p:sp>
        <p:nvSpPr>
          <p:cNvPr id="3" name="Inhaltsplatzhalter 2"/>
          <p:cNvSpPr>
            <a:spLocks noGrp="1"/>
          </p:cNvSpPr>
          <p:nvPr>
            <p:ph sz="half" idx="1"/>
          </p:nvPr>
        </p:nvSpPr>
        <p:spPr bwMode="auto">
          <a:xfrm>
            <a:off x="1918600" y="3352800"/>
            <a:ext cx="6311000" cy="5681663"/>
          </a:xfrm>
        </p:spPr>
        <p:txBody>
          <a:bodyPr>
            <a:normAutofit fontScale="85000" lnSpcReduction="10000"/>
          </a:bodyPr>
          <a:lstStyle/>
          <a:p>
            <a:pPr marL="0" indent="0" algn="ctr">
              <a:lnSpc>
                <a:spcPct val="150000"/>
              </a:lnSpc>
              <a:buNone/>
              <a:defRPr/>
            </a:pPr>
            <a:r>
              <a:rPr lang="pt-BR" sz="3200" b="1" dirty="0">
                <a:solidFill>
                  <a:srgbClr val="65979C"/>
                </a:solidFill>
              </a:rPr>
              <a:t>Deduction</a:t>
            </a:r>
          </a:p>
          <a:p>
            <a:pPr marL="171450" indent="-171450">
              <a:lnSpc>
                <a:spcPct val="150000"/>
              </a:lnSpc>
              <a:buFont typeface="Arial"/>
              <a:buChar char="•"/>
              <a:defRPr/>
            </a:pPr>
            <a:r>
              <a:rPr lang="de-DE" sz="3200" dirty="0"/>
              <a:t>The logical model in which specific expectations of hypotheses are developed on the basis of general principles. (</a:t>
            </a:r>
            <a:r>
              <a:rPr lang="de-DE" sz="3200" dirty="0" err="1"/>
              <a:t>Babbie</a:t>
            </a:r>
            <a:r>
              <a:rPr lang="de-DE" sz="3200" dirty="0"/>
              <a:t>, 2016, p. 525).</a:t>
            </a:r>
          </a:p>
          <a:p>
            <a:pPr marL="171450" indent="-171450">
              <a:lnSpc>
                <a:spcPct val="150000"/>
              </a:lnSpc>
              <a:buFont typeface="Arial"/>
              <a:buChar char="•"/>
              <a:defRPr/>
            </a:pPr>
            <a:endParaRPr lang="de-DE" sz="3200" dirty="0"/>
          </a:p>
          <a:p>
            <a:pPr marL="171450" indent="-171450">
              <a:lnSpc>
                <a:spcPct val="150000"/>
              </a:lnSpc>
              <a:buFont typeface="Arial"/>
              <a:buChar char="•"/>
              <a:defRPr/>
            </a:pPr>
            <a:r>
              <a:rPr lang="de-DE" sz="3200" dirty="0"/>
              <a:t>Moves from the general to the specific.</a:t>
            </a:r>
          </a:p>
          <a:p>
            <a:pPr marL="171450" indent="-171450">
              <a:lnSpc>
                <a:spcPct val="150000"/>
              </a:lnSpc>
              <a:buFont typeface="Arial"/>
              <a:buChar char="•"/>
              <a:defRPr/>
            </a:pPr>
            <a:r>
              <a:rPr lang="de-DE" sz="3200" dirty="0"/>
              <a:t>Examination of the existing theory.</a:t>
            </a:r>
            <a:endParaRPr lang="de-DE" dirty="0"/>
          </a:p>
          <a:p>
            <a:pPr marL="0" indent="0">
              <a:lnSpc>
                <a:spcPct val="150000"/>
              </a:lnSpc>
              <a:buNone/>
              <a:defRPr/>
            </a:pPr>
            <a:endParaRPr lang="de-DE" sz="3200" dirty="0"/>
          </a:p>
        </p:txBody>
      </p:sp>
      <p:sp>
        <p:nvSpPr>
          <p:cNvPr id="4" name="Inhaltsplatzhalter 3"/>
          <p:cNvSpPr>
            <a:spLocks noGrp="1"/>
          </p:cNvSpPr>
          <p:nvPr>
            <p:ph sz="half" idx="2"/>
          </p:nvPr>
        </p:nvSpPr>
        <p:spPr bwMode="auto">
          <a:xfrm>
            <a:off x="9525000" y="3354029"/>
            <a:ext cx="6819000" cy="5681663"/>
          </a:xfrm>
        </p:spPr>
        <p:txBody>
          <a:bodyPr>
            <a:normAutofit fontScale="85000" lnSpcReduction="10000"/>
          </a:bodyPr>
          <a:lstStyle/>
          <a:p>
            <a:pPr marL="0" indent="0" algn="ctr">
              <a:lnSpc>
                <a:spcPct val="150000"/>
              </a:lnSpc>
              <a:buNone/>
              <a:defRPr/>
            </a:pPr>
            <a:r>
              <a:rPr lang="pt-BR" sz="3200" b="1" dirty="0" err="1">
                <a:solidFill>
                  <a:srgbClr val="F6C782"/>
                </a:solidFill>
              </a:rPr>
              <a:t>Induction</a:t>
            </a:r>
            <a:endParaRPr lang="de-DE" sz="3200" dirty="0"/>
          </a:p>
          <a:p>
            <a:pPr marL="171450" indent="-171450">
              <a:lnSpc>
                <a:spcPct val="150000"/>
              </a:lnSpc>
              <a:buFont typeface="Arial"/>
              <a:buChar char="•"/>
              <a:defRPr/>
            </a:pPr>
            <a:r>
              <a:rPr lang="de-DE" sz="3200" dirty="0"/>
              <a:t>The logical model in which general principles are developed from specific observations. (</a:t>
            </a:r>
            <a:r>
              <a:rPr lang="de-DE" sz="3200" dirty="0" err="1"/>
              <a:t>Babbie</a:t>
            </a:r>
            <a:r>
              <a:rPr lang="de-DE" sz="3200" dirty="0"/>
              <a:t>, 2016, p. 527).</a:t>
            </a:r>
            <a:br>
              <a:rPr lang="de-DE" sz="3200" dirty="0"/>
            </a:br>
            <a:endParaRPr lang="de-DE" sz="3200" dirty="0"/>
          </a:p>
          <a:p>
            <a:pPr marL="171450" indent="-171450" algn="just">
              <a:lnSpc>
                <a:spcPct val="150000"/>
              </a:lnSpc>
              <a:buFont typeface="Arial"/>
              <a:buChar char="•"/>
              <a:defRPr/>
            </a:pPr>
            <a:r>
              <a:rPr lang="de-DE" sz="3200" dirty="0"/>
              <a:t>Moving from the specific to the general. </a:t>
            </a:r>
          </a:p>
          <a:p>
            <a:pPr marL="171450" indent="-171450" algn="just">
              <a:lnSpc>
                <a:spcPct val="150000"/>
              </a:lnSpc>
              <a:buFont typeface="Arial"/>
              <a:buChar char="•"/>
              <a:defRPr/>
            </a:pPr>
            <a:r>
              <a:rPr lang="de-DE" sz="3200" dirty="0"/>
              <a:t>Development of the </a:t>
            </a:r>
            <a:r>
              <a:rPr lang="de-DE" sz="3200" dirty="0" err="1"/>
              <a:t>theory</a:t>
            </a:r>
            <a:r>
              <a:rPr lang="de-DE" sz="3200" dirty="0"/>
              <a:t>.</a:t>
            </a:r>
          </a:p>
        </p:txBody>
      </p:sp>
      <p:sp>
        <p:nvSpPr>
          <p:cNvPr id="5" name="TextBox 4">
            <a:extLst>
              <a:ext uri="{FF2B5EF4-FFF2-40B4-BE49-F238E27FC236}">
                <a16:creationId xmlns:a16="http://schemas.microsoft.com/office/drawing/2014/main" id="{945A8342-CB72-8D41-8227-05CC37950D7E}"/>
              </a:ext>
            </a:extLst>
          </p:cNvPr>
          <p:cNvSpPr txBox="1"/>
          <p:nvPr/>
        </p:nvSpPr>
        <p:spPr bwMode="auto">
          <a:xfrm>
            <a:off x="5867400" y="2597491"/>
            <a:ext cx="6553200" cy="584775"/>
          </a:xfrm>
          <a:prstGeom prst="rect">
            <a:avLst/>
          </a:prstGeom>
          <a:noFill/>
        </p:spPr>
        <p:txBody>
          <a:bodyPr wrap="square" rtlCol="0">
            <a:spAutoFit/>
          </a:bodyPr>
          <a:lstStyle/>
          <a:p>
            <a:pPr algn="ctr">
              <a:defRPr/>
            </a:pPr>
            <a:r>
              <a:rPr lang="en-GB" sz="3200" b="1" dirty="0">
                <a:solidFill>
                  <a:srgbClr val="7E0D31"/>
                </a:solidFill>
              </a:rPr>
              <a:t>(</a:t>
            </a:r>
            <a:r>
              <a:rPr lang="en-GB" sz="3200" b="1" dirty="0" err="1">
                <a:solidFill>
                  <a:srgbClr val="7E0D31"/>
                </a:solidFill>
              </a:rPr>
              <a:t>Some</a:t>
            </a:r>
            <a:r>
              <a:rPr lang="en-GB" sz="3200" b="1" dirty="0">
                <a:solidFill>
                  <a:srgbClr val="7E0D31"/>
                </a:solidFill>
              </a:rPr>
              <a:t>) </a:t>
            </a:r>
            <a:r>
              <a:rPr lang="en-GB" sz="3200" b="1" dirty="0" err="1">
                <a:solidFill>
                  <a:srgbClr val="7E0D31"/>
                </a:solidFill>
              </a:rPr>
              <a:t>types </a:t>
            </a:r>
            <a:r>
              <a:rPr lang="en-GB" sz="3200" b="1" dirty="0">
                <a:solidFill>
                  <a:srgbClr val="7E0D31"/>
                </a:solidFill>
              </a:rPr>
              <a:t>of </a:t>
            </a:r>
            <a:r>
              <a:rPr lang="en-GB" sz="3200" b="1" dirty="0" err="1">
                <a:solidFill>
                  <a:srgbClr val="7E0D31"/>
                </a:solidFill>
              </a:rPr>
              <a:t>arguments</a:t>
            </a:r>
            <a:endParaRPr lang="en-GB" sz="3200" b="1" dirty="0">
              <a:solidFill>
                <a:srgbClr val="7E0D31"/>
              </a:solidFill>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showMasterPhAnim="0">
  <p:cSld>
    <p:spTree>
      <p:nvGrpSpPr>
        <p:cNvPr id="1" name="">
          <a:extLst>
            <a:ext uri="{FF2B5EF4-FFF2-40B4-BE49-F238E27FC236}">
              <a16:creationId xmlns:a16="http://schemas.microsoft.com/office/drawing/2014/main" id="{AA833942-0BE0-3660-F80B-F64D1642A848}"/>
            </a:ext>
          </a:extLst>
        </p:cNvPr>
        <p:cNvGrpSpPr/>
        <p:nvPr/>
      </p:nvGrpSpPr>
      <p:grpSpPr bwMode="auto">
        <a:xfrm>
          <a:off x="0" y="0"/>
          <a:ext cx="0" cy="0"/>
          <a:chOff x="0" y="0"/>
          <a:chExt cx="0" cy="0"/>
        </a:xfrm>
      </p:grpSpPr>
      <p:sp>
        <p:nvSpPr>
          <p:cNvPr id="2" name="Titel 1">
            <a:extLst>
              <a:ext uri="{FF2B5EF4-FFF2-40B4-BE49-F238E27FC236}">
                <a16:creationId xmlns:a16="http://schemas.microsoft.com/office/drawing/2014/main" id="{A52F9FE2-A6A5-3E9F-87A1-F76CB23A2DAD}"/>
              </a:ext>
            </a:extLst>
          </p:cNvPr>
          <p:cNvSpPr>
            <a:spLocks noGrp="1"/>
          </p:cNvSpPr>
          <p:nvPr>
            <p:ph type="title"/>
          </p:nvPr>
        </p:nvSpPr>
        <p:spPr bwMode="auto"/>
        <p:txBody>
          <a:bodyPr>
            <a:normAutofit/>
          </a:bodyPr>
          <a:lstStyle/>
          <a:p>
            <a:pPr>
              <a:defRPr/>
            </a:pPr>
            <a:r>
              <a:rPr lang="de-DE" dirty="0" err="1"/>
              <a:t>How</a:t>
            </a:r>
            <a:r>
              <a:rPr lang="de-DE" dirty="0"/>
              <a:t> </a:t>
            </a:r>
            <a:r>
              <a:rPr lang="de-DE" dirty="0" err="1"/>
              <a:t>to</a:t>
            </a:r>
            <a:r>
              <a:rPr lang="de-DE" dirty="0"/>
              <a:t> argue in your own </a:t>
            </a:r>
            <a:r>
              <a:rPr lang="de-DE" dirty="0" err="1"/>
              <a:t>academic</a:t>
            </a:r>
            <a:r>
              <a:rPr lang="de-DE" dirty="0"/>
              <a:t> </a:t>
            </a:r>
            <a:r>
              <a:rPr lang="de-DE" dirty="0" err="1"/>
              <a:t>papers</a:t>
            </a:r>
            <a:endParaRPr lang="de-DE" dirty="0"/>
          </a:p>
        </p:txBody>
      </p:sp>
      <p:sp>
        <p:nvSpPr>
          <p:cNvPr id="3" name="Inhaltsplatzhalter 2">
            <a:extLst>
              <a:ext uri="{FF2B5EF4-FFF2-40B4-BE49-F238E27FC236}">
                <a16:creationId xmlns:a16="http://schemas.microsoft.com/office/drawing/2014/main" id="{093D8A3B-8A22-B919-4910-83DF88C120F0}"/>
              </a:ext>
            </a:extLst>
          </p:cNvPr>
          <p:cNvSpPr>
            <a:spLocks noGrp="1"/>
          </p:cNvSpPr>
          <p:nvPr>
            <p:ph idx="1"/>
          </p:nvPr>
        </p:nvSpPr>
        <p:spPr bwMode="auto">
          <a:xfrm>
            <a:off x="1944000" y="3437846"/>
            <a:ext cx="14400000" cy="2848653"/>
          </a:xfrm>
        </p:spPr>
        <p:txBody>
          <a:bodyPr>
            <a:normAutofit fontScale="92500" lnSpcReduction="10000"/>
          </a:bodyPr>
          <a:lstStyle/>
          <a:p>
            <a:pPr marL="285750" indent="-285750" algn="just">
              <a:lnSpc>
                <a:spcPct val="150000"/>
              </a:lnSpc>
              <a:spcAft>
                <a:spcPts val="600"/>
              </a:spcAft>
              <a:buFont typeface="Arial"/>
              <a:buChar char="•"/>
              <a:defRPr/>
            </a:pPr>
            <a:r>
              <a:rPr lang="de-DE" sz="3000" dirty="0"/>
              <a:t>Inductive reasoning means drawing conclusions from certain observations. </a:t>
            </a:r>
          </a:p>
          <a:p>
            <a:pPr marL="285750" indent="-285750" algn="just">
              <a:lnSpc>
                <a:spcPct val="150000"/>
              </a:lnSpc>
              <a:spcAft>
                <a:spcPts val="600"/>
              </a:spcAft>
              <a:buFont typeface="Arial"/>
              <a:buChar char="•"/>
              <a:defRPr/>
            </a:pPr>
            <a:r>
              <a:rPr lang="de-DE" sz="3000" dirty="0"/>
              <a:t>Inductive research begins with observations or the collection of data. Then you can get an overview of the data and look for patterns. The final step is to draw general conclusions that can be incorporated into theories. (Bhandari, 2022). </a:t>
            </a:r>
          </a:p>
          <a:p>
            <a:pPr>
              <a:lnSpc>
                <a:spcPct val="150000"/>
              </a:lnSpc>
              <a:defRPr/>
            </a:pPr>
            <a:endParaRPr lang="de-DE" sz="3000" dirty="0"/>
          </a:p>
        </p:txBody>
      </p:sp>
      <p:sp>
        <p:nvSpPr>
          <p:cNvPr id="4" name="TextBox 3">
            <a:extLst>
              <a:ext uri="{FF2B5EF4-FFF2-40B4-BE49-F238E27FC236}">
                <a16:creationId xmlns:a16="http://schemas.microsoft.com/office/drawing/2014/main" id="{10D4F689-D8C5-9314-43F9-A06365486634}"/>
              </a:ext>
            </a:extLst>
          </p:cNvPr>
          <p:cNvSpPr txBox="1"/>
          <p:nvPr/>
        </p:nvSpPr>
        <p:spPr bwMode="auto">
          <a:xfrm>
            <a:off x="6172199" y="2792956"/>
            <a:ext cx="5943600" cy="584775"/>
          </a:xfrm>
          <a:prstGeom prst="rect">
            <a:avLst/>
          </a:prstGeom>
          <a:noFill/>
        </p:spPr>
        <p:txBody>
          <a:bodyPr wrap="square" rtlCol="0">
            <a:spAutoFit/>
          </a:bodyPr>
          <a:lstStyle/>
          <a:p>
            <a:pPr>
              <a:defRPr/>
            </a:pPr>
            <a:r>
              <a:rPr lang="de-DE" sz="3200" b="1" dirty="0">
                <a:solidFill>
                  <a:srgbClr val="7E0D31"/>
                </a:solidFill>
              </a:rPr>
              <a:t>Inductive thinking in research </a:t>
            </a:r>
            <a:endParaRPr lang="en-GB" sz="3200" b="1" dirty="0">
              <a:solidFill>
                <a:srgbClr val="7E0D31"/>
              </a:solidFill>
            </a:endParaRPr>
          </a:p>
        </p:txBody>
      </p:sp>
      <p:sp>
        <p:nvSpPr>
          <p:cNvPr id="7" name="TextBox 6">
            <a:extLst>
              <a:ext uri="{FF2B5EF4-FFF2-40B4-BE49-F238E27FC236}">
                <a16:creationId xmlns:a16="http://schemas.microsoft.com/office/drawing/2014/main" id="{6D380C36-D274-5465-F328-B336B7A2B4B8}"/>
              </a:ext>
            </a:extLst>
          </p:cNvPr>
          <p:cNvSpPr txBox="1"/>
          <p:nvPr/>
        </p:nvSpPr>
        <p:spPr bwMode="auto">
          <a:xfrm>
            <a:off x="11582400" y="9357247"/>
            <a:ext cx="3515555" cy="461665"/>
          </a:xfrm>
          <a:prstGeom prst="rect">
            <a:avLst/>
          </a:prstGeom>
          <a:noFill/>
        </p:spPr>
        <p:txBody>
          <a:bodyPr wrap="square" rtlCol="0">
            <a:spAutoFit/>
          </a:bodyPr>
          <a:lstStyle/>
          <a:p>
            <a:pPr>
              <a:defRPr/>
            </a:pPr>
            <a:r>
              <a:rPr lang="pt-BR" sz="1200" dirty="0"/>
              <a:t>Source:</a:t>
            </a:r>
            <a:r>
              <a:rPr lang="en-US" sz="1200" dirty="0">
                <a:hlinkClick r:id="rId3"/>
              </a:rPr>
              <a:t>https://www.scribbr.com/methodology/inductive-reasoning/</a:t>
            </a:r>
            <a:endParaRPr lang="en-GB" sz="1200" dirty="0"/>
          </a:p>
        </p:txBody>
      </p:sp>
      <p:pic>
        <p:nvPicPr>
          <p:cNvPr id="8" name="Picture 7">
            <a:extLst>
              <a:ext uri="{FF2B5EF4-FFF2-40B4-BE49-F238E27FC236}">
                <a16:creationId xmlns:a16="http://schemas.microsoft.com/office/drawing/2014/main" id="{1FCF278E-9EFF-742E-3926-2B5D187EF149}"/>
              </a:ext>
            </a:extLst>
          </p:cNvPr>
          <p:cNvPicPr>
            <a:picLocks noChangeAspect="1"/>
          </p:cNvPicPr>
          <p:nvPr/>
        </p:nvPicPr>
        <p:blipFill>
          <a:blip r:embed="rId4"/>
          <a:stretch>
            <a:fillRect/>
          </a:stretch>
        </p:blipFill>
        <p:spPr>
          <a:xfrm>
            <a:off x="4176152" y="6282069"/>
            <a:ext cx="9935695" cy="2551694"/>
          </a:xfrm>
          <a:prstGeom prst="rect">
            <a:avLst/>
          </a:prstGeom>
        </p:spPr>
      </p:pic>
    </p:spTree>
    <p:extLst>
      <p:ext uri="{BB962C8B-B14F-4D97-AF65-F5344CB8AC3E}">
        <p14:creationId xmlns:p14="http://schemas.microsoft.com/office/powerpoint/2010/main" val="326444431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showMasterPhAnim="0">
  <p:cSld>
    <p:spTree>
      <p:nvGrpSpPr>
        <p:cNvPr id="1" name="">
          <a:extLst>
            <a:ext uri="{FF2B5EF4-FFF2-40B4-BE49-F238E27FC236}">
              <a16:creationId xmlns:a16="http://schemas.microsoft.com/office/drawing/2014/main" id="{8706E276-2788-9A30-05BD-ABD347DDFE7F}"/>
            </a:ext>
          </a:extLst>
        </p:cNvPr>
        <p:cNvGrpSpPr/>
        <p:nvPr/>
      </p:nvGrpSpPr>
      <p:grpSpPr bwMode="auto">
        <a:xfrm>
          <a:off x="0" y="0"/>
          <a:ext cx="0" cy="0"/>
          <a:chOff x="0" y="0"/>
          <a:chExt cx="0" cy="0"/>
        </a:xfrm>
      </p:grpSpPr>
      <p:sp>
        <p:nvSpPr>
          <p:cNvPr id="2" name="Titel 1">
            <a:extLst>
              <a:ext uri="{FF2B5EF4-FFF2-40B4-BE49-F238E27FC236}">
                <a16:creationId xmlns:a16="http://schemas.microsoft.com/office/drawing/2014/main" id="{7F93EE54-54D1-57EE-C795-E360BD6F589A}"/>
              </a:ext>
            </a:extLst>
          </p:cNvPr>
          <p:cNvSpPr>
            <a:spLocks noGrp="1"/>
          </p:cNvSpPr>
          <p:nvPr>
            <p:ph type="title"/>
          </p:nvPr>
        </p:nvSpPr>
        <p:spPr bwMode="auto"/>
        <p:txBody>
          <a:bodyPr>
            <a:normAutofit/>
          </a:bodyPr>
          <a:lstStyle/>
          <a:p>
            <a:pPr>
              <a:defRPr/>
            </a:pPr>
            <a:r>
              <a:rPr lang="de-DE" dirty="0" err="1"/>
              <a:t>How</a:t>
            </a:r>
            <a:r>
              <a:rPr lang="de-DE" dirty="0"/>
              <a:t> </a:t>
            </a:r>
            <a:r>
              <a:rPr lang="de-DE" dirty="0" err="1"/>
              <a:t>to</a:t>
            </a:r>
            <a:r>
              <a:rPr lang="de-DE" dirty="0"/>
              <a:t> argue in your own </a:t>
            </a:r>
            <a:r>
              <a:rPr lang="de-DE" dirty="0" err="1"/>
              <a:t>academic</a:t>
            </a:r>
            <a:r>
              <a:rPr lang="de-DE" dirty="0"/>
              <a:t> </a:t>
            </a:r>
            <a:r>
              <a:rPr lang="de-DE" dirty="0" err="1"/>
              <a:t>papers</a:t>
            </a:r>
            <a:endParaRPr lang="de-DE" dirty="0"/>
          </a:p>
        </p:txBody>
      </p:sp>
      <p:sp>
        <p:nvSpPr>
          <p:cNvPr id="3" name="Inhaltsplatzhalter 2">
            <a:extLst>
              <a:ext uri="{FF2B5EF4-FFF2-40B4-BE49-F238E27FC236}">
                <a16:creationId xmlns:a16="http://schemas.microsoft.com/office/drawing/2014/main" id="{6E3C5DCD-05E0-8537-CBD0-3C019805B9A1}"/>
              </a:ext>
            </a:extLst>
          </p:cNvPr>
          <p:cNvSpPr>
            <a:spLocks noGrp="1"/>
          </p:cNvSpPr>
          <p:nvPr>
            <p:ph idx="1"/>
          </p:nvPr>
        </p:nvSpPr>
        <p:spPr bwMode="auto">
          <a:xfrm>
            <a:off x="1944000" y="3426695"/>
            <a:ext cx="14400000" cy="3581400"/>
          </a:xfrm>
        </p:spPr>
        <p:txBody>
          <a:bodyPr>
            <a:normAutofit/>
          </a:bodyPr>
          <a:lstStyle/>
          <a:p>
            <a:pPr marL="285750" indent="-285750" algn="just">
              <a:spcAft>
                <a:spcPts val="600"/>
              </a:spcAft>
              <a:buFont typeface="Arial"/>
              <a:buChar char="•"/>
              <a:defRPr/>
            </a:pPr>
            <a:r>
              <a:rPr lang="de-DE" sz="3000" dirty="0"/>
              <a:t>Moves from general principles to specific observations. </a:t>
            </a:r>
          </a:p>
          <a:p>
            <a:pPr marL="285750" indent="-285750" algn="just">
              <a:spcAft>
                <a:spcPts val="600"/>
              </a:spcAft>
              <a:buFont typeface="Arial"/>
              <a:buChar char="•"/>
              <a:defRPr/>
            </a:pPr>
            <a:r>
              <a:rPr lang="de-DE" sz="3000" dirty="0"/>
              <a:t>It is generally used for quantitative research. </a:t>
            </a:r>
          </a:p>
          <a:p>
            <a:pPr marL="285750" indent="-285750" algn="just">
              <a:lnSpc>
                <a:spcPct val="150000"/>
              </a:lnSpc>
              <a:spcAft>
                <a:spcPts val="600"/>
              </a:spcAft>
              <a:buFont typeface="Arial"/>
              <a:buChar char="•"/>
              <a:defRPr/>
            </a:pPr>
            <a:r>
              <a:rPr lang="de-DE" sz="3000" dirty="0"/>
              <a:t>"In research, you may have come across the so-called hypothetico-deductive method. This is a scientific method in which hypotheses are tested to see if the predictions are supported by real data." (Bhandari, 2022 - own translation). </a:t>
            </a:r>
          </a:p>
        </p:txBody>
      </p:sp>
      <p:sp>
        <p:nvSpPr>
          <p:cNvPr id="4" name="TextBox 3">
            <a:extLst>
              <a:ext uri="{FF2B5EF4-FFF2-40B4-BE49-F238E27FC236}">
                <a16:creationId xmlns:a16="http://schemas.microsoft.com/office/drawing/2014/main" id="{4B00BE67-7C36-2789-3F73-BD7914B822DA}"/>
              </a:ext>
            </a:extLst>
          </p:cNvPr>
          <p:cNvSpPr txBox="1"/>
          <p:nvPr/>
        </p:nvSpPr>
        <p:spPr bwMode="auto">
          <a:xfrm>
            <a:off x="6095999" y="2697460"/>
            <a:ext cx="6096000" cy="584775"/>
          </a:xfrm>
          <a:prstGeom prst="rect">
            <a:avLst/>
          </a:prstGeom>
          <a:noFill/>
        </p:spPr>
        <p:txBody>
          <a:bodyPr wrap="square" rtlCol="0">
            <a:spAutoFit/>
          </a:bodyPr>
          <a:lstStyle/>
          <a:p>
            <a:pPr>
              <a:defRPr/>
            </a:pPr>
            <a:r>
              <a:rPr lang="de-DE" sz="3200" b="1" dirty="0">
                <a:solidFill>
                  <a:srgbClr val="7E0D31"/>
                </a:solidFill>
              </a:rPr>
              <a:t>Deductive thinking in research</a:t>
            </a:r>
            <a:endParaRPr lang="en-GB" sz="3200" b="1" dirty="0">
              <a:solidFill>
                <a:srgbClr val="7E0D31"/>
              </a:solidFill>
            </a:endParaRPr>
          </a:p>
        </p:txBody>
      </p:sp>
      <p:sp>
        <p:nvSpPr>
          <p:cNvPr id="7" name="TextBox 6">
            <a:extLst>
              <a:ext uri="{FF2B5EF4-FFF2-40B4-BE49-F238E27FC236}">
                <a16:creationId xmlns:a16="http://schemas.microsoft.com/office/drawing/2014/main" id="{59C695BB-DBC7-AE84-C20F-A7C1202C6269}"/>
              </a:ext>
            </a:extLst>
          </p:cNvPr>
          <p:cNvSpPr txBox="1"/>
          <p:nvPr/>
        </p:nvSpPr>
        <p:spPr bwMode="auto">
          <a:xfrm>
            <a:off x="10210800" y="9771465"/>
            <a:ext cx="5486400" cy="307777"/>
          </a:xfrm>
          <a:prstGeom prst="rect">
            <a:avLst/>
          </a:prstGeom>
          <a:noFill/>
        </p:spPr>
        <p:txBody>
          <a:bodyPr wrap="square" rtlCol="0">
            <a:spAutoFit/>
          </a:bodyPr>
          <a:lstStyle/>
          <a:p>
            <a:pPr>
              <a:defRPr/>
            </a:pPr>
            <a:r>
              <a:rPr lang="pt-BR" sz="1400" dirty="0"/>
              <a:t>Source:</a:t>
            </a:r>
            <a:r>
              <a:rPr lang="en-US" sz="1400" dirty="0">
                <a:hlinkClick r:id="rId3"/>
              </a:rPr>
              <a:t>https://www.scribbr.com/methodology/dedutive-reasoning/</a:t>
            </a:r>
            <a:endParaRPr lang="en-GB" sz="1400" dirty="0"/>
          </a:p>
        </p:txBody>
      </p:sp>
      <p:pic>
        <p:nvPicPr>
          <p:cNvPr id="6" name="Picture 5" descr="A close-up of a diagram&#10;&#10;Description automatically generated">
            <a:extLst>
              <a:ext uri="{FF2B5EF4-FFF2-40B4-BE49-F238E27FC236}">
                <a16:creationId xmlns:a16="http://schemas.microsoft.com/office/drawing/2014/main" id="{3EC959E5-91BA-8BD0-255E-764763522C8C}"/>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946593" y="6713513"/>
            <a:ext cx="16394813" cy="3057952"/>
          </a:xfrm>
          <a:prstGeom prst="rect">
            <a:avLst/>
          </a:prstGeom>
        </p:spPr>
      </p:pic>
    </p:spTree>
    <p:extLst>
      <p:ext uri="{BB962C8B-B14F-4D97-AF65-F5344CB8AC3E}">
        <p14:creationId xmlns:p14="http://schemas.microsoft.com/office/powerpoint/2010/main" val="346896360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showMasterPhAnim="0">
  <p:cSld>
    <p:spTree>
      <p:nvGrpSpPr>
        <p:cNvPr id="1" name="">
          <a:extLst>
            <a:ext uri="{FF2B5EF4-FFF2-40B4-BE49-F238E27FC236}">
              <a16:creationId xmlns:a16="http://schemas.microsoft.com/office/drawing/2014/main" id="{DA8E1CDB-6AAB-D188-4CC5-7DBE15A897A1}"/>
            </a:ext>
          </a:extLst>
        </p:cNvPr>
        <p:cNvGrpSpPr/>
        <p:nvPr/>
      </p:nvGrpSpPr>
      <p:grpSpPr bwMode="auto">
        <a:xfrm>
          <a:off x="0" y="0"/>
          <a:ext cx="0" cy="0"/>
          <a:chOff x="0" y="0"/>
          <a:chExt cx="0" cy="0"/>
        </a:xfrm>
      </p:grpSpPr>
      <p:sp>
        <p:nvSpPr>
          <p:cNvPr id="2" name="Titel 1">
            <a:extLst>
              <a:ext uri="{FF2B5EF4-FFF2-40B4-BE49-F238E27FC236}">
                <a16:creationId xmlns:a16="http://schemas.microsoft.com/office/drawing/2014/main" id="{95FDEA39-CCDD-CD9E-1EF1-38353A07375D}"/>
              </a:ext>
            </a:extLst>
          </p:cNvPr>
          <p:cNvSpPr>
            <a:spLocks noGrp="1"/>
          </p:cNvSpPr>
          <p:nvPr>
            <p:ph type="title"/>
          </p:nvPr>
        </p:nvSpPr>
        <p:spPr bwMode="auto"/>
        <p:txBody>
          <a:bodyPr>
            <a:normAutofit/>
          </a:bodyPr>
          <a:lstStyle/>
          <a:p>
            <a:pPr>
              <a:defRPr/>
            </a:pPr>
            <a:r>
              <a:rPr lang="de-DE" dirty="0" err="1"/>
              <a:t>How</a:t>
            </a:r>
            <a:r>
              <a:rPr lang="de-DE" dirty="0"/>
              <a:t> </a:t>
            </a:r>
            <a:r>
              <a:rPr lang="de-DE" dirty="0" err="1"/>
              <a:t>to</a:t>
            </a:r>
            <a:r>
              <a:rPr lang="de-DE" dirty="0"/>
              <a:t> </a:t>
            </a:r>
            <a:r>
              <a:rPr lang="de-DE" dirty="0" err="1"/>
              <a:t>argue</a:t>
            </a:r>
            <a:r>
              <a:rPr lang="de-DE" dirty="0"/>
              <a:t> in your own </a:t>
            </a:r>
            <a:r>
              <a:rPr lang="de-DE" dirty="0" err="1"/>
              <a:t>academic</a:t>
            </a:r>
            <a:r>
              <a:rPr lang="de-DE" dirty="0"/>
              <a:t> </a:t>
            </a:r>
            <a:r>
              <a:rPr lang="de-DE" dirty="0" err="1"/>
              <a:t>papers</a:t>
            </a:r>
            <a:endParaRPr lang="de-DE" dirty="0"/>
          </a:p>
        </p:txBody>
      </p:sp>
      <p:sp>
        <p:nvSpPr>
          <p:cNvPr id="3" name="Inhaltsplatzhalter 2">
            <a:extLst>
              <a:ext uri="{FF2B5EF4-FFF2-40B4-BE49-F238E27FC236}">
                <a16:creationId xmlns:a16="http://schemas.microsoft.com/office/drawing/2014/main" id="{519990CB-9CF4-9AED-A956-2E2803B15E9F}"/>
              </a:ext>
            </a:extLst>
          </p:cNvPr>
          <p:cNvSpPr>
            <a:spLocks noGrp="1"/>
          </p:cNvSpPr>
          <p:nvPr>
            <p:ph idx="1"/>
          </p:nvPr>
        </p:nvSpPr>
        <p:spPr bwMode="auto">
          <a:xfrm>
            <a:off x="1600200" y="3599482"/>
            <a:ext cx="15011400" cy="6245819"/>
          </a:xfrm>
        </p:spPr>
        <p:txBody>
          <a:bodyPr>
            <a:normAutofit fontScale="70000" lnSpcReduction="20000"/>
          </a:bodyPr>
          <a:lstStyle/>
          <a:p>
            <a:pPr marL="285750" indent="-285750" algn="just">
              <a:lnSpc>
                <a:spcPct val="170000"/>
              </a:lnSpc>
              <a:spcAft>
                <a:spcPts val="1200"/>
              </a:spcAft>
              <a:buFont typeface="Arial"/>
              <a:buChar char="•"/>
              <a:defRPr/>
            </a:pPr>
            <a:r>
              <a:rPr lang="de-DE" sz="3300" b="0" i="0" dirty="0">
                <a:solidFill>
                  <a:srgbClr val="000000"/>
                </a:solidFill>
                <a:latin typeface="Arial"/>
              </a:rPr>
              <a:t>A prerequisite for argumentative writing is to have a position that you want to convince people of. Therefore, formulate your point of view or a thesis before you start writing. (Example: "I am of the opinion that...").</a:t>
            </a:r>
            <a:endParaRPr lang="de-DE" sz="3300" dirty="0">
              <a:latin typeface="Arial"/>
            </a:endParaRPr>
          </a:p>
          <a:p>
            <a:pPr marL="285750" indent="-285750" algn="just">
              <a:lnSpc>
                <a:spcPct val="170000"/>
              </a:lnSpc>
              <a:spcAft>
                <a:spcPts val="1200"/>
              </a:spcAft>
              <a:buFont typeface="Arial"/>
              <a:buChar char="•"/>
              <a:defRPr/>
            </a:pPr>
            <a:r>
              <a:rPr lang="de-DE" sz="3300" b="0" i="0" dirty="0">
                <a:solidFill>
                  <a:srgbClr val="000000"/>
                </a:solidFill>
                <a:latin typeface="Arial"/>
              </a:rPr>
              <a:t>Before you start writing, formulate the aim of your argument (example: "I want to make it clear that ..." / "I want to convince F that ...").</a:t>
            </a:r>
            <a:endParaRPr lang="de-DE" sz="3300" dirty="0">
              <a:latin typeface="Arial"/>
            </a:endParaRPr>
          </a:p>
          <a:p>
            <a:pPr marL="285750" indent="-285750" algn="just">
              <a:lnSpc>
                <a:spcPct val="170000"/>
              </a:lnSpc>
              <a:spcAft>
                <a:spcPts val="1200"/>
              </a:spcAft>
              <a:buFont typeface="Arial"/>
              <a:buChar char="•"/>
              <a:defRPr/>
            </a:pPr>
            <a:r>
              <a:rPr lang="de-DE" sz="3300" b="0" i="0" dirty="0">
                <a:solidFill>
                  <a:srgbClr val="000000"/>
                </a:solidFill>
                <a:latin typeface="Arial"/>
              </a:rPr>
              <a:t>Think about which materials and data you want to use to support your position or thesis (e.g. empirical data, quotes, images, graphics, etc.). Collect and group these materials in such a way that they relate to your argumentative goal</a:t>
            </a:r>
            <a:r>
              <a:rPr lang="de-DE" sz="3300" dirty="0">
                <a:latin typeface="Arial"/>
              </a:rPr>
              <a:t>. </a:t>
            </a:r>
            <a:endParaRPr lang="de-DE" sz="3300" dirty="0"/>
          </a:p>
          <a:p>
            <a:pPr algn="just">
              <a:lnSpc>
                <a:spcPct val="170000"/>
              </a:lnSpc>
              <a:spcAft>
                <a:spcPts val="1200"/>
              </a:spcAft>
              <a:defRPr/>
            </a:pPr>
            <a:r>
              <a:rPr lang="de-DE" sz="3300" dirty="0">
                <a:latin typeface="Arial"/>
              </a:rPr>
              <a:t>(...)</a:t>
            </a:r>
            <a:endParaRPr lang="de-DE" sz="3300" dirty="0"/>
          </a:p>
          <a:p>
            <a:pPr>
              <a:lnSpc>
                <a:spcPct val="170000"/>
              </a:lnSpc>
              <a:spcAft>
                <a:spcPts val="1200"/>
              </a:spcAft>
              <a:defRPr/>
            </a:pPr>
            <a:r>
              <a:rPr lang="de-DE" sz="3300" b="1" dirty="0">
                <a:solidFill>
                  <a:srgbClr val="65979C"/>
                </a:solidFill>
                <a:latin typeface="Arial"/>
              </a:rPr>
              <a:t>Please consult the original material for the continuation of the list (Arguing - First steps)</a:t>
            </a:r>
            <a:br>
              <a:rPr lang="de-DE" sz="1600" dirty="0"/>
            </a:br>
            <a:endParaRPr lang="de-DE" sz="1600" dirty="0"/>
          </a:p>
        </p:txBody>
      </p:sp>
      <p:sp>
        <p:nvSpPr>
          <p:cNvPr id="4" name="TextBox 3">
            <a:extLst>
              <a:ext uri="{FF2B5EF4-FFF2-40B4-BE49-F238E27FC236}">
                <a16:creationId xmlns:a16="http://schemas.microsoft.com/office/drawing/2014/main" id="{2A90506B-1167-6BB4-C21D-2C75AEB7B9C5}"/>
              </a:ext>
            </a:extLst>
          </p:cNvPr>
          <p:cNvSpPr txBox="1"/>
          <p:nvPr/>
        </p:nvSpPr>
        <p:spPr bwMode="auto">
          <a:xfrm>
            <a:off x="4533900" y="2561860"/>
            <a:ext cx="9144000" cy="954107"/>
          </a:xfrm>
          <a:prstGeom prst="rect">
            <a:avLst/>
          </a:prstGeom>
          <a:noFill/>
        </p:spPr>
        <p:txBody>
          <a:bodyPr wrap="square" rtlCol="0">
            <a:spAutoFit/>
          </a:bodyPr>
          <a:lstStyle/>
          <a:p>
            <a:pPr algn="ctr">
              <a:defRPr/>
            </a:pPr>
            <a:r>
              <a:rPr lang="de-DE" sz="2800" b="1" dirty="0">
                <a:solidFill>
                  <a:srgbClr val="7E0D31"/>
                </a:solidFill>
              </a:rPr>
              <a:t>Checklist for your own argumentation (Moll and Thielmann 2017, 181-82)</a:t>
            </a:r>
            <a:endParaRPr lang="de-DE" sz="2000" dirty="0"/>
          </a:p>
        </p:txBody>
      </p:sp>
    </p:spTree>
    <p:extLst>
      <p:ext uri="{BB962C8B-B14F-4D97-AF65-F5344CB8AC3E}">
        <p14:creationId xmlns:p14="http://schemas.microsoft.com/office/powerpoint/2010/main" val="335210131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showMasterPhAnim="0">
  <p:cSld>
    <p:spTree>
      <p:nvGrpSpPr>
        <p:cNvPr id="1" name="">
          <a:extLst>
            <a:ext uri="{FF2B5EF4-FFF2-40B4-BE49-F238E27FC236}">
              <a16:creationId xmlns:a16="http://schemas.microsoft.com/office/drawing/2014/main" id="{AA388ED0-AC49-1010-9C86-7D6C8CB49B1C}"/>
            </a:ext>
          </a:extLst>
        </p:cNvPr>
        <p:cNvGrpSpPr/>
        <p:nvPr/>
      </p:nvGrpSpPr>
      <p:grpSpPr bwMode="auto">
        <a:xfrm>
          <a:off x="0" y="0"/>
          <a:ext cx="0" cy="0"/>
          <a:chOff x="0" y="0"/>
          <a:chExt cx="0" cy="0"/>
        </a:xfrm>
      </p:grpSpPr>
      <p:sp>
        <p:nvSpPr>
          <p:cNvPr id="2" name="Titel 1">
            <a:extLst>
              <a:ext uri="{FF2B5EF4-FFF2-40B4-BE49-F238E27FC236}">
                <a16:creationId xmlns:a16="http://schemas.microsoft.com/office/drawing/2014/main" id="{59D06707-191E-5217-2357-53AD83AC3FA0}"/>
              </a:ext>
            </a:extLst>
          </p:cNvPr>
          <p:cNvSpPr>
            <a:spLocks noGrp="1"/>
          </p:cNvSpPr>
          <p:nvPr>
            <p:ph type="title"/>
          </p:nvPr>
        </p:nvSpPr>
        <p:spPr bwMode="auto"/>
        <p:txBody>
          <a:bodyPr>
            <a:normAutofit/>
          </a:bodyPr>
          <a:lstStyle/>
          <a:p>
            <a:pPr>
              <a:defRPr/>
            </a:pPr>
            <a:r>
              <a:rPr lang="de-DE" dirty="0" err="1"/>
              <a:t>How</a:t>
            </a:r>
            <a:r>
              <a:rPr lang="de-DE" dirty="0"/>
              <a:t> </a:t>
            </a:r>
            <a:r>
              <a:rPr lang="de-DE" dirty="0" err="1"/>
              <a:t>to</a:t>
            </a:r>
            <a:r>
              <a:rPr lang="de-DE" dirty="0"/>
              <a:t> </a:t>
            </a:r>
            <a:r>
              <a:rPr lang="de-DE" dirty="0" err="1"/>
              <a:t>argue</a:t>
            </a:r>
            <a:r>
              <a:rPr lang="de-DE" dirty="0"/>
              <a:t> in your own </a:t>
            </a:r>
            <a:r>
              <a:rPr lang="de-DE" dirty="0" err="1"/>
              <a:t>academic</a:t>
            </a:r>
            <a:r>
              <a:rPr lang="de-DE" dirty="0"/>
              <a:t> </a:t>
            </a:r>
            <a:r>
              <a:rPr lang="de-DE" dirty="0" err="1"/>
              <a:t>papers</a:t>
            </a:r>
            <a:endParaRPr lang="de-DE" dirty="0"/>
          </a:p>
        </p:txBody>
      </p:sp>
      <p:sp>
        <p:nvSpPr>
          <p:cNvPr id="3" name="Inhaltsplatzhalter 2">
            <a:extLst>
              <a:ext uri="{FF2B5EF4-FFF2-40B4-BE49-F238E27FC236}">
                <a16:creationId xmlns:a16="http://schemas.microsoft.com/office/drawing/2014/main" id="{A20304EE-280A-3584-0C53-BE8345C2261F}"/>
              </a:ext>
            </a:extLst>
          </p:cNvPr>
          <p:cNvSpPr>
            <a:spLocks noGrp="1"/>
          </p:cNvSpPr>
          <p:nvPr>
            <p:ph idx="1"/>
          </p:nvPr>
        </p:nvSpPr>
        <p:spPr bwMode="auto">
          <a:xfrm>
            <a:off x="1524000" y="2882559"/>
            <a:ext cx="15544800" cy="6832941"/>
          </a:xfrm>
        </p:spPr>
        <p:txBody>
          <a:bodyPr>
            <a:normAutofit fontScale="85000" lnSpcReduction="20000"/>
          </a:bodyPr>
          <a:lstStyle/>
          <a:p>
            <a:pPr marL="285750" indent="-285750" algn="just">
              <a:lnSpc>
                <a:spcPct val="170000"/>
              </a:lnSpc>
              <a:spcAft>
                <a:spcPts val="600"/>
              </a:spcAft>
              <a:buFont typeface="Arial"/>
              <a:buChar char="•"/>
              <a:defRPr/>
            </a:pPr>
            <a:r>
              <a:rPr lang="de-DE" dirty="0"/>
              <a:t>Understanding is necessary in order to recognize the strengths and weaknesses of the arguments, among other things.</a:t>
            </a:r>
          </a:p>
          <a:p>
            <a:pPr marL="285750" indent="-285750" algn="just">
              <a:lnSpc>
                <a:spcPct val="170000"/>
              </a:lnSpc>
              <a:spcAft>
                <a:spcPts val="600"/>
              </a:spcAft>
              <a:buFont typeface="Arial"/>
              <a:buChar char="•"/>
              <a:defRPr/>
            </a:pPr>
            <a:r>
              <a:rPr lang="de-DE" dirty="0"/>
              <a:t>Understanding why an argument might be weak is also part of the task.</a:t>
            </a:r>
          </a:p>
          <a:p>
            <a:pPr marL="0" indent="0" algn="just">
              <a:lnSpc>
                <a:spcPct val="170000"/>
              </a:lnSpc>
              <a:spcAft>
                <a:spcPts val="600"/>
              </a:spcAft>
              <a:buNone/>
              <a:defRPr/>
            </a:pPr>
            <a:r>
              <a:rPr lang="de-DE" sz="3200" b="1" dirty="0">
                <a:solidFill>
                  <a:srgbClr val="7E0D31"/>
                </a:solidFill>
              </a:rPr>
              <a:t>	Critical reading</a:t>
            </a:r>
          </a:p>
          <a:p>
            <a:pPr marL="285750" indent="-285750" algn="just">
              <a:lnSpc>
                <a:spcPct val="170000"/>
              </a:lnSpc>
              <a:spcAft>
                <a:spcPts val="600"/>
              </a:spcAft>
              <a:buFont typeface="Arial"/>
              <a:buChar char="•"/>
              <a:defRPr/>
            </a:pPr>
            <a:r>
              <a:rPr lang="de-DE" dirty="0">
                <a:solidFill>
                  <a:schemeClr val="tx1"/>
                </a:solidFill>
              </a:rPr>
              <a:t>Critical reading makes it easier to understand arguments. </a:t>
            </a:r>
            <a:endParaRPr lang="de-DE" dirty="0"/>
          </a:p>
          <a:p>
            <a:pPr marL="285750" indent="-285750" algn="just">
              <a:lnSpc>
                <a:spcPct val="170000"/>
              </a:lnSpc>
              <a:spcAft>
                <a:spcPts val="600"/>
              </a:spcAft>
              <a:buFont typeface="Arial"/>
              <a:buChar char="•"/>
              <a:defRPr/>
            </a:pPr>
            <a:r>
              <a:rPr lang="de-DE" dirty="0">
                <a:solidFill>
                  <a:schemeClr val="tx1"/>
                </a:solidFill>
              </a:rPr>
              <a:t>As you read, ask yourself questions like "What is the author trying to prove?" and "Do you agree with the author?". Does the author adequately justify their argument? (...) </a:t>
            </a:r>
          </a:p>
          <a:p>
            <a:pPr marL="285750" indent="-285750" algn="just">
              <a:lnSpc>
                <a:spcPct val="170000"/>
              </a:lnSpc>
              <a:spcAft>
                <a:spcPts val="600"/>
              </a:spcAft>
              <a:defRPr/>
            </a:pPr>
            <a:r>
              <a:rPr lang="de-DE" sz="2800" dirty="0">
                <a:solidFill>
                  <a:schemeClr val="tx1"/>
                </a:solidFill>
              </a:rPr>
              <a:t>As </a:t>
            </a:r>
            <a:r>
              <a:rPr lang="de-DE" sz="2800" dirty="0" err="1">
                <a:solidFill>
                  <a:schemeClr val="tx1"/>
                </a:solidFill>
              </a:rPr>
              <a:t>you</a:t>
            </a:r>
            <a:r>
              <a:rPr lang="de-DE" sz="2800" dirty="0">
                <a:solidFill>
                  <a:schemeClr val="tx1"/>
                </a:solidFill>
              </a:rPr>
              <a:t> </a:t>
            </a:r>
            <a:r>
              <a:rPr lang="de-DE" sz="2800" dirty="0" err="1">
                <a:solidFill>
                  <a:schemeClr val="tx1"/>
                </a:solidFill>
              </a:rPr>
              <a:t>become</a:t>
            </a:r>
            <a:r>
              <a:rPr lang="de-DE" sz="2800" dirty="0">
                <a:solidFill>
                  <a:schemeClr val="tx1"/>
                </a:solidFill>
              </a:rPr>
              <a:t> </a:t>
            </a:r>
            <a:r>
              <a:rPr lang="de-DE" sz="2800" dirty="0" err="1">
                <a:solidFill>
                  <a:schemeClr val="tx1"/>
                </a:solidFill>
              </a:rPr>
              <a:t>accustomed</a:t>
            </a:r>
            <a:r>
              <a:rPr lang="de-DE" sz="2800" dirty="0">
                <a:solidFill>
                  <a:schemeClr val="tx1"/>
                </a:solidFill>
              </a:rPr>
              <a:t> </a:t>
            </a:r>
            <a:r>
              <a:rPr lang="de-DE" sz="2800" dirty="0" err="1">
                <a:solidFill>
                  <a:schemeClr val="tx1"/>
                </a:solidFill>
              </a:rPr>
              <a:t>to</a:t>
            </a:r>
            <a:r>
              <a:rPr lang="de-DE" sz="2800" dirty="0">
                <a:solidFill>
                  <a:schemeClr val="tx1"/>
                </a:solidFill>
              </a:rPr>
              <a:t> </a:t>
            </a:r>
            <a:r>
              <a:rPr lang="de-DE" sz="2800" dirty="0" err="1">
                <a:solidFill>
                  <a:schemeClr val="tx1"/>
                </a:solidFill>
              </a:rPr>
              <a:t>reading</a:t>
            </a:r>
            <a:r>
              <a:rPr lang="de-DE" sz="2800" dirty="0">
                <a:solidFill>
                  <a:schemeClr val="tx1"/>
                </a:solidFill>
              </a:rPr>
              <a:t> </a:t>
            </a:r>
            <a:r>
              <a:rPr lang="de-DE" sz="2800" dirty="0" err="1">
                <a:solidFill>
                  <a:schemeClr val="tx1"/>
                </a:solidFill>
              </a:rPr>
              <a:t>critically</a:t>
            </a:r>
            <a:r>
              <a:rPr lang="de-DE" sz="2800" dirty="0">
                <a:solidFill>
                  <a:schemeClr val="tx1"/>
                </a:solidFill>
              </a:rPr>
              <a:t>, </a:t>
            </a:r>
            <a:r>
              <a:rPr lang="de-DE" sz="2800" dirty="0" err="1">
                <a:solidFill>
                  <a:schemeClr val="tx1"/>
                </a:solidFill>
              </a:rPr>
              <a:t>you</a:t>
            </a:r>
            <a:r>
              <a:rPr lang="de-DE" sz="2800" dirty="0">
                <a:solidFill>
                  <a:schemeClr val="tx1"/>
                </a:solidFill>
              </a:rPr>
              <a:t> will </a:t>
            </a:r>
            <a:r>
              <a:rPr lang="de-DE" sz="2800" dirty="0" err="1">
                <a:solidFill>
                  <a:schemeClr val="tx1"/>
                </a:solidFill>
              </a:rPr>
              <a:t>begin</a:t>
            </a:r>
            <a:r>
              <a:rPr lang="de-DE" sz="2800" dirty="0">
                <a:solidFill>
                  <a:schemeClr val="tx1"/>
                </a:solidFill>
              </a:rPr>
              <a:t> </a:t>
            </a:r>
            <a:r>
              <a:rPr lang="de-DE" sz="2800" dirty="0" err="1">
                <a:solidFill>
                  <a:schemeClr val="tx1"/>
                </a:solidFill>
              </a:rPr>
              <a:t>to</a:t>
            </a:r>
            <a:r>
              <a:rPr lang="de-DE" sz="2800" dirty="0">
                <a:solidFill>
                  <a:schemeClr val="tx1"/>
                </a:solidFill>
              </a:rPr>
              <a:t> </a:t>
            </a:r>
            <a:r>
              <a:rPr lang="de-DE" sz="2800" dirty="0" err="1">
                <a:solidFill>
                  <a:schemeClr val="tx1"/>
                </a:solidFill>
              </a:rPr>
              <a:t>recognize</a:t>
            </a:r>
            <a:r>
              <a:rPr lang="de-DE" sz="2800" dirty="0">
                <a:solidFill>
                  <a:schemeClr val="tx1"/>
                </a:solidFill>
              </a:rPr>
              <a:t> </a:t>
            </a:r>
            <a:r>
              <a:rPr lang="de-DE" sz="2800" dirty="0" err="1">
                <a:solidFill>
                  <a:schemeClr val="tx1"/>
                </a:solidFill>
              </a:rPr>
              <a:t>the</a:t>
            </a:r>
            <a:r>
              <a:rPr lang="de-DE" sz="2800" dirty="0">
                <a:solidFill>
                  <a:schemeClr val="tx1"/>
                </a:solidFill>
              </a:rPr>
              <a:t> </a:t>
            </a:r>
            <a:r>
              <a:rPr lang="de-DE" sz="2800" dirty="0" err="1">
                <a:solidFill>
                  <a:schemeClr val="tx1"/>
                </a:solidFill>
              </a:rPr>
              <a:t>sometimes</a:t>
            </a:r>
            <a:r>
              <a:rPr lang="de-DE" sz="2800" dirty="0">
                <a:solidFill>
                  <a:schemeClr val="tx1"/>
                </a:solidFill>
              </a:rPr>
              <a:t> </a:t>
            </a:r>
            <a:r>
              <a:rPr lang="de-DE" sz="2800" dirty="0" err="1">
                <a:solidFill>
                  <a:schemeClr val="tx1"/>
                </a:solidFill>
              </a:rPr>
              <a:t>hidden</a:t>
            </a:r>
            <a:r>
              <a:rPr lang="de-DE" sz="2800" dirty="0">
                <a:solidFill>
                  <a:schemeClr val="tx1"/>
                </a:solidFill>
              </a:rPr>
              <a:t> </a:t>
            </a:r>
            <a:r>
              <a:rPr lang="de-DE" sz="2800" dirty="0" err="1">
                <a:solidFill>
                  <a:schemeClr val="tx1"/>
                </a:solidFill>
              </a:rPr>
              <a:t>intentions</a:t>
            </a:r>
            <a:r>
              <a:rPr lang="de-DE" sz="2800" dirty="0">
                <a:solidFill>
                  <a:schemeClr val="tx1"/>
                </a:solidFill>
              </a:rPr>
              <a:t> of </a:t>
            </a:r>
            <a:r>
              <a:rPr lang="de-DE" sz="2800" dirty="0" err="1">
                <a:solidFill>
                  <a:schemeClr val="tx1"/>
                </a:solidFill>
              </a:rPr>
              <a:t>other</a:t>
            </a:r>
            <a:r>
              <a:rPr lang="de-DE" sz="2800" dirty="0">
                <a:solidFill>
                  <a:schemeClr val="tx1"/>
                </a:solidFill>
              </a:rPr>
              <a:t> </a:t>
            </a:r>
            <a:r>
              <a:rPr lang="de-DE" sz="2800" dirty="0" err="1">
                <a:solidFill>
                  <a:schemeClr val="tx1"/>
                </a:solidFill>
              </a:rPr>
              <a:t>writers</a:t>
            </a:r>
            <a:r>
              <a:rPr lang="de-DE" sz="2800" dirty="0">
                <a:solidFill>
                  <a:schemeClr val="tx1"/>
                </a:solidFill>
              </a:rPr>
              <a:t>, and </a:t>
            </a:r>
            <a:r>
              <a:rPr lang="de-DE" sz="2800" dirty="0" err="1">
                <a:solidFill>
                  <a:schemeClr val="tx1"/>
                </a:solidFill>
              </a:rPr>
              <a:t>you</a:t>
            </a:r>
            <a:r>
              <a:rPr lang="de-DE" sz="2800" dirty="0">
                <a:solidFill>
                  <a:schemeClr val="tx1"/>
                </a:solidFill>
              </a:rPr>
              <a:t> </a:t>
            </a:r>
            <a:r>
              <a:rPr lang="de-DE" sz="2800" dirty="0" err="1">
                <a:solidFill>
                  <a:schemeClr val="tx1"/>
                </a:solidFill>
              </a:rPr>
              <a:t>can</a:t>
            </a:r>
            <a:r>
              <a:rPr lang="de-DE" sz="2800" dirty="0">
                <a:solidFill>
                  <a:schemeClr val="tx1"/>
                </a:solidFill>
              </a:rPr>
              <a:t> </a:t>
            </a:r>
            <a:r>
              <a:rPr lang="de-DE" sz="2800" dirty="0" err="1">
                <a:solidFill>
                  <a:schemeClr val="tx1"/>
                </a:solidFill>
              </a:rPr>
              <a:t>use</a:t>
            </a:r>
            <a:r>
              <a:rPr lang="de-DE" sz="2800" dirty="0">
                <a:solidFill>
                  <a:schemeClr val="tx1"/>
                </a:solidFill>
              </a:rPr>
              <a:t> </a:t>
            </a:r>
            <a:r>
              <a:rPr lang="de-DE" sz="2800" dirty="0" err="1">
                <a:solidFill>
                  <a:schemeClr val="tx1"/>
                </a:solidFill>
              </a:rPr>
              <a:t>this</a:t>
            </a:r>
            <a:r>
              <a:rPr lang="de-DE" sz="2800" dirty="0">
                <a:solidFill>
                  <a:schemeClr val="tx1"/>
                </a:solidFill>
              </a:rPr>
              <a:t> </a:t>
            </a:r>
            <a:r>
              <a:rPr lang="de-DE" sz="2800" dirty="0" err="1">
                <a:solidFill>
                  <a:schemeClr val="tx1"/>
                </a:solidFill>
              </a:rPr>
              <a:t>skill</a:t>
            </a:r>
            <a:r>
              <a:rPr lang="de-DE" sz="2800" dirty="0">
                <a:solidFill>
                  <a:schemeClr val="tx1"/>
                </a:solidFill>
              </a:rPr>
              <a:t> </a:t>
            </a:r>
            <a:r>
              <a:rPr lang="de-DE" sz="2800" dirty="0" err="1">
                <a:solidFill>
                  <a:schemeClr val="tx1"/>
                </a:solidFill>
              </a:rPr>
              <a:t>to</a:t>
            </a:r>
            <a:r>
              <a:rPr lang="de-DE" sz="2800" dirty="0">
                <a:solidFill>
                  <a:schemeClr val="tx1"/>
                </a:solidFill>
              </a:rPr>
              <a:t> </a:t>
            </a:r>
            <a:r>
              <a:rPr lang="de-DE" sz="2800" dirty="0" err="1">
                <a:solidFill>
                  <a:schemeClr val="tx1"/>
                </a:solidFill>
              </a:rPr>
              <a:t>improve</a:t>
            </a:r>
            <a:r>
              <a:rPr lang="de-DE" sz="2800" dirty="0">
                <a:solidFill>
                  <a:schemeClr val="tx1"/>
                </a:solidFill>
              </a:rPr>
              <a:t> </a:t>
            </a:r>
            <a:r>
              <a:rPr lang="de-DE" sz="2800" dirty="0" err="1">
                <a:solidFill>
                  <a:schemeClr val="tx1"/>
                </a:solidFill>
              </a:rPr>
              <a:t>your</a:t>
            </a:r>
            <a:r>
              <a:rPr lang="de-DE" sz="2800" dirty="0">
                <a:solidFill>
                  <a:schemeClr val="tx1"/>
                </a:solidFill>
              </a:rPr>
              <a:t> own </a:t>
            </a:r>
            <a:r>
              <a:rPr lang="de-DE" sz="2800" dirty="0" err="1">
                <a:solidFill>
                  <a:schemeClr val="tx1"/>
                </a:solidFill>
              </a:rPr>
              <a:t>ability</a:t>
            </a:r>
            <a:r>
              <a:rPr lang="de-DE" sz="2800" dirty="0">
                <a:solidFill>
                  <a:schemeClr val="tx1"/>
                </a:solidFill>
              </a:rPr>
              <a:t> </a:t>
            </a:r>
            <a:r>
              <a:rPr lang="de-DE" sz="2800" dirty="0" err="1">
                <a:solidFill>
                  <a:schemeClr val="tx1"/>
                </a:solidFill>
              </a:rPr>
              <a:t>to</a:t>
            </a:r>
            <a:r>
              <a:rPr lang="de-DE" sz="2800" dirty="0">
                <a:solidFill>
                  <a:schemeClr val="tx1"/>
                </a:solidFill>
              </a:rPr>
              <a:t> </a:t>
            </a:r>
            <a:r>
              <a:rPr lang="de-DE" sz="2800" dirty="0" err="1">
                <a:solidFill>
                  <a:schemeClr val="tx1"/>
                </a:solidFill>
              </a:rPr>
              <a:t>formulate</a:t>
            </a:r>
            <a:r>
              <a:rPr lang="de-DE" sz="2800" dirty="0">
                <a:solidFill>
                  <a:schemeClr val="tx1"/>
                </a:solidFill>
              </a:rPr>
              <a:t> </a:t>
            </a:r>
            <a:r>
              <a:rPr lang="de-DE" sz="2800" dirty="0" err="1">
                <a:solidFill>
                  <a:schemeClr val="tx1"/>
                </a:solidFill>
              </a:rPr>
              <a:t>effective</a:t>
            </a:r>
            <a:r>
              <a:rPr lang="de-DE" sz="2800" dirty="0">
                <a:solidFill>
                  <a:schemeClr val="tx1"/>
                </a:solidFill>
              </a:rPr>
              <a:t> </a:t>
            </a:r>
            <a:r>
              <a:rPr lang="de-DE" sz="2800" dirty="0" err="1">
                <a:solidFill>
                  <a:schemeClr val="tx1"/>
                </a:solidFill>
              </a:rPr>
              <a:t>arguments</a:t>
            </a:r>
            <a:r>
              <a:rPr lang="de-DE" sz="2800" dirty="0">
                <a:solidFill>
                  <a:schemeClr val="tx1"/>
                </a:solidFill>
              </a:rPr>
              <a:t>." (UNC-Chapel Hill Writing Center, 2021 - own </a:t>
            </a:r>
            <a:r>
              <a:rPr lang="de-DE" sz="2800" dirty="0" err="1">
                <a:solidFill>
                  <a:schemeClr val="tx1"/>
                </a:solidFill>
              </a:rPr>
              <a:t>translation</a:t>
            </a:r>
            <a:r>
              <a:rPr lang="de-DE" sz="2800" dirty="0">
                <a:solidFill>
                  <a:schemeClr val="tx1"/>
                </a:solidFill>
              </a:rPr>
              <a:t>)</a:t>
            </a:r>
            <a:endParaRPr lang="de-DE" sz="2800" dirty="0"/>
          </a:p>
          <a:p>
            <a:pPr marL="285750" indent="-285750" algn="just">
              <a:lnSpc>
                <a:spcPct val="170000"/>
              </a:lnSpc>
              <a:spcAft>
                <a:spcPts val="600"/>
              </a:spcAft>
              <a:buFont typeface="Arial"/>
              <a:buChar char="•"/>
              <a:defRPr/>
            </a:pPr>
            <a:endParaRPr lang="de-DE" dirty="0"/>
          </a:p>
        </p:txBody>
      </p:sp>
    </p:spTree>
    <p:extLst>
      <p:ext uri="{BB962C8B-B14F-4D97-AF65-F5344CB8AC3E}">
        <p14:creationId xmlns:p14="http://schemas.microsoft.com/office/powerpoint/2010/main" val="121950694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showMasterPhAnim="0">
  <p:cSld>
    <p:spTree>
      <p:nvGrpSpPr>
        <p:cNvPr id="1" name="">
          <a:extLst>
            <a:ext uri="{FF2B5EF4-FFF2-40B4-BE49-F238E27FC236}">
              <a16:creationId xmlns:a16="http://schemas.microsoft.com/office/drawing/2014/main" id="{14BBF4C0-59EF-56B5-2B9C-E7ADC6596F44}"/>
            </a:ext>
          </a:extLst>
        </p:cNvPr>
        <p:cNvGrpSpPr/>
        <p:nvPr/>
      </p:nvGrpSpPr>
      <p:grpSpPr bwMode="auto">
        <a:xfrm>
          <a:off x="0" y="0"/>
          <a:ext cx="0" cy="0"/>
          <a:chOff x="0" y="0"/>
          <a:chExt cx="0" cy="0"/>
        </a:xfrm>
      </p:grpSpPr>
      <p:sp>
        <p:nvSpPr>
          <p:cNvPr id="2" name="Titel 1">
            <a:extLst>
              <a:ext uri="{FF2B5EF4-FFF2-40B4-BE49-F238E27FC236}">
                <a16:creationId xmlns:a16="http://schemas.microsoft.com/office/drawing/2014/main" id="{2434A21B-A575-4507-53D4-7713A18D6BF4}"/>
              </a:ext>
            </a:extLst>
          </p:cNvPr>
          <p:cNvSpPr>
            <a:spLocks noGrp="1"/>
          </p:cNvSpPr>
          <p:nvPr>
            <p:ph type="title"/>
          </p:nvPr>
        </p:nvSpPr>
        <p:spPr bwMode="auto"/>
        <p:txBody>
          <a:bodyPr>
            <a:normAutofit/>
          </a:bodyPr>
          <a:lstStyle/>
          <a:p>
            <a:pPr>
              <a:defRPr/>
            </a:pPr>
            <a:r>
              <a:rPr lang="de-DE" dirty="0" err="1"/>
              <a:t>How</a:t>
            </a:r>
            <a:r>
              <a:rPr lang="de-DE" dirty="0"/>
              <a:t> </a:t>
            </a:r>
            <a:r>
              <a:rPr lang="de-DE" dirty="0" err="1"/>
              <a:t>to</a:t>
            </a:r>
            <a:r>
              <a:rPr lang="de-DE" dirty="0"/>
              <a:t> deal with an argument in </a:t>
            </a:r>
            <a:r>
              <a:rPr lang="de-DE" dirty="0" err="1"/>
              <a:t>other</a:t>
            </a:r>
            <a:r>
              <a:rPr lang="de-DE" dirty="0"/>
              <a:t> </a:t>
            </a:r>
            <a:r>
              <a:rPr lang="de-DE" dirty="0" err="1"/>
              <a:t>texts</a:t>
            </a:r>
            <a:endParaRPr lang="de-DE" dirty="0"/>
          </a:p>
        </p:txBody>
      </p:sp>
      <p:sp>
        <p:nvSpPr>
          <p:cNvPr id="4" name="TextBox 3">
            <a:extLst>
              <a:ext uri="{FF2B5EF4-FFF2-40B4-BE49-F238E27FC236}">
                <a16:creationId xmlns:a16="http://schemas.microsoft.com/office/drawing/2014/main" id="{AD8CA377-F642-9346-42CB-98C7B0B8D637}"/>
              </a:ext>
            </a:extLst>
          </p:cNvPr>
          <p:cNvSpPr txBox="1"/>
          <p:nvPr/>
        </p:nvSpPr>
        <p:spPr bwMode="auto">
          <a:xfrm>
            <a:off x="1912102" y="2367632"/>
            <a:ext cx="11353639" cy="3584379"/>
          </a:xfrm>
          <a:prstGeom prst="rect">
            <a:avLst/>
          </a:prstGeom>
          <a:noFill/>
        </p:spPr>
        <p:txBody>
          <a:bodyPr wrap="square" rtlCol="0">
            <a:spAutoFit/>
          </a:bodyPr>
          <a:lstStyle/>
          <a:p>
            <a:pPr>
              <a:lnSpc>
                <a:spcPct val="150000"/>
              </a:lnSpc>
              <a:defRPr/>
            </a:pPr>
            <a:r>
              <a:rPr lang="en-GB" sz="2200" b="1" i="1" dirty="0">
                <a:solidFill>
                  <a:srgbClr val="7E0D31"/>
                </a:solidFill>
                <a:latin typeface="Arial"/>
              </a:rPr>
              <a:t>Thesis and Claims</a:t>
            </a:r>
            <a:br>
              <a:rPr lang="en-GB" sz="2200" b="0" i="1" dirty="0">
                <a:solidFill>
                  <a:srgbClr val="000000"/>
                </a:solidFill>
                <a:latin typeface="Arial"/>
              </a:rPr>
            </a:br>
            <a:r>
              <a:rPr lang="en-GB" sz="2200" b="0" i="0" dirty="0">
                <a:solidFill>
                  <a:srgbClr val="000000"/>
                </a:solidFill>
                <a:latin typeface="Arial"/>
              </a:rPr>
              <a:t>□ Is the author's claim or thesis clear?</a:t>
            </a:r>
            <a:br>
              <a:rPr lang="en-GB" sz="2200" b="0" i="0" dirty="0">
                <a:solidFill>
                  <a:srgbClr val="000000"/>
                </a:solidFill>
                <a:latin typeface="Arial"/>
              </a:rPr>
            </a:br>
            <a:r>
              <a:rPr lang="en-GB" sz="2200" b="0" i="0" dirty="0">
                <a:solidFill>
                  <a:srgbClr val="000000"/>
                </a:solidFill>
                <a:latin typeface="Arial"/>
              </a:rPr>
              <a:t>□ Are any parts of the argument based on logos, pathos, or ethos?</a:t>
            </a:r>
            <a:br>
              <a:rPr lang="en-GB" sz="2200" b="0" i="0" dirty="0">
                <a:solidFill>
                  <a:srgbClr val="000000"/>
                </a:solidFill>
                <a:latin typeface="Arial"/>
              </a:rPr>
            </a:br>
            <a:r>
              <a:rPr lang="en-GB" sz="2200" b="0" i="0" dirty="0">
                <a:solidFill>
                  <a:srgbClr val="000000"/>
                </a:solidFill>
                <a:latin typeface="Arial"/>
              </a:rPr>
              <a:t>□ Are any premises false or questionable?</a:t>
            </a:r>
            <a:br>
              <a:rPr lang="en-GB" sz="2200" b="0" i="0" dirty="0">
                <a:solidFill>
                  <a:srgbClr val="000000"/>
                </a:solidFill>
                <a:latin typeface="Arial"/>
              </a:rPr>
            </a:br>
            <a:r>
              <a:rPr lang="en-GB" sz="2200" b="0" i="0" dirty="0">
                <a:solidFill>
                  <a:srgbClr val="000000"/>
                </a:solidFill>
                <a:latin typeface="Arial"/>
              </a:rPr>
              <a:t>□ Is the logic - deductive or inductive - valid?</a:t>
            </a:r>
            <a:br>
              <a:rPr lang="en-GB" sz="2200" b="0" i="0" dirty="0">
                <a:solidFill>
                  <a:srgbClr val="000000"/>
                </a:solidFill>
                <a:latin typeface="Arial"/>
              </a:rPr>
            </a:br>
            <a:r>
              <a:rPr lang="en-GB" sz="2200" b="0" i="0" dirty="0">
                <a:solidFill>
                  <a:srgbClr val="000000"/>
                </a:solidFill>
                <a:latin typeface="Arial"/>
              </a:rPr>
              <a:t>□ Are important terms and concepts defined satisfactorily?</a:t>
            </a:r>
            <a:br>
              <a:rPr lang="en-GB" sz="2200" b="0" i="0" dirty="0">
                <a:solidFill>
                  <a:srgbClr val="000000"/>
                </a:solidFill>
                <a:latin typeface="Arial"/>
              </a:rPr>
            </a:br>
            <a:r>
              <a:rPr lang="en-GB" sz="2200" b="0" i="0" dirty="0">
                <a:solidFill>
                  <a:srgbClr val="000000"/>
                </a:solidFill>
                <a:latin typeface="Arial"/>
              </a:rPr>
              <a:t>□ Does the writer make assumptions that are problematic for his or her argument?</a:t>
            </a:r>
            <a:r>
              <a:rPr lang="en-GB" sz="2200" dirty="0">
                <a:latin typeface="Arial"/>
              </a:rPr>
              <a:t>  </a:t>
            </a:r>
          </a:p>
        </p:txBody>
      </p:sp>
      <p:sp>
        <p:nvSpPr>
          <p:cNvPr id="5" name="TextBox 4">
            <a:extLst>
              <a:ext uri="{FF2B5EF4-FFF2-40B4-BE49-F238E27FC236}">
                <a16:creationId xmlns:a16="http://schemas.microsoft.com/office/drawing/2014/main" id="{2A8DFF55-C7F7-3CA6-691C-E1FE64C3B56C}"/>
              </a:ext>
            </a:extLst>
          </p:cNvPr>
          <p:cNvSpPr txBox="1"/>
          <p:nvPr/>
        </p:nvSpPr>
        <p:spPr bwMode="auto">
          <a:xfrm>
            <a:off x="1944000" y="5808816"/>
            <a:ext cx="11848200" cy="3076548"/>
          </a:xfrm>
          <a:prstGeom prst="rect">
            <a:avLst/>
          </a:prstGeom>
          <a:noFill/>
        </p:spPr>
        <p:txBody>
          <a:bodyPr wrap="square" rtlCol="0">
            <a:spAutoFit/>
          </a:bodyPr>
          <a:lstStyle/>
          <a:p>
            <a:pPr>
              <a:lnSpc>
                <a:spcPct val="150000"/>
              </a:lnSpc>
              <a:defRPr/>
            </a:pPr>
            <a:r>
              <a:rPr lang="en-GB" sz="2200" b="1" i="1" dirty="0">
                <a:solidFill>
                  <a:srgbClr val="65979C"/>
                </a:solidFill>
                <a:latin typeface="Arial"/>
              </a:rPr>
              <a:t>Support and Evidence</a:t>
            </a:r>
            <a:br>
              <a:rPr lang="en-GB" sz="2200" b="0" i="1" dirty="0">
                <a:solidFill>
                  <a:srgbClr val="000000"/>
                </a:solidFill>
                <a:latin typeface="Arial"/>
              </a:rPr>
            </a:br>
            <a:r>
              <a:rPr lang="en-GB" sz="2200" b="0" i="0" dirty="0">
                <a:solidFill>
                  <a:srgbClr val="000000"/>
                </a:solidFill>
                <a:latin typeface="Arial"/>
              </a:rPr>
              <a:t>□ Does the writer use evidence to support his or her claims?</a:t>
            </a:r>
            <a:br>
              <a:rPr lang="en-GB" sz="2200" b="0" i="0" dirty="0">
                <a:solidFill>
                  <a:srgbClr val="000000"/>
                </a:solidFill>
                <a:latin typeface="Arial"/>
              </a:rPr>
            </a:br>
            <a:r>
              <a:rPr lang="en-GB" sz="2200" b="0" i="0" dirty="0">
                <a:solidFill>
                  <a:srgbClr val="000000"/>
                </a:solidFill>
                <a:latin typeface="Arial"/>
              </a:rPr>
              <a:t>□ Are the examples - imagined, invented, or hypothetical - relevant and convincing?</a:t>
            </a:r>
            <a:br>
              <a:rPr lang="en-GB" sz="2200" b="0" i="0" dirty="0">
                <a:solidFill>
                  <a:srgbClr val="000000"/>
                </a:solidFill>
                <a:latin typeface="Arial"/>
              </a:rPr>
            </a:br>
            <a:r>
              <a:rPr lang="en-GB" sz="2200" b="0" i="0" dirty="0">
                <a:solidFill>
                  <a:srgbClr val="000000"/>
                </a:solidFill>
                <a:latin typeface="Arial"/>
              </a:rPr>
              <a:t>□ Are the statistics (if any) relevant, accurate, and complete?</a:t>
            </a:r>
            <a:br>
              <a:rPr lang="en-GB" sz="2200" b="0" i="0" dirty="0">
                <a:solidFill>
                  <a:srgbClr val="000000"/>
                </a:solidFill>
                <a:latin typeface="Arial"/>
              </a:rPr>
            </a:br>
            <a:r>
              <a:rPr lang="en-GB" sz="2200" b="0" i="0" dirty="0">
                <a:solidFill>
                  <a:srgbClr val="000000"/>
                </a:solidFill>
                <a:latin typeface="Arial"/>
              </a:rPr>
              <a:t>□ Are other interpretations of evidence possible?</a:t>
            </a:r>
            <a:br>
              <a:rPr lang="en-GB" sz="2200" b="0" i="0" dirty="0">
                <a:solidFill>
                  <a:srgbClr val="000000"/>
                </a:solidFill>
                <a:latin typeface="Arial"/>
              </a:rPr>
            </a:br>
            <a:r>
              <a:rPr lang="en-GB" sz="2200" b="0" i="0" dirty="0">
                <a:solidFill>
                  <a:srgbClr val="000000"/>
                </a:solidFill>
                <a:latin typeface="Arial"/>
              </a:rPr>
              <a:t>□ Can authorities who offer evidence be considered impartial</a:t>
            </a:r>
            <a:r>
              <a:rPr lang="en-GB" sz="2200" dirty="0">
                <a:latin typeface="Arial"/>
              </a:rPr>
              <a:t>? </a:t>
            </a:r>
            <a:endParaRPr lang="en-GB" sz="2200" dirty="0"/>
          </a:p>
        </p:txBody>
      </p:sp>
      <p:sp>
        <p:nvSpPr>
          <p:cNvPr id="6" name="TextBox 5">
            <a:extLst>
              <a:ext uri="{FF2B5EF4-FFF2-40B4-BE49-F238E27FC236}">
                <a16:creationId xmlns:a16="http://schemas.microsoft.com/office/drawing/2014/main" id="{CBF0AA95-0C49-FD6A-4644-FE4143D52CE6}"/>
              </a:ext>
            </a:extLst>
          </p:cNvPr>
          <p:cNvSpPr txBox="1"/>
          <p:nvPr/>
        </p:nvSpPr>
        <p:spPr bwMode="auto">
          <a:xfrm>
            <a:off x="1951088" y="8733946"/>
            <a:ext cx="12725400" cy="1553054"/>
          </a:xfrm>
          <a:prstGeom prst="rect">
            <a:avLst/>
          </a:prstGeom>
          <a:noFill/>
        </p:spPr>
        <p:txBody>
          <a:bodyPr wrap="square" rtlCol="0">
            <a:spAutoFit/>
          </a:bodyPr>
          <a:lstStyle/>
          <a:p>
            <a:pPr>
              <a:lnSpc>
                <a:spcPct val="150000"/>
              </a:lnSpc>
              <a:defRPr/>
            </a:pPr>
            <a:r>
              <a:rPr lang="en-GB" sz="2200" b="1" i="1" dirty="0">
                <a:solidFill>
                  <a:srgbClr val="F6C782"/>
                </a:solidFill>
                <a:latin typeface="Arial"/>
              </a:rPr>
              <a:t>Fairness</a:t>
            </a:r>
            <a:br>
              <a:rPr lang="en-GB" sz="2200" b="0" i="1" dirty="0">
                <a:solidFill>
                  <a:srgbClr val="000000"/>
                </a:solidFill>
                <a:latin typeface="Arial"/>
              </a:rPr>
            </a:br>
            <a:r>
              <a:rPr lang="en-GB" sz="2200" b="0" i="0" dirty="0">
                <a:solidFill>
                  <a:srgbClr val="000000"/>
                </a:solidFill>
                <a:latin typeface="Arial"/>
              </a:rPr>
              <a:t>□ Are alternative viewpoints and counterexamples adequately considered?</a:t>
            </a:r>
            <a:br>
              <a:rPr lang="en-GB" sz="2200" b="0" i="0" dirty="0">
                <a:solidFill>
                  <a:srgbClr val="000000"/>
                </a:solidFill>
                <a:latin typeface="Arial"/>
              </a:rPr>
            </a:br>
            <a:r>
              <a:rPr lang="en-GB" sz="2200" b="0" i="0" dirty="0">
                <a:solidFill>
                  <a:srgbClr val="000000"/>
                </a:solidFill>
                <a:latin typeface="Arial"/>
              </a:rPr>
              <a:t>□ Is the writer's tone and use of language appropriate to the subject and the audience</a:t>
            </a:r>
            <a:r>
              <a:rPr lang="en-GB" sz="2200" dirty="0">
                <a:latin typeface="Arial"/>
              </a:rPr>
              <a:t>? </a:t>
            </a:r>
            <a:endParaRPr lang="en-GB" sz="2200" dirty="0"/>
          </a:p>
        </p:txBody>
      </p:sp>
      <p:sp>
        <p:nvSpPr>
          <p:cNvPr id="7" name="TextBox 6">
            <a:extLst>
              <a:ext uri="{FF2B5EF4-FFF2-40B4-BE49-F238E27FC236}">
                <a16:creationId xmlns:a16="http://schemas.microsoft.com/office/drawing/2014/main" id="{F444783C-D3ED-778E-D580-E627B276FA7D}"/>
              </a:ext>
            </a:extLst>
          </p:cNvPr>
          <p:cNvSpPr txBox="1"/>
          <p:nvPr/>
        </p:nvSpPr>
        <p:spPr bwMode="auto">
          <a:xfrm>
            <a:off x="11277600" y="3930753"/>
            <a:ext cx="6069118" cy="830997"/>
          </a:xfrm>
          <a:prstGeom prst="rect">
            <a:avLst/>
          </a:prstGeom>
          <a:noFill/>
        </p:spPr>
        <p:txBody>
          <a:bodyPr wrap="square" rtlCol="0">
            <a:spAutoFit/>
          </a:bodyPr>
          <a:lstStyle/>
          <a:p>
            <a:pPr algn="ctr">
              <a:defRPr/>
            </a:pPr>
            <a:r>
              <a:rPr lang="de-DE" sz="2400" b="1" dirty="0">
                <a:solidFill>
                  <a:srgbClr val="7E0D31"/>
                </a:solidFill>
              </a:rPr>
              <a:t>Checklist for analyzing an argument</a:t>
            </a:r>
            <a:endParaRPr sz="2400" dirty="0"/>
          </a:p>
          <a:p>
            <a:pPr algn="ctr">
              <a:defRPr/>
            </a:pPr>
            <a:r>
              <a:rPr lang="en-GB" sz="2400" b="1" dirty="0">
                <a:solidFill>
                  <a:srgbClr val="7E0D31"/>
                </a:solidFill>
              </a:rPr>
              <a:t>Barnet et al, 2005</a:t>
            </a:r>
            <a:endParaRPr sz="2400" dirty="0"/>
          </a:p>
        </p:txBody>
      </p:sp>
    </p:spTree>
    <p:extLst>
      <p:ext uri="{BB962C8B-B14F-4D97-AF65-F5344CB8AC3E}">
        <p14:creationId xmlns:p14="http://schemas.microsoft.com/office/powerpoint/2010/main" val="398917416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showMasterPhAnim="0">
  <p:cSld>
    <p:spTree>
      <p:nvGrpSpPr>
        <p:cNvPr id="1" name="">
          <a:extLst>
            <a:ext uri="{FF2B5EF4-FFF2-40B4-BE49-F238E27FC236}">
              <a16:creationId xmlns:a16="http://schemas.microsoft.com/office/drawing/2014/main" id="{F36EF92D-78A8-DA08-3F90-13EEFC8C29AC}"/>
            </a:ext>
          </a:extLst>
        </p:cNvPr>
        <p:cNvGrpSpPr/>
        <p:nvPr/>
      </p:nvGrpSpPr>
      <p:grpSpPr bwMode="auto">
        <a:xfrm>
          <a:off x="0" y="0"/>
          <a:ext cx="0" cy="0"/>
          <a:chOff x="0" y="0"/>
          <a:chExt cx="0" cy="0"/>
        </a:xfrm>
      </p:grpSpPr>
      <p:sp>
        <p:nvSpPr>
          <p:cNvPr id="2" name="Titel 1">
            <a:extLst>
              <a:ext uri="{FF2B5EF4-FFF2-40B4-BE49-F238E27FC236}">
                <a16:creationId xmlns:a16="http://schemas.microsoft.com/office/drawing/2014/main" id="{C7FD6C8D-FD49-A590-E63C-51BA47B90417}"/>
              </a:ext>
            </a:extLst>
          </p:cNvPr>
          <p:cNvSpPr>
            <a:spLocks noGrp="1"/>
          </p:cNvSpPr>
          <p:nvPr>
            <p:ph type="title"/>
          </p:nvPr>
        </p:nvSpPr>
        <p:spPr bwMode="auto"/>
        <p:txBody>
          <a:bodyPr/>
          <a:lstStyle/>
          <a:p>
            <a:pPr>
              <a:defRPr/>
            </a:pPr>
            <a:r>
              <a:rPr lang="de-DE" dirty="0"/>
              <a:t>Sources</a:t>
            </a:r>
          </a:p>
        </p:txBody>
      </p:sp>
      <p:sp>
        <p:nvSpPr>
          <p:cNvPr id="3" name="Inhaltsplatzhalter 2">
            <a:extLst>
              <a:ext uri="{FF2B5EF4-FFF2-40B4-BE49-F238E27FC236}">
                <a16:creationId xmlns:a16="http://schemas.microsoft.com/office/drawing/2014/main" id="{CFD5DD6C-D7EA-DCB6-4A96-77068D21F6D0}"/>
              </a:ext>
            </a:extLst>
          </p:cNvPr>
          <p:cNvSpPr>
            <a:spLocks noGrp="1"/>
          </p:cNvSpPr>
          <p:nvPr>
            <p:ph idx="1"/>
          </p:nvPr>
        </p:nvSpPr>
        <p:spPr bwMode="auto"/>
        <p:txBody>
          <a:bodyPr/>
          <a:lstStyle/>
          <a:p>
            <a:pPr>
              <a:defRPr/>
            </a:pPr>
            <a:r>
              <a:rPr lang="de-DE" sz="2800" dirty="0" err="1"/>
              <a:t>Dutilh Novaes</a:t>
            </a:r>
            <a:r>
              <a:rPr lang="de-DE" sz="2800" dirty="0"/>
              <a:t>, Catarina, "Argument and Argumentation", The Stanford Encyclopedia </a:t>
            </a:r>
            <a:r>
              <a:rPr lang="de-DE" sz="2800" dirty="0" err="1"/>
              <a:t>of </a:t>
            </a:r>
            <a:r>
              <a:rPr lang="de-DE" sz="2800" dirty="0"/>
              <a:t>Philosophy (Fall 2022 Edition), Edward N. </a:t>
            </a:r>
            <a:r>
              <a:rPr lang="de-DE" sz="2800" dirty="0" err="1"/>
              <a:t>Zalta </a:t>
            </a:r>
            <a:r>
              <a:rPr lang="de-DE" sz="2800" dirty="0"/>
              <a:t>(</a:t>
            </a:r>
            <a:r>
              <a:rPr lang="de-DE" sz="2800" dirty="0" err="1"/>
              <a:t>ed.</a:t>
            </a:r>
            <a:r>
              <a:rPr lang="de-DE" sz="2800" dirty="0"/>
              <a:t>), </a:t>
            </a:r>
            <a:r>
              <a:rPr lang="de-DE" sz="2800" dirty="0" err="1"/>
              <a:t>forthcoming </a:t>
            </a:r>
            <a:r>
              <a:rPr lang="de-DE" sz="2800" u="sng" dirty="0">
                <a:hlinkClick r:id="rId3" tooltip="https://plato.stanford.edu/archives/fall2022/entries/argument/"/>
              </a:rPr>
              <a:t>https://plato.stanford.edu/archives/fall2022/entries/argument/</a:t>
            </a:r>
            <a:endParaRPr lang="de-DE" sz="2800" dirty="0"/>
          </a:p>
          <a:p>
            <a:pPr>
              <a:defRPr/>
            </a:pPr>
            <a:r>
              <a:rPr lang="de-DE" sz="2800" dirty="0" err="1"/>
              <a:t>Aliseda</a:t>
            </a:r>
            <a:r>
              <a:rPr lang="de-DE" sz="2800" dirty="0"/>
              <a:t>, A. (2006). WHAT IS ABDUCTION? OVERVIEW AND PROPOSAL FOR INVESTIGATION. In: ABDUCTIVE REASONING. Synthese Library, </a:t>
            </a:r>
            <a:r>
              <a:rPr lang="de-DE" sz="2800" dirty="0" err="1"/>
              <a:t>vol </a:t>
            </a:r>
            <a:r>
              <a:rPr lang="de-DE" sz="2800" dirty="0"/>
              <a:t>330. Springer, Dordrecht. </a:t>
            </a:r>
            <a:r>
              <a:rPr lang="de-DE" sz="2800" u="sng" dirty="0">
                <a:hlinkClick r:id="rId4" tooltip="https://doi.org/10.1007/1-4020-3907-7_2"/>
              </a:rPr>
              <a:t>https://doi.org/10.1007/1-4020-3907-7_2</a:t>
            </a:r>
            <a:endParaRPr lang="de-DE" sz="2800" dirty="0"/>
          </a:p>
          <a:p>
            <a:pPr>
              <a:defRPr/>
            </a:pPr>
            <a:r>
              <a:rPr lang="de-DE" sz="2800" dirty="0"/>
              <a:t>Bhandari, P. (2022, </a:t>
            </a:r>
            <a:r>
              <a:rPr lang="de-DE" sz="2800" dirty="0" err="1"/>
              <a:t>July </a:t>
            </a:r>
            <a:r>
              <a:rPr lang="de-DE" sz="2800" dirty="0"/>
              <a:t>15). </a:t>
            </a:r>
            <a:r>
              <a:rPr lang="de-DE" sz="2800" dirty="0" err="1"/>
              <a:t>Inductive Reasoning </a:t>
            </a:r>
            <a:r>
              <a:rPr lang="de-DE" sz="2800" dirty="0"/>
              <a:t>| </a:t>
            </a:r>
            <a:r>
              <a:rPr lang="de-DE" sz="2800" dirty="0" err="1"/>
              <a:t>Types</a:t>
            </a:r>
            <a:r>
              <a:rPr lang="de-DE" sz="2800" dirty="0"/>
              <a:t>, </a:t>
            </a:r>
            <a:r>
              <a:rPr lang="de-DE" sz="2800" dirty="0" err="1"/>
              <a:t>Examples</a:t>
            </a:r>
            <a:r>
              <a:rPr lang="de-DE" sz="2800" dirty="0"/>
              <a:t>, Explanation. </a:t>
            </a:r>
            <a:r>
              <a:rPr lang="de-DE" sz="2800" dirty="0" err="1"/>
              <a:t>Scribbr</a:t>
            </a:r>
            <a:r>
              <a:rPr lang="de-DE" sz="2800" dirty="0"/>
              <a:t>. </a:t>
            </a:r>
            <a:r>
              <a:rPr lang="de-DE" sz="2800" dirty="0" err="1"/>
              <a:t>Retrieved </a:t>
            </a:r>
            <a:r>
              <a:rPr lang="de-DE" sz="2800" dirty="0"/>
              <a:t>August 4, 2022, </a:t>
            </a:r>
            <a:r>
              <a:rPr lang="de-DE" sz="2800" dirty="0" err="1"/>
              <a:t>from </a:t>
            </a:r>
            <a:r>
              <a:rPr lang="de-DE" sz="2800" u="sng" dirty="0">
                <a:hlinkClick r:id="rId5" tooltip="https://www.scribbr.com/methodology/inductive-reasoning/"/>
              </a:rPr>
              <a:t>https://www.scribbr.com/methodology/inductive-reasoning/</a:t>
            </a:r>
            <a:endParaRPr lang="de-DE" sz="2800" dirty="0"/>
          </a:p>
          <a:p>
            <a:pPr>
              <a:defRPr/>
            </a:pPr>
            <a:r>
              <a:rPr lang="de-DE" sz="2800" dirty="0"/>
              <a:t>UNC-Chapel Hill Writing Center. (2021, June 14). Argument -. The Writing Center - University </a:t>
            </a:r>
            <a:r>
              <a:rPr lang="de-DE" sz="2800" dirty="0" err="1"/>
              <a:t>of </a:t>
            </a:r>
            <a:r>
              <a:rPr lang="de-DE" sz="2800" dirty="0"/>
              <a:t>North Carolina at Chapel Hill. </a:t>
            </a:r>
            <a:r>
              <a:rPr lang="de-DE" sz="2800" dirty="0" err="1"/>
              <a:t>Retrieved </a:t>
            </a:r>
            <a:r>
              <a:rPr lang="de-DE" sz="2800" dirty="0"/>
              <a:t>August 10, 2022, </a:t>
            </a:r>
            <a:r>
              <a:rPr lang="de-DE" sz="2800" dirty="0" err="1"/>
              <a:t>from </a:t>
            </a:r>
            <a:r>
              <a:rPr lang="de-DE" sz="2800" u="sng" dirty="0">
                <a:hlinkClick r:id="rId6" tooltip="https://writingcenter.unc.edu/tips-and-tools/argument/"/>
              </a:rPr>
              <a:t>https://writingcenter.unc.edu/tips-and-tools/argument/</a:t>
            </a:r>
            <a:endParaRPr lang="de-DE" sz="2800" dirty="0"/>
          </a:p>
          <a:p>
            <a:pPr>
              <a:defRPr/>
            </a:pPr>
            <a:r>
              <a:rPr lang="de-DE" sz="2800" dirty="0"/>
              <a:t>Moll, Melanie and Winfried Thielmann. 2017. academic German. How to do it and what is important. Studying, but the right way. UVK Verlagsgesellschaft mbH: Konstanz. http://www.utb-studi-ebook.de/9783838546506.</a:t>
            </a:r>
            <a:endParaRPr lang="de-DE" dirty="0"/>
          </a:p>
          <a:p>
            <a:pPr marL="0" indent="0">
              <a:buNone/>
              <a:defRPr/>
            </a:pPr>
            <a:endParaRPr lang="de-DE" dirty="0"/>
          </a:p>
          <a:p>
            <a:pPr>
              <a:defRPr/>
            </a:pPr>
            <a:endParaRPr lang="de-DE" dirty="0"/>
          </a:p>
        </p:txBody>
      </p:sp>
    </p:spTree>
    <p:extLst>
      <p:ext uri="{BB962C8B-B14F-4D97-AF65-F5344CB8AC3E}">
        <p14:creationId xmlns:p14="http://schemas.microsoft.com/office/powerpoint/2010/main" val="295755616"/>
      </p:ext>
    </p:extLst>
  </p:cSld>
  <p:clrMapOvr>
    <a:masterClrMapping/>
  </p:clrMapOvr>
</p:sld>
</file>

<file path=ppt/theme/theme1.xml><?xml version="1.0" encoding="utf-8"?>
<a:theme xmlns:a="http://schemas.openxmlformats.org/drawingml/2006/main" name="Benutzerdefiniertes Design">
  <a:themeElements>
    <a:clrScheme name="Benutzerdefiniert 1">
      <a:dk1>
        <a:srgbClr val="000000"/>
      </a:dk1>
      <a:lt1>
        <a:srgbClr val="FFFFFF"/>
      </a:lt1>
      <a:dk2>
        <a:srgbClr val="771334"/>
      </a:dk2>
      <a:lt2>
        <a:srgbClr val="E8BAC7"/>
      </a:lt2>
      <a:accent1>
        <a:srgbClr val="771335"/>
      </a:accent1>
      <a:accent2>
        <a:srgbClr val="C59CAB"/>
      </a:accent2>
      <a:accent3>
        <a:srgbClr val="FECD78"/>
      </a:accent3>
      <a:accent4>
        <a:srgbClr val="8E3255"/>
      </a:accent4>
      <a:accent5>
        <a:srgbClr val="FFDA9C"/>
      </a:accent5>
      <a:accent6>
        <a:srgbClr val="4F4D4D"/>
      </a:accent6>
      <a:hlink>
        <a:srgbClr val="FECC78"/>
      </a:hlink>
      <a:folHlink>
        <a:srgbClr val="C59CAB"/>
      </a:folHlink>
    </a:clrScheme>
    <a:fontScheme name="Arial">
      <a:majorFont>
        <a:latin typeface="Arial"/>
        <a:ea typeface="Arial"/>
        <a:cs typeface="Arial"/>
      </a:majorFont>
      <a:minorFont>
        <a:latin typeface="Arial"/>
        <a:ea typeface="Arial"/>
        <a:cs typeface="Arial"/>
      </a:minorFont>
    </a:fontScheme>
    <a:fmtScheme name="Office">
      <a:fillStyleLst>
        <a:solidFill>
          <a:schemeClr val="phClr"/>
        </a:solidFill>
        <a:gradFill>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solidFill>
          <a:schemeClr val="phClr">
            <a:tint val="95000"/>
            <a:satMod val="170000"/>
          </a:schemeClr>
        </a:solidFill>
        <a:gradFill>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bwMode="auto"/>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a:ea typeface="Arial"/>
        <a:cs typeface="Arial"/>
      </a:majorFont>
      <a:minorFont>
        <a:latin typeface="Aptos"/>
        <a:ea typeface="Arial"/>
        <a:cs typeface="Arial"/>
      </a:minorFont>
    </a:fontScheme>
    <a:fmtScheme name="Office">
      <a:fillStyleLst>
        <a:solidFill>
          <a:schemeClr val="phClr"/>
        </a:solidFill>
        <a:gradFill>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solidFill>
          <a:schemeClr val="phClr">
            <a:tint val="95000"/>
            <a:satMod val="170000"/>
          </a:schemeClr>
        </a:solidFill>
        <a:gradFill>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bwMode="auto"/>
      <a:bodyPr/>
      <a:lstStyle/>
      <a:style>
        <a:lnRef idx="2">
          <a:schemeClr val="accent1"/>
        </a:lnRef>
        <a:fillRef idx="0">
          <a:schemeClr val="accent1"/>
        </a:fillRef>
        <a:effectRef idx="1">
          <a:schemeClr val="accent1"/>
        </a:effectRef>
        <a:fontRef idx="minor">
          <a:schemeClr val="tx1"/>
        </a:fontRef>
      </a:style>
    </a:lnDef>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ct:contentTypeSchema xmlns:ct="http://schemas.microsoft.com/office/2006/metadata/contentType" xmlns:ma="http://schemas.microsoft.com/office/2006/metadata/properties/metaAttributes" ct:_="" ma:_="" ma:contentTypeName="Dokument" ma:contentTypeID="0x0101004A71E891A511D040A52CA52D008DEB36" ma:contentTypeVersion="3" ma:contentTypeDescription="Ein neues Dokument erstellen." ma:contentTypeScope="" ma:versionID="4cba4315779cb03d474ae37b2c0aa786">
  <xsd:schema xmlns:xsd="http://www.w3.org/2001/XMLSchema" xmlns:xs="http://www.w3.org/2001/XMLSchema" xmlns:p="http://schemas.microsoft.com/office/2006/metadata/properties" xmlns:ns2="e0647eb4-fdd8-4a76-905c-ef029484ffcd" targetNamespace="http://schemas.microsoft.com/office/2006/metadata/properties" ma:root="true" ma:fieldsID="ffc498f6898bc391fabeb722ec17ef06" ns2:_="">
    <xsd:import namespace="e0647eb4-fdd8-4a76-905c-ef029484ffcd"/>
    <xsd:element name="properties">
      <xsd:complexType>
        <xsd:sequence>
          <xsd:element name="documentManagement">
            <xsd:complexType>
              <xsd:all>
                <xsd:element ref="ns2:MediaServiceMetadata" minOccurs="0"/>
                <xsd:element ref="ns2:MediaServiceFastMetadata" minOccurs="0"/>
                <xsd:element ref="ns2: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e0647eb4-fdd8-4a76-905c-ef029484ffcd"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Inhaltstyp"/>
        <xsd:element ref="dc:title" minOccurs="0" maxOccurs="1" ma:index="4" ma:displayName="Titel"/>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p:properties xmlns:p="http://schemas.microsoft.com/office/2006/metadata/properties" xmlns:xsi="http://www.w3.org/2001/XMLSchema-instance" xmlns:pc="http://schemas.microsoft.com/office/infopath/2007/PartnerControls">
  <documentManagement/>
</p:properties>
</file>

<file path=customXml/itemProps1.xml><?xml version="1.0" encoding="utf-8"?>
<ds:datastoreItem xmlns:ds="http://schemas.openxmlformats.org/officeDocument/2006/customXml" ds:itemID="{8319A66E-0EEC-43B0-95B7-B10DA9193450}">
  <ds:schemaRefs>
    <ds:schemaRef ds:uri="http://schemas.microsoft.com/sharepoint/v3/contenttype/forms"/>
  </ds:schemaRefs>
</ds:datastoreItem>
</file>

<file path=customXml/itemProps2.xml><?xml version="1.0" encoding="utf-8"?>
<ds:datastoreItem xmlns:ds="http://schemas.openxmlformats.org/officeDocument/2006/customXml" ds:itemID="{7A620E14-497F-4BEF-A7DD-D6E4F60D4C32}">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e0647eb4-fdd8-4a76-905c-ef029484ffcd"/>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25AA0290-57A0-406C-AA7E-5EE400750001}">
  <ds:schemaRefs>
    <ds:schemaRef ds:uri="http://schemas.microsoft.com/office/2006/metadata/properties"/>
    <ds:schemaRef ds:uri="http://schemas.microsoft.com/office/infopath/2007/PartnerControls"/>
  </ds:schemaRefs>
</ds:datastoreItem>
</file>

<file path=docProps/app.xml><?xml version="1.0" encoding="utf-8"?>
<Properties xmlns="http://schemas.openxmlformats.org/officeDocument/2006/extended-properties" xmlns:vt="http://schemas.openxmlformats.org/officeDocument/2006/docPropsVTypes">
  <Template/>
  <TotalTime>0</TotalTime>
  <Words>1725</Words>
  <Application>Microsoft Office PowerPoint</Application>
  <DocSecurity>0</DocSecurity>
  <PresentationFormat>Benutzerdefiniert</PresentationFormat>
  <Paragraphs>103</Paragraphs>
  <Slides>10</Slides>
  <Notes>10</Notes>
  <HiddenSlides>0</HiddenSlides>
  <MMClips>0</MMClips>
  <ScaleCrop>false</ScaleCrop>
  <HeadingPairs>
    <vt:vector size="6" baseType="variant">
      <vt:variant>
        <vt:lpstr>Verwendete Schriftarten</vt:lpstr>
      </vt:variant>
      <vt:variant>
        <vt:i4>2</vt:i4>
      </vt:variant>
      <vt:variant>
        <vt:lpstr>Design</vt:lpstr>
      </vt:variant>
      <vt:variant>
        <vt:i4>1</vt:i4>
      </vt:variant>
      <vt:variant>
        <vt:lpstr>Folientitel</vt:lpstr>
      </vt:variant>
      <vt:variant>
        <vt:i4>10</vt:i4>
      </vt:variant>
    </vt:vector>
  </HeadingPairs>
  <TitlesOfParts>
    <vt:vector size="13" baseType="lpstr">
      <vt:lpstr>Arial</vt:lpstr>
      <vt:lpstr>Aptos</vt:lpstr>
      <vt:lpstr>Benutzerdefiniertes Design</vt:lpstr>
      <vt:lpstr>Argumentation and use of literature</vt:lpstr>
      <vt:lpstr>Agenda</vt:lpstr>
      <vt:lpstr>What is an argument?</vt:lpstr>
      <vt:lpstr>What is an argument?</vt:lpstr>
      <vt:lpstr>How to argue in your own academic papers</vt:lpstr>
      <vt:lpstr>How to argue in your own academic papers</vt:lpstr>
      <vt:lpstr>How to argue in your own academic papers</vt:lpstr>
      <vt:lpstr>How to argue in your own academic papers</vt:lpstr>
      <vt:lpstr>How to deal with an argument in other texts</vt:lpstr>
      <vt:lpstr>Sources</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docId:7222061CCAE091F1FA6DAE782E5268D5</cp:keywords>
  <dc:description/>
  <cp:lastModifiedBy>Felix Soltau</cp:lastModifiedBy>
  <cp:revision>9</cp:revision>
  <dcterms:created xsi:type="dcterms:W3CDTF">2006-08-16T00:00:00Z</dcterms:created>
  <dcterms:modified xsi:type="dcterms:W3CDTF">2026-06-22T20:41:17Z</dcterms:modified>
  <cp:category/>
  <dc:identifier>DAGKdR2DXUk</dc:identifier>
  <cp:contentStatus/>
  <dc:language/>
  <cp:version/>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0x0101004A71E891A511D040A52CA52D008DEB36</vt:lpwstr>
  </property>
</Properties>
</file>