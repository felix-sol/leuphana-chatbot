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2"/>
  </p:notesMasterIdLst>
  <p:sldIdLst>
    <p:sldId id="256" r:id="rId5"/>
    <p:sldId id="257" r:id="rId6"/>
    <p:sldId id="258" r:id="rId7"/>
    <p:sldId id="259" r:id="rId8"/>
    <p:sldId id="261" r:id="rId9"/>
    <p:sldId id="262" r:id="rId10"/>
    <p:sldId id="264" r:id="rId11"/>
  </p:sldIdLst>
  <p:sldSz cx="18288000" cy="10287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8" d="100"/>
          <a:sy n="98" d="100"/>
        </p:scale>
        <p:origin x="77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Kopfzeilenplatzhalt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de-DE"/>
          </a:p>
        </p:txBody>
      </p:sp>
      <p:sp>
        <p:nvSpPr>
          <p:cNvPr id="3" name="Datumsplatzhalt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4E8AB545-A7A2-C64E-BEC8-51F178C6B1AA}" type="datetimeFigureOut">
              <a:rPr lang="de-DE"/>
              <a:t>22.06.2026</a:t>
            </a:fld>
            <a:endParaRPr lang="de-DE"/>
          </a:p>
        </p:txBody>
      </p:sp>
      <p:sp>
        <p:nvSpPr>
          <p:cNvPr id="4" name="Folienbildplatzhalt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de-DE"/>
          </a:p>
        </p:txBody>
      </p:sp>
      <p:sp>
        <p:nvSpPr>
          <p:cNvPr id="5" name="Notizenplatzhalt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6" name="Fußzeilenplatzhalt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de-DE"/>
          </a:p>
        </p:txBody>
      </p:sp>
      <p:sp>
        <p:nvSpPr>
          <p:cNvPr id="7" name="Foliennummernplatzhalt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91C7837A-BE0C-8E44-AC6E-3BD867A160FB}" type="slidenum">
              <a:rPr lang="de-DE"/>
              <a:t>‹Nr.›</a:t>
            </a:fld>
            <a:endParaRPr lang="de-DE"/>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buFont typeface="Arial"/>
              <a:buChar char="•"/>
              <a:defRPr/>
            </a:pPr>
            <a:r>
              <a:rPr lang="en-US" sz="1100" b="1">
                <a:solidFill>
                  <a:srgbClr val="000000"/>
                </a:solidFill>
                <a:latin typeface="Arial"/>
              </a:rPr>
              <a:t>To You: </a:t>
            </a:r>
            <a:r>
              <a:rPr lang="en-US" sz="1100">
                <a:solidFill>
                  <a:srgbClr val="000000"/>
                </a:solidFill>
                <a:latin typeface="Arial"/>
              </a:rPr>
              <a:t>For an abbreviated version, the videos can be omitted, assigned as homework, or only one of the two can be watched. The content of the videos can also be presented summarized with text slides. It is also possible to adjust the work phases of the PowerPoint karaoke, i.e. to give shorter preparation or presentation time.</a:t>
            </a:r>
            <a:endParaRPr lang="en-US" sz="800">
              <a:solidFill>
                <a:schemeClr val="tx1"/>
              </a:solidFill>
              <a:latin typeface="+mn-lt"/>
            </a:endParaRPr>
          </a:p>
          <a:p>
            <a:pPr>
              <a:buFont typeface="Arial"/>
              <a:buChar char="•"/>
              <a:defRPr/>
            </a:pPr>
            <a:endParaRPr lang="en-US" sz="800">
              <a:solidFill>
                <a:schemeClr val="tx1"/>
              </a:solidFill>
              <a:latin typeface="+mn-lt"/>
            </a:endParaRPr>
          </a:p>
          <a:p>
            <a:pPr>
              <a:buFont typeface="Arial"/>
              <a:buChar char="•"/>
              <a:defRPr/>
            </a:pPr>
            <a:r>
              <a:rPr lang="en-US" sz="1100">
                <a:solidFill>
                  <a:srgbClr val="000000"/>
                </a:solidFill>
                <a:latin typeface="Arial"/>
              </a:rPr>
              <a:t>Relevance of the topic to the Leuphana Semester:</a:t>
            </a:r>
            <a:endParaRPr lang="en-US" sz="800"/>
          </a:p>
          <a:p>
            <a:pPr lvl="1">
              <a:buFont typeface="Arial"/>
              <a:buChar char="•"/>
              <a:defRPr/>
            </a:pPr>
            <a:r>
              <a:rPr lang="en-US" sz="1100">
                <a:solidFill>
                  <a:srgbClr val="000000"/>
                </a:solidFill>
                <a:latin typeface="Arial"/>
              </a:rPr>
              <a:t>Group presentation in the methods seminar</a:t>
            </a:r>
            <a:endParaRPr lang="en-US" sz="800"/>
          </a:p>
          <a:p>
            <a:pPr lvl="1">
              <a:buFont typeface="Arial"/>
              <a:buChar char="•"/>
              <a:defRPr/>
            </a:pPr>
            <a:r>
              <a:rPr lang="en-US" sz="1100">
                <a:solidFill>
                  <a:srgbClr val="000000"/>
                </a:solidFill>
                <a:latin typeface="Arial"/>
              </a:rPr>
              <a:t>Group presentation during the conference week (= responsibility module), in one of two defined formats.</a:t>
            </a:r>
            <a:endParaRPr lang="en-US" sz="800"/>
          </a:p>
          <a:p>
            <a:pPr>
              <a:defRPr/>
            </a:pPr>
            <a:endParaRPr lang="en-GB" sz="8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1</a:t>
            </a:fld>
            <a:endParaRPr lang="de-D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FB45324-2530-1242-62A1-25E687306297}"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lvl="0" indent="0">
              <a:buFont typeface="Arial"/>
              <a:buNone/>
              <a:defRPr/>
            </a:pPr>
            <a:r>
              <a:rPr lang="en-NZ" sz="1100" b="1" i="0" u="none" strike="noStrike" cap="none">
                <a:solidFill>
                  <a:srgbClr val="000000"/>
                </a:solidFill>
                <a:latin typeface="Arial"/>
                <a:cs typeface="Arial"/>
              </a:rPr>
              <a:t>To the students: </a:t>
            </a:r>
            <a:r>
              <a:rPr lang="en-NZ" sz="1100" b="0" i="0" u="none" strike="noStrike" cap="none">
                <a:solidFill>
                  <a:srgbClr val="000000"/>
                </a:solidFill>
                <a:latin typeface="Arial"/>
                <a:cs typeface="Arial"/>
              </a:rPr>
              <a:t>Before starting with  preparing the actual presentation and opening the PowerPoint, you should think about a few important aspects. They will help you to improve your presentation:</a:t>
            </a:r>
            <a:endParaRPr lang="en-NZ"/>
          </a:p>
          <a:p>
            <a:pPr marL="285750" lvl="0" indent="-285750">
              <a:buFont typeface="Arial"/>
              <a:buChar char="•"/>
              <a:defRPr/>
            </a:pPr>
            <a:r>
              <a:rPr lang="en-NZ" sz="1100" b="0" i="0" u="none" strike="noStrike" cap="none">
                <a:solidFill>
                  <a:srgbClr val="000000"/>
                </a:solidFill>
                <a:latin typeface="Arial"/>
                <a:cs typeface="Arial"/>
              </a:rPr>
              <a:t>What is the goal of the presentation?</a:t>
            </a:r>
            <a:endParaRPr lang="en-NZ"/>
          </a:p>
          <a:p>
            <a:pPr marL="742950" lvl="1" indent="-285750">
              <a:buFont typeface="Arial"/>
              <a:buChar char="•"/>
              <a:defRPr/>
            </a:pPr>
            <a:r>
              <a:rPr lang="en-NZ" sz="1100" b="0" i="0" u="none" strike="noStrike" cap="none">
                <a:solidFill>
                  <a:srgbClr val="000000"/>
                </a:solidFill>
                <a:latin typeface="Arial"/>
                <a:ea typeface="Arial"/>
                <a:cs typeface="Arial"/>
              </a:rPr>
              <a:t>Here you agree on a key argument, your core message. You must keep this in mind for all further steps so that you don‘t get lost in between.</a:t>
            </a:r>
            <a:endParaRPr lang="en-NZ"/>
          </a:p>
          <a:p>
            <a:pPr marL="285750" lvl="0" indent="-285750">
              <a:buFont typeface="Arial"/>
              <a:buChar char="•"/>
              <a:defRPr/>
            </a:pPr>
            <a:r>
              <a:rPr lang="en-NZ" sz="1100" b="0" i="0" u="none" strike="noStrike" cap="none">
                <a:solidFill>
                  <a:srgbClr val="000000"/>
                </a:solidFill>
                <a:latin typeface="Arial"/>
                <a:ea typeface="Arial"/>
                <a:cs typeface="Arial"/>
              </a:rPr>
              <a:t>Following on from that, what are your main points?</a:t>
            </a:r>
            <a:endParaRPr lang="en-NZ"/>
          </a:p>
          <a:p>
            <a:pPr marL="742950" lvl="1" indent="-285750">
              <a:buFont typeface="Arial"/>
              <a:buChar char="•"/>
              <a:defRPr/>
            </a:pPr>
            <a:r>
              <a:rPr lang="en-NZ" sz="1100" b="0" i="0" u="none" strike="noStrike" cap="none">
                <a:solidFill>
                  <a:srgbClr val="000000"/>
                </a:solidFill>
                <a:latin typeface="Arial"/>
                <a:ea typeface="Arial"/>
                <a:cs typeface="Arial"/>
              </a:rPr>
              <a:t>Here you select the statements, facts and points that best underscore your key argument and make it understandable. Agree on a sensible sequence that has a common thread and leads to your core message. Go into depth rather than breadth. Don‘t get lost in details or examples, but stick to your intended goal.</a:t>
            </a:r>
            <a:endParaRPr lang="en-NZ"/>
          </a:p>
          <a:p>
            <a:pPr>
              <a:buFont typeface="Arial"/>
              <a:buChar char="•"/>
              <a:defRPr/>
            </a:pPr>
            <a:r>
              <a:rPr lang="en-NZ" sz="1100" b="0" i="0" u="none" strike="noStrike" cap="none">
                <a:solidFill>
                  <a:srgbClr val="000000"/>
                </a:solidFill>
                <a:latin typeface="Arial"/>
                <a:ea typeface="Arial"/>
                <a:cs typeface="Arial"/>
              </a:rPr>
              <a:t>Who is our target group?</a:t>
            </a:r>
            <a:endParaRPr lang="en-NZ"/>
          </a:p>
          <a:p>
            <a:pPr lvl="1">
              <a:buFont typeface="Arial"/>
              <a:buChar char="•"/>
              <a:defRPr/>
            </a:pPr>
            <a:r>
              <a:rPr lang="en-NZ" sz="1100" b="0" i="0" u="none" strike="noStrike" cap="none">
                <a:solidFill>
                  <a:srgbClr val="000000"/>
                </a:solidFill>
                <a:latin typeface="Arial"/>
                <a:ea typeface="Arial"/>
                <a:cs typeface="Arial"/>
              </a:rPr>
              <a:t>Think about the size of your audience and what their expectations are. What interests them?, What is their level of knowledge about your core message? How much do you need to explain, and what can you assume they know? What technical terms may need to be explained or paraphrased?</a:t>
            </a:r>
            <a:endParaRPr/>
          </a:p>
          <a:p>
            <a:pPr marL="457200" marR="0" lvl="1" indent="0" algn="l" defTabSz="914400">
              <a:lnSpc>
                <a:spcPct val="100000"/>
              </a:lnSpc>
              <a:spcBef>
                <a:spcPts val="0"/>
              </a:spcBef>
              <a:spcAft>
                <a:spcPts val="0"/>
              </a:spcAft>
              <a:buClrTx/>
              <a:buSzTx/>
              <a:buFont typeface="Arial"/>
              <a:buChar char="•"/>
              <a:defRPr/>
            </a:pPr>
            <a:r>
              <a:rPr lang="en-NZ" sz="1100" b="0" i="0" u="none" strike="noStrike" cap="none">
                <a:solidFill>
                  <a:srgbClr val="000000"/>
                </a:solidFill>
                <a:latin typeface="Arial"/>
                <a:cs typeface="Arial"/>
              </a:rPr>
              <a:t>Use the SIE-formula: </a:t>
            </a:r>
            <a:r>
              <a:rPr lang="en-NZ" sz="1100" b="1" i="0" u="none" strike="noStrike" cap="none">
                <a:solidFill>
                  <a:srgbClr val="000000"/>
                </a:solidFill>
                <a:latin typeface="Arial"/>
                <a:cs typeface="Arial"/>
              </a:rPr>
              <a:t>S</a:t>
            </a:r>
            <a:r>
              <a:rPr lang="en-NZ" sz="1100" b="0" i="0" u="none" strike="noStrike" cap="none">
                <a:solidFill>
                  <a:srgbClr val="000000"/>
                </a:solidFill>
                <a:latin typeface="Arial"/>
                <a:cs typeface="Arial"/>
              </a:rPr>
              <a:t>ituation of the listeners, </a:t>
            </a:r>
            <a:r>
              <a:rPr lang="en-NZ" sz="1100" b="1" i="0" u="none" strike="noStrike" cap="none">
                <a:solidFill>
                  <a:srgbClr val="000000"/>
                </a:solidFill>
                <a:latin typeface="Arial"/>
                <a:cs typeface="Arial"/>
              </a:rPr>
              <a:t>I</a:t>
            </a:r>
            <a:r>
              <a:rPr lang="en-NZ" sz="1100" b="0" i="0" u="none" strike="noStrike" cap="none">
                <a:solidFill>
                  <a:srgbClr val="000000"/>
                </a:solidFill>
                <a:latin typeface="Arial"/>
                <a:cs typeface="Arial"/>
              </a:rPr>
              <a:t>nterests of the listeners, and </a:t>
            </a:r>
            <a:r>
              <a:rPr lang="en-NZ" sz="1100" b="1" i="0" u="none" strike="noStrike" cap="none">
                <a:solidFill>
                  <a:srgbClr val="000000"/>
                </a:solidFill>
                <a:latin typeface="Arial"/>
                <a:cs typeface="Arial"/>
              </a:rPr>
              <a:t>A</a:t>
            </a:r>
            <a:r>
              <a:rPr lang="en-NZ" sz="1100" b="0" i="0" u="none" strike="noStrike" cap="none">
                <a:solidFill>
                  <a:srgbClr val="000000"/>
                </a:solidFill>
                <a:latin typeface="Arial"/>
                <a:cs typeface="Arial"/>
              </a:rPr>
              <a:t>ttitudes of the listeners</a:t>
            </a:r>
            <a:endParaRPr lang="en-NZ"/>
          </a:p>
          <a:p>
            <a:pPr>
              <a:buFont typeface="Arial"/>
              <a:buChar char="•"/>
              <a:defRPr/>
            </a:pPr>
            <a:r>
              <a:rPr lang="en-NZ" sz="1100" b="0" i="0" u="none" strike="noStrike" cap="none">
                <a:solidFill>
                  <a:srgbClr val="000000"/>
                </a:solidFill>
                <a:latin typeface="Arial"/>
                <a:ea typeface="Arial"/>
                <a:cs typeface="Arial"/>
              </a:rPr>
              <a:t>How can we illustrate our concern?</a:t>
            </a:r>
            <a:endParaRPr lang="en-NZ"/>
          </a:p>
          <a:p>
            <a:pPr lvl="1">
              <a:buFont typeface="Arial"/>
              <a:buChar char="•"/>
              <a:defRPr/>
            </a:pPr>
            <a:r>
              <a:rPr lang="en-NZ" sz="1100" b="0" i="0" u="none" strike="noStrike" cap="none">
                <a:solidFill>
                  <a:srgbClr val="000000"/>
                </a:solidFill>
                <a:latin typeface="Arial"/>
                <a:ea typeface="Arial"/>
                <a:cs typeface="Arial"/>
              </a:rPr>
              <a:t>A good presentation is not only pure text. Consider what visual aids and graphics are useful to present your topic. They should not be overused and integrated in the moderation.</a:t>
            </a:r>
            <a:endParaRPr lang="en-NZ"/>
          </a:p>
          <a:p>
            <a:pPr>
              <a:buFont typeface="Arial"/>
              <a:buChar char="•"/>
              <a:defRPr/>
            </a:pPr>
            <a:r>
              <a:rPr lang="en-NZ" sz="1100" b="0" i="0" u="none" strike="noStrike" cap="none">
                <a:solidFill>
                  <a:srgbClr val="000000"/>
                </a:solidFill>
                <a:latin typeface="Arial"/>
                <a:ea typeface="Arial"/>
                <a:cs typeface="Arial"/>
              </a:rPr>
              <a:t>What queries may arise?</a:t>
            </a:r>
            <a:endParaRPr lang="en-NZ"/>
          </a:p>
          <a:p>
            <a:pPr lvl="1">
              <a:buFont typeface="Arial"/>
              <a:buChar char="•"/>
              <a:defRPr/>
            </a:pPr>
            <a:r>
              <a:rPr lang="en-NZ" sz="1100" b="0" i="0" u="none" strike="noStrike" cap="none">
                <a:solidFill>
                  <a:srgbClr val="000000"/>
                </a:solidFill>
                <a:latin typeface="Arial"/>
                <a:ea typeface="Arial"/>
                <a:cs typeface="Arial"/>
              </a:rPr>
              <a:t>Be prepared for questions. Agree on who can best answer which topic, or wether there is a selected spokesperson.</a:t>
            </a:r>
            <a:r>
              <a:rPr lang="en-NZ" sz="1100" b="0" i="0" u="none" strike="noStrike" cap="none">
                <a:solidFill>
                  <a:srgbClr val="000000"/>
                </a:solidFill>
                <a:latin typeface="Arial"/>
                <a:cs typeface="Arial"/>
              </a:rPr>
              <a:t> It can be useful to appoint a moderator who opens the Q&amp;A session and directly calls on the questioners.</a:t>
            </a:r>
            <a:endParaRPr/>
          </a:p>
          <a:p>
            <a:pPr lvl="1">
              <a:buFont typeface="Arial"/>
              <a:buChar char="•"/>
              <a:defRPr/>
            </a:pPr>
            <a:r>
              <a:rPr lang="en-NZ" sz="1100" b="0" i="0" u="none" strike="noStrike" cap="none">
                <a:solidFill>
                  <a:srgbClr val="000000"/>
                </a:solidFill>
                <a:latin typeface="Arial"/>
                <a:cs typeface="Arial"/>
              </a:rPr>
              <a:t>Ask each other as critical questions as possible in advance and try to paraphrase difficult parts.</a:t>
            </a:r>
            <a:endParaRPr lang="en-NZ"/>
          </a:p>
          <a:p>
            <a:pPr>
              <a:buFont typeface="Arial"/>
              <a:buChar char="•"/>
              <a:defRPr/>
            </a:pPr>
            <a:r>
              <a:rPr lang="en-NZ" sz="1100" b="0" i="0" u="none" strike="noStrike" cap="none">
                <a:solidFill>
                  <a:srgbClr val="000000"/>
                </a:solidFill>
                <a:latin typeface="Arial"/>
                <a:ea typeface="Arial"/>
                <a:cs typeface="Arial"/>
              </a:rPr>
              <a:t>What technical means do we need?</a:t>
            </a:r>
            <a:endParaRPr/>
          </a:p>
          <a:p>
            <a:pPr lvl="1">
              <a:buFont typeface="Arial"/>
              <a:buChar char="•"/>
              <a:defRPr/>
            </a:pPr>
            <a:r>
              <a:rPr lang="en-NZ" sz="1100" b="0" i="0" u="none" strike="noStrike" cap="none">
                <a:solidFill>
                  <a:srgbClr val="000000"/>
                </a:solidFill>
                <a:latin typeface="Arial"/>
                <a:cs typeface="Arial"/>
              </a:rPr>
              <a:t>So that nothing goes wrong at the moment of the presentation, you should also take a look at your technology. Which format is needed, is an adapter for the beamer available? If you need sound, can you use the room technology for it, or do you still need external devices?</a:t>
            </a:r>
            <a:endParaRPr lang="en-NZ"/>
          </a:p>
          <a:p>
            <a:pPr>
              <a:defRPr/>
            </a:pPr>
            <a:endParaRPr lang="en-NZ"/>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3</a:t>
            </a:fld>
            <a:endParaRPr lang="de-D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buFont typeface="Arial"/>
              <a:buNone/>
              <a:defRPr/>
            </a:pPr>
            <a:r>
              <a:rPr lang="en-US" sz="1200" b="1">
                <a:solidFill>
                  <a:srgbClr val="000000"/>
                </a:solidFill>
                <a:latin typeface="Arial"/>
              </a:rPr>
              <a:t>To the students: </a:t>
            </a:r>
            <a:r>
              <a:rPr lang="en-US" sz="1200">
                <a:solidFill>
                  <a:srgbClr val="000000"/>
                </a:solidFill>
                <a:latin typeface="Arial"/>
              </a:rPr>
              <a:t>AHA effect comes from the German equivalent Anfang Hauptteil Abschluss – I couldn‘t think of a smooth English translation, maybe you can?</a:t>
            </a:r>
            <a:endParaRPr sz="1200"/>
          </a:p>
          <a:p>
            <a:pPr lvl="1">
              <a:buFont typeface="Arial"/>
              <a:buChar char="•"/>
              <a:defRPr/>
            </a:pPr>
            <a:r>
              <a:rPr lang="en-US" sz="1200">
                <a:solidFill>
                  <a:srgbClr val="000000"/>
                </a:solidFill>
                <a:latin typeface="Arial"/>
              </a:rPr>
              <a:t>Beginning: a good beginning informs about occasion, agenda, goal of presentation; good to solve via initial question; motivates to listen</a:t>
            </a:r>
            <a:endParaRPr sz="1200"/>
          </a:p>
          <a:p>
            <a:pPr lvl="1">
              <a:buFont typeface="Arial"/>
              <a:buChar char="•"/>
              <a:defRPr/>
            </a:pPr>
            <a:r>
              <a:rPr lang="en-US" sz="1200">
                <a:solidFill>
                  <a:srgbClr val="000000"/>
                </a:solidFill>
                <a:latin typeface="Arial"/>
              </a:rPr>
              <a:t>Main part: clearly structured, comprehensible chain of arguments leads audience through the main part - red thread! - occasional summaries of the most important arguments - include examples in the sense of the target group</a:t>
            </a:r>
            <a:endParaRPr sz="1200"/>
          </a:p>
          <a:p>
            <a:pPr lvl="1">
              <a:buFont typeface="Arial"/>
              <a:buChar char="•"/>
              <a:defRPr/>
            </a:pPr>
            <a:r>
              <a:rPr lang="en-US" sz="1200">
                <a:solidFill>
                  <a:srgbClr val="000000"/>
                </a:solidFill>
                <a:latin typeface="Arial"/>
              </a:rPr>
              <a:t>Conclusion: is most likely to be remembered, therefore formulate particularly well and use a strong speaker. Pick up on the initial thesis and answer it; outlook on the future can stimulate discussion. It is better to shorten the main part than to omit the quintessence of the conclusion!</a:t>
            </a:r>
            <a:endParaRPr sz="1200"/>
          </a:p>
          <a:p>
            <a:pPr>
              <a:buFont typeface="Arial"/>
              <a:buChar char="•"/>
              <a:defRPr/>
            </a:pPr>
            <a:r>
              <a:rPr lang="en-US" sz="1200" u="sng">
                <a:solidFill>
                  <a:srgbClr val="FF0000"/>
                </a:solidFill>
                <a:latin typeface="Arial"/>
              </a:rPr>
              <a:t>Based on this process, when would you use strong speakers, when would you use weak speakers? why?</a:t>
            </a:r>
            <a:endParaRPr sz="1200"/>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4</a:t>
            </a:fld>
            <a:endParaRPr lang="de-D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en-US" b="1"/>
              <a:t>To you: </a:t>
            </a:r>
            <a:r>
              <a:rPr lang="en-US"/>
              <a:t>You can either use this slide to summarize the content if you don't want to watch the video during the lesson. Or simply hand it out as a note for the students to look up later. Below is a more detailed summary of the video so that you can explain the individual points:</a:t>
            </a:r>
            <a:endParaRPr/>
          </a:p>
          <a:p>
            <a:pPr marL="0" marR="0" lvl="0" indent="0" algn="l" defTabSz="914400">
              <a:lnSpc>
                <a:spcPct val="100000"/>
              </a:lnSpc>
              <a:spcBef>
                <a:spcPts val="0"/>
              </a:spcBef>
              <a:spcAft>
                <a:spcPts val="0"/>
              </a:spcAft>
              <a:buClrTx/>
              <a:buSzTx/>
              <a:buFontTx/>
              <a:buNone/>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5</a:t>
            </a:fld>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indent="0">
              <a:buFont typeface="Arial"/>
              <a:buNone/>
              <a:defRPr/>
            </a:pPr>
            <a:r>
              <a:rPr lang="en-GB" sz="1000" b="1">
                <a:solidFill>
                  <a:schemeClr val="tx1"/>
                </a:solidFill>
              </a:rPr>
              <a:t>To the students:</a:t>
            </a:r>
            <a:endParaRPr sz="800">
              <a:solidFill>
                <a:schemeClr val="tx1"/>
              </a:solidFill>
            </a:endParaRPr>
          </a:p>
          <a:p>
            <a:pPr marL="285750" indent="-285750">
              <a:buFont typeface="Arial"/>
              <a:buChar char="•"/>
              <a:defRPr/>
            </a:pPr>
            <a:r>
              <a:rPr lang="en-US" sz="1100">
                <a:solidFill>
                  <a:schemeClr val="tx1"/>
                </a:solidFill>
                <a:latin typeface="Arial"/>
              </a:rPr>
              <a:t>When several people are presenting, the transitions to each other need special attention. If they do not work, the presentation can be very confusing.</a:t>
            </a:r>
            <a:endParaRPr sz="800">
              <a:solidFill>
                <a:schemeClr val="tx1"/>
              </a:solidFill>
            </a:endParaRPr>
          </a:p>
          <a:p>
            <a:pPr marL="285750" indent="-285750">
              <a:buFont typeface="Arial"/>
              <a:buChar char="•"/>
              <a:defRPr/>
            </a:pPr>
            <a:r>
              <a:rPr lang="en-US" sz="1100">
                <a:solidFill>
                  <a:schemeClr val="tx1"/>
                </a:solidFill>
                <a:latin typeface="Arial"/>
              </a:rPr>
              <a:t>Clarify in advance who will take over which part. Make sure that stronger speakers take over the beginning and the end, as these parts are most likely to be remembered. More experienced speakers will speak in the middle part. Clarify accordingly who is in which position. Distributes duties as to who will organize/bring technology and prepare presentation. Practice the presentation cue-to-cue as needed to know the exact beginnings and endings of your speakers.</a:t>
            </a:r>
            <a:endParaRPr sz="800">
              <a:solidFill>
                <a:schemeClr val="tx1"/>
              </a:solidFill>
            </a:endParaRPr>
          </a:p>
          <a:p>
            <a:pPr marL="285750" indent="-285750">
              <a:buFont typeface="Arial"/>
              <a:buChar char="•"/>
              <a:defRPr/>
            </a:pPr>
            <a:r>
              <a:rPr lang="en-US" sz="1100">
                <a:solidFill>
                  <a:schemeClr val="tx1"/>
                </a:solidFill>
                <a:latin typeface="Arial"/>
              </a:rPr>
              <a:t>Meanwhile: It is very important how you transition to each other. You need to know the content of the speaker you are leading to.</a:t>
            </a:r>
            <a:endParaRPr sz="800">
              <a:solidFill>
                <a:schemeClr val="tx1"/>
              </a:solidFill>
            </a:endParaRPr>
          </a:p>
          <a:p>
            <a:pPr marL="742950" lvl="1" indent="-285750">
              <a:buFont typeface="Arial"/>
              <a:buChar char="•"/>
              <a:defRPr/>
            </a:pPr>
            <a:r>
              <a:rPr lang="en-US" sz="1100">
                <a:solidFill>
                  <a:schemeClr val="tx1"/>
                </a:solidFill>
                <a:latin typeface="Arial"/>
              </a:rPr>
              <a:t>what is not helpful is to completely omit a transition. Also, don’t just introduce them like, "And now Sandra will speak." As a follow-up speaker, don’t simply repeat what was said before and begin your topic incoherently.</a:t>
            </a:r>
            <a:endParaRPr sz="800">
              <a:solidFill>
                <a:schemeClr val="tx1"/>
              </a:solidFill>
            </a:endParaRPr>
          </a:p>
          <a:p>
            <a:pPr marL="742950" lvl="1" indent="-285750">
              <a:buFont typeface="Arial"/>
              <a:buChar char="•"/>
              <a:defRPr/>
            </a:pPr>
            <a:r>
              <a:rPr lang="en-US" sz="1100">
                <a:solidFill>
                  <a:schemeClr val="tx1"/>
                </a:solidFill>
                <a:latin typeface="Arial"/>
              </a:rPr>
              <a:t>Instead, you can briefly summarize the previous speaker, and then link to your field. Or you can ask a question or an open problem about the next subfield, which the next speaker can answer.</a:t>
            </a:r>
            <a:endParaRPr sz="800">
              <a:solidFill>
                <a:schemeClr val="tx1"/>
              </a:solidFill>
            </a:endParaRPr>
          </a:p>
          <a:p>
            <a:pPr marL="742950" lvl="1" indent="-285750">
              <a:buFont typeface="Arial"/>
              <a:buChar char="•"/>
              <a:defRPr/>
            </a:pPr>
            <a:r>
              <a:rPr lang="en-US" sz="1100">
                <a:solidFill>
                  <a:schemeClr val="tx1"/>
                </a:solidFill>
                <a:latin typeface="Arial"/>
              </a:rPr>
              <a:t>you do not have to introduce the next person by name, but it is possible.</a:t>
            </a:r>
            <a:endParaRPr sz="800">
              <a:solidFill>
                <a:schemeClr val="tx1"/>
              </a:solidFill>
            </a:endParaRPr>
          </a:p>
          <a:p>
            <a:pPr marL="285750" indent="-285750">
              <a:buFont typeface="Arial"/>
              <a:buChar char="•"/>
              <a:defRPr/>
            </a:pPr>
            <a:r>
              <a:rPr lang="en-US" sz="1100">
                <a:solidFill>
                  <a:schemeClr val="tx1"/>
                </a:solidFill>
                <a:latin typeface="Arial"/>
              </a:rPr>
              <a:t>make sure that you are also physically in focus. If you’re not the focus yet, don’t speak yet. Don’t leave the stage empty.</a:t>
            </a:r>
            <a:r>
              <a:rPr lang="en-US" sz="800">
                <a:solidFill>
                  <a:schemeClr val="tx1"/>
                </a:solidFill>
              </a:rPr>
              <a:t> </a:t>
            </a:r>
            <a:endParaRPr/>
          </a:p>
          <a:p>
            <a:pPr marL="171450" indent="-171450">
              <a:buFont typeface="Arial"/>
              <a:buChar char="•"/>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6</a:t>
            </a:fld>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marL="0" marR="0" lvl="0" indent="0" algn="l" defTabSz="914400">
              <a:lnSpc>
                <a:spcPct val="100000"/>
              </a:lnSpc>
              <a:spcBef>
                <a:spcPts val="0"/>
              </a:spcBef>
              <a:spcAft>
                <a:spcPts val="0"/>
              </a:spcAft>
              <a:buClrTx/>
              <a:buSzTx/>
              <a:buFontTx/>
              <a:buNone/>
              <a:defRPr/>
            </a:pPr>
            <a:r>
              <a:rPr lang="en-US" b="1"/>
              <a:t>To you: </a:t>
            </a:r>
            <a:r>
              <a:rPr lang="en-US"/>
              <a:t>You can either use this slide to summarise the content if you don't want to watch the video during the lesson. Or simply hand it out as a note for the students to look up later. Below is a more detailed summary of the video so that you can explain the individual points:</a:t>
            </a:r>
            <a:endParaRPr/>
          </a:p>
          <a:p>
            <a:pPr marL="0" marR="0" lvl="0" indent="0" algn="l" defTabSz="914400">
              <a:lnSpc>
                <a:spcPct val="100000"/>
              </a:lnSpc>
              <a:spcBef>
                <a:spcPts val="0"/>
              </a:spcBef>
              <a:spcAft>
                <a:spcPts val="0"/>
              </a:spcAft>
              <a:buClrTx/>
              <a:buSzTx/>
              <a:buFontTx/>
              <a:buNone/>
              <a:defRPr/>
            </a:pPr>
            <a:endParaRPr lang="en-US"/>
          </a:p>
          <a:p>
            <a:pPr marL="0" marR="0" lvl="0" indent="0" algn="l" defTabSz="914400">
              <a:lnSpc>
                <a:spcPct val="100000"/>
              </a:lnSpc>
              <a:spcBef>
                <a:spcPts val="0"/>
              </a:spcBef>
              <a:spcAft>
                <a:spcPts val="0"/>
              </a:spcAft>
              <a:buClrTx/>
              <a:buSzTx/>
              <a:buFontTx/>
              <a:buNone/>
              <a:defRPr/>
            </a:pPr>
            <a:r>
              <a:rPr lang="en-US"/>
              <a:t>1. One message per slide!</a:t>
            </a:r>
            <a:br>
              <a:rPr lang="en-US"/>
            </a:br>
            <a:r>
              <a:rPr lang="en-US"/>
              <a:t>2. "Redundancy Effect": If what you're saying (verbal script) is also written on your slides, your audience will get 0 info. --&gt; Instead only put short, sweet bit of text and an image.</a:t>
            </a:r>
            <a:br>
              <a:rPr lang="en-US"/>
            </a:br>
            <a:r>
              <a:rPr lang="en-US"/>
              <a:t>3. Your eyes focus on moving objects, signaling colours (red/orange/yellow), contrasting objects, and big objects. Slide title is often the biggest object, but rarely the more important. --&gt; The biggest parts of your slides should be the most important part of your presentation.</a:t>
            </a:r>
            <a:br>
              <a:rPr lang="en-US"/>
            </a:br>
            <a:r>
              <a:rPr lang="en-US"/>
              <a:t>4. U S E C O N T R A S T to control your audience's attention, i.e. highlight the current text and blend out the other text. + Don't use light backgrounds. Use dark backgrounds and light text! Light background steal too much attention (e.g., from the speaker).</a:t>
            </a:r>
            <a:br>
              <a:rPr lang="en-US"/>
            </a:br>
            <a:r>
              <a:rPr lang="en-US"/>
              <a:t>5. Your brain needs to "count" if there are 7 or more objects, but not if there are only 6 or fewer. Your brain can simply "see" the 6 objects. Counting takes 500% more cognitive resources than just seeing. --&gt; The magic number is max 6 objects per slide. The number of slides is rarely the problem. The problem is often the number of objects per slide. --&gt; have more slides with fewer objects per slide!</a:t>
            </a:r>
            <a:endParaRPr lang="en-GB" sz="1800"/>
          </a:p>
          <a:p>
            <a:pPr>
              <a:defRPr/>
            </a:pPr>
            <a:endParaRPr lang="en-GB"/>
          </a:p>
        </p:txBody>
      </p:sp>
      <p:sp>
        <p:nvSpPr>
          <p:cNvPr id="4" name="Slide Number Placeholder 3"/>
          <p:cNvSpPr>
            <a:spLocks noGrp="1"/>
          </p:cNvSpPr>
          <p:nvPr>
            <p:ph type="sldNum" sz="quarter" idx="5"/>
          </p:nvPr>
        </p:nvSpPr>
        <p:spPr bwMode="auto"/>
        <p:txBody>
          <a:bodyPr/>
          <a:lstStyle/>
          <a:p>
            <a:pPr>
              <a:defRPr/>
            </a:pPr>
            <a:fld id="{91C7837A-BE0C-8E44-AC6E-3BD867A160FB}" type="slidenum">
              <a:rPr lang="de-DE"/>
              <a:t>7</a:t>
            </a:fld>
            <a:endParaRPr lang="de-D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2205643" y="2410767"/>
            <a:ext cx="13716000" cy="3581400"/>
          </a:xfrm>
        </p:spPr>
        <p:txBody>
          <a:bodyPr anchor="b"/>
          <a:lstStyle>
            <a:lvl1pPr algn="ctr">
              <a:defRPr sz="6000"/>
            </a:lvl1pPr>
          </a:lstStyle>
          <a:p>
            <a:pPr>
              <a:defRPr/>
            </a:pPr>
            <a:r>
              <a:rPr lang="de-DE"/>
              <a:t>Titel</a:t>
            </a:r>
            <a:endParaRPr/>
          </a:p>
        </p:txBody>
      </p:sp>
      <p:sp>
        <p:nvSpPr>
          <p:cNvPr id="3" name="Untertitel 2"/>
          <p:cNvSpPr>
            <a:spLocks noGrp="1"/>
          </p:cNvSpPr>
          <p:nvPr>
            <p:ph type="subTitle" idx="1" hasCustomPrompt="1"/>
          </p:nvPr>
        </p:nvSpPr>
        <p:spPr bwMode="auto">
          <a:xfrm>
            <a:off x="2205643" y="7982337"/>
            <a:ext cx="6777643" cy="7831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de-DE"/>
              <a:t>Tutor*in: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5" name="Untertitel 2"/>
          <p:cNvSpPr txBox="1"/>
          <p:nvPr userDrawn="1"/>
        </p:nvSpPr>
        <p:spPr bwMode="auto">
          <a:xfrm>
            <a:off x="9144000" y="7982337"/>
            <a:ext cx="6777643" cy="783192"/>
          </a:xfrm>
          <a:prstGeom prst="rect">
            <a:avLst/>
          </a:prstGeom>
        </p:spPr>
        <p:txBody>
          <a:bodyPr vert="horz" lIns="91440" tIns="45720" rIns="91440" bIns="45720" rtlCol="0">
            <a:normAutofit/>
          </a:bodyPr>
          <a:lstStyle>
            <a:lvl1pPr marL="0" indent="0" algn="ctr" defTabSz="914400">
              <a:lnSpc>
                <a:spcPct val="90000"/>
              </a:lnSpc>
              <a:spcBef>
                <a:spcPts val="1000"/>
              </a:spcBef>
              <a:buFont typeface="Arial"/>
              <a:buNone/>
              <a:defRPr sz="2400">
                <a:solidFill>
                  <a:schemeClr val="tx1"/>
                </a:solidFill>
                <a:latin typeface="+mn-lt"/>
                <a:ea typeface="+mn-ea"/>
                <a:cs typeface="+mn-cs"/>
              </a:defRPr>
            </a:lvl1pPr>
            <a:lvl2pPr marL="457200" indent="0" algn="ctr" defTabSz="914400">
              <a:lnSpc>
                <a:spcPct val="90000"/>
              </a:lnSpc>
              <a:spcBef>
                <a:spcPts val="500"/>
              </a:spcBef>
              <a:buFont typeface="Arial"/>
              <a:buNone/>
              <a:defRPr sz="2000">
                <a:solidFill>
                  <a:schemeClr val="tx1"/>
                </a:solidFill>
                <a:latin typeface="+mn-lt"/>
                <a:ea typeface="+mn-ea"/>
                <a:cs typeface="+mn-cs"/>
              </a:defRPr>
            </a:lvl2pPr>
            <a:lvl3pPr marL="914400" indent="0" algn="ctr" defTabSz="914400">
              <a:lnSpc>
                <a:spcPct val="90000"/>
              </a:lnSpc>
              <a:spcBef>
                <a:spcPts val="500"/>
              </a:spcBef>
              <a:buFont typeface="Arial"/>
              <a:buNone/>
              <a:defRPr sz="1800">
                <a:solidFill>
                  <a:schemeClr val="tx1"/>
                </a:solidFill>
                <a:latin typeface="+mn-lt"/>
                <a:ea typeface="+mn-ea"/>
                <a:cs typeface="+mn-cs"/>
              </a:defRPr>
            </a:lvl3pPr>
            <a:lvl4pPr marL="1371600" indent="0" algn="ctr" defTabSz="914400">
              <a:lnSpc>
                <a:spcPct val="90000"/>
              </a:lnSpc>
              <a:spcBef>
                <a:spcPts val="500"/>
              </a:spcBef>
              <a:buFont typeface="Arial"/>
              <a:buNone/>
              <a:defRPr sz="1600">
                <a:solidFill>
                  <a:schemeClr val="tx1"/>
                </a:solidFill>
                <a:latin typeface="+mn-lt"/>
                <a:ea typeface="+mn-ea"/>
                <a:cs typeface="+mn-cs"/>
              </a:defRPr>
            </a:lvl4pPr>
            <a:lvl5pPr marL="1828800" indent="0" algn="ctr" defTabSz="914400">
              <a:lnSpc>
                <a:spcPct val="90000"/>
              </a:lnSpc>
              <a:spcBef>
                <a:spcPts val="500"/>
              </a:spcBef>
              <a:buFont typeface="Arial"/>
              <a:buNone/>
              <a:defRPr sz="1600">
                <a:solidFill>
                  <a:schemeClr val="tx1"/>
                </a:solidFill>
                <a:latin typeface="+mn-lt"/>
                <a:ea typeface="+mn-ea"/>
                <a:cs typeface="+mn-cs"/>
              </a:defRPr>
            </a:lvl5pPr>
            <a:lvl6pPr marL="2286000" indent="0" algn="ctr" defTabSz="914400">
              <a:lnSpc>
                <a:spcPct val="90000"/>
              </a:lnSpc>
              <a:spcBef>
                <a:spcPts val="500"/>
              </a:spcBef>
              <a:buFont typeface="Arial"/>
              <a:buNone/>
              <a:defRPr sz="1600">
                <a:solidFill>
                  <a:schemeClr val="tx1"/>
                </a:solidFill>
                <a:latin typeface="+mn-lt"/>
                <a:ea typeface="+mn-ea"/>
                <a:cs typeface="+mn-cs"/>
              </a:defRPr>
            </a:lvl6pPr>
            <a:lvl7pPr marL="2743200" indent="0" algn="ctr" defTabSz="914400">
              <a:lnSpc>
                <a:spcPct val="90000"/>
              </a:lnSpc>
              <a:spcBef>
                <a:spcPts val="500"/>
              </a:spcBef>
              <a:buFont typeface="Arial"/>
              <a:buNone/>
              <a:defRPr sz="1600">
                <a:solidFill>
                  <a:schemeClr val="tx1"/>
                </a:solidFill>
                <a:latin typeface="+mn-lt"/>
                <a:ea typeface="+mn-ea"/>
                <a:cs typeface="+mn-cs"/>
              </a:defRPr>
            </a:lvl7pPr>
            <a:lvl8pPr marL="3200400" indent="0" algn="ctr" defTabSz="914400">
              <a:lnSpc>
                <a:spcPct val="90000"/>
              </a:lnSpc>
              <a:spcBef>
                <a:spcPts val="500"/>
              </a:spcBef>
              <a:buFont typeface="Arial"/>
              <a:buNone/>
              <a:defRPr sz="1600">
                <a:solidFill>
                  <a:schemeClr val="tx1"/>
                </a:solidFill>
                <a:latin typeface="+mn-lt"/>
                <a:ea typeface="+mn-ea"/>
                <a:cs typeface="+mn-cs"/>
              </a:defRPr>
            </a:lvl8pPr>
            <a:lvl9pPr marL="3657600" indent="0" algn="ctr" defTabSz="914400">
              <a:lnSpc>
                <a:spcPct val="90000"/>
              </a:lnSpc>
              <a:spcBef>
                <a:spcPts val="500"/>
              </a:spcBef>
              <a:buFont typeface="Arial"/>
              <a:buNone/>
              <a:defRPr sz="1600">
                <a:solidFill>
                  <a:schemeClr val="tx1"/>
                </a:solidFill>
                <a:latin typeface="+mn-lt"/>
                <a:ea typeface="+mn-ea"/>
                <a:cs typeface="+mn-cs"/>
              </a:defRPr>
            </a:lvl9pPr>
          </a:lstStyle>
          <a:p>
            <a:pPr>
              <a:defRPr/>
            </a:pPr>
            <a:r>
              <a:rPr lang="de-DE"/>
              <a:t>Datum: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6000"/>
            </a:lvl1pPr>
          </a:lstStyle>
          <a:p>
            <a:pPr>
              <a:defRPr/>
            </a:pPr>
            <a:r>
              <a:rPr lang="de-DE"/>
              <a:t>Agenda</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2018666" y="506518"/>
            <a:ext cx="2809405" cy="264333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562784" y="4424673"/>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1766" y="-260603"/>
            <a:ext cx="3894251" cy="4068485"/>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4998235" y="987245"/>
            <a:ext cx="3473526" cy="291463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4548476" y="-705407"/>
            <a:ext cx="3201123" cy="3188050"/>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366738" y="782145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050506" y="-563810"/>
            <a:ext cx="2158222" cy="2864923"/>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
        <p:nvSpPr>
          <p:cNvPr id="3" name="Inhaltsplatzhalter 2"/>
          <p:cNvSpPr>
            <a:spLocks noGrp="1"/>
          </p:cNvSpPr>
          <p:nvPr>
            <p:ph idx="1" hasCustomPrompt="1"/>
          </p:nvPr>
        </p:nvSpPr>
        <p:spPr bwMode="auto">
          <a:xfrm>
            <a:off x="4666760" y="2718492"/>
            <a:ext cx="9742165" cy="6480000"/>
          </a:xfrm>
        </p:spPr>
        <p:txBody>
          <a:bodyPr/>
          <a:lstStyle>
            <a:lvl1pPr marL="514350" indent="-514350">
              <a:buFont typeface="+mj-lt"/>
              <a:buAutoNum type="arabicPeriod"/>
              <a:defRPr sz="3600"/>
            </a:lvl1pPr>
            <a:lvl2pPr marL="971550" indent="-514350">
              <a:buFont typeface="+mj-lt"/>
              <a:buAutoNum type="romanLcPeriod"/>
              <a:defRPr sz="36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1895176" y="2183393"/>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483674"/>
          </a:xfrm>
        </p:spPr>
        <p:txBody>
          <a:bodyPr lIns="90000" anchor="ctr"/>
          <a:lstStyle>
            <a:lvl1pPr>
              <a:defRPr sz="6000"/>
            </a:lvl1pPr>
          </a:lstStyle>
          <a:p>
            <a:pPr>
              <a:defRPr/>
            </a:pPr>
            <a:r>
              <a:rPr lang="de-DE"/>
              <a:t>Check-In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01860"/>
            <a:ext cx="14400000" cy="1260000"/>
          </a:xfrm>
        </p:spPr>
        <p:txBody>
          <a:bodyPr/>
          <a:lstStyle/>
          <a:p>
            <a:pPr>
              <a:defRPr/>
            </a:pPr>
            <a:r>
              <a:rPr lang="de-DE"/>
              <a:t>Überschrift</a:t>
            </a:r>
            <a:endParaRPr/>
          </a:p>
        </p:txBody>
      </p:sp>
      <p:sp>
        <p:nvSpPr>
          <p:cNvPr id="3" name="Inhaltsplatzhalter 2"/>
          <p:cNvSpPr>
            <a:spLocks noGrp="1"/>
          </p:cNvSpPr>
          <p:nvPr>
            <p:ph idx="1"/>
          </p:nvPr>
        </p:nvSpPr>
        <p:spPr bwMode="auto">
          <a:xfrm>
            <a:off x="1944000" y="2738828"/>
            <a:ext cx="14400000" cy="648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806140" y="-803735"/>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771767" y="216258"/>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646620" y="-376703"/>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310651">
            <a:off x="-811537" y="3739758"/>
            <a:ext cx="2509961" cy="20955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7318415" y="2283638"/>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06800" y="2171700"/>
            <a:ext cx="14400000" cy="3955611"/>
          </a:xfrm>
        </p:spPr>
        <p:txBody>
          <a:bodyPr lIns="90000" anchor="b"/>
          <a:lstStyle>
            <a:lvl1pPr>
              <a:defRPr sz="6000"/>
            </a:lvl1pPr>
          </a:lstStyle>
          <a:p>
            <a:pPr>
              <a:defRPr/>
            </a:pPr>
            <a:r>
              <a:rPr lang="de-DE"/>
              <a:t>Überschrift</a:t>
            </a:r>
            <a:endParaRPr/>
          </a:p>
        </p:txBody>
      </p:sp>
      <p:sp>
        <p:nvSpPr>
          <p:cNvPr id="3" name="Textplatzhalter 2"/>
          <p:cNvSpPr>
            <a:spLocks noGrp="1"/>
          </p:cNvSpPr>
          <p:nvPr>
            <p:ph type="body" idx="1"/>
          </p:nvPr>
        </p:nvSpPr>
        <p:spPr bwMode="auto">
          <a:xfrm>
            <a:off x="1906800" y="6491289"/>
            <a:ext cx="14400000" cy="2079814"/>
          </a:xfrm>
        </p:spPr>
        <p:txBody>
          <a:bodyPr lIns="90000"/>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1906799" y="2171700"/>
            <a:ext cx="14399999" cy="639940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PAUSE</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1906799" y="2171700"/>
            <a:ext cx="14399999" cy="639940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title" hasCustomPrompt="1"/>
          </p:nvPr>
        </p:nvSpPr>
        <p:spPr bwMode="auto">
          <a:xfrm>
            <a:off x="1906800" y="2171700"/>
            <a:ext cx="14400000" cy="6399403"/>
          </a:xfrm>
        </p:spPr>
        <p:txBody>
          <a:bodyPr lIns="90000" anchor="ctr"/>
          <a:lstStyle>
            <a:lvl1pPr>
              <a:defRPr sz="6000"/>
            </a:lvl1pPr>
          </a:lstStyle>
          <a:p>
            <a:pPr>
              <a:defRPr/>
            </a:pPr>
            <a:r>
              <a:rPr lang="de-DE"/>
              <a:t>ENERGIZER</a:t>
            </a:r>
            <a:endParaRPr/>
          </a:p>
        </p:txBody>
      </p:sp>
      <p:sp>
        <p:nvSpPr>
          <p:cNvPr id="7"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844430" y="-193109"/>
            <a:ext cx="2311228" cy="296222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09917" y="184642"/>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5248400" y="253720"/>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040125" y="-8334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554481" y="867779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096766" y="-48757"/>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11"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366765"/>
            <a:ext cx="14400000" cy="1260000"/>
          </a:xfrm>
        </p:spPr>
        <p:txBody>
          <a:bodyPr/>
          <a:lstStyle/>
          <a:p>
            <a:pPr>
              <a:defRPr/>
            </a:pPr>
            <a:r>
              <a:rPr lang="de-DE"/>
              <a:t>Überschrift</a:t>
            </a:r>
            <a:endParaRPr/>
          </a:p>
        </p:txBody>
      </p:sp>
      <p:sp>
        <p:nvSpPr>
          <p:cNvPr id="3" name="Inhaltsplatzhalter 2"/>
          <p:cNvSpPr>
            <a:spLocks noGrp="1"/>
          </p:cNvSpPr>
          <p:nvPr>
            <p:ph sz="half" idx="1"/>
          </p:nvPr>
        </p:nvSpPr>
        <p:spPr bwMode="auto">
          <a:xfrm>
            <a:off x="19440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9220200" y="2738437"/>
            <a:ext cx="7123800" cy="65278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241193" y="146185"/>
            <a:ext cx="2085371" cy="2032289"/>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668732" y="930928"/>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6" name="Freeform 10"/>
          <p:cNvSpPr/>
          <p:nvPr userDrawn="1"/>
        </p:nvSpPr>
        <p:spPr bwMode="auto">
          <a:xfrm rot="-2487859">
            <a:off x="1653257" y="-539706"/>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407556" y="8504231"/>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21" name="Freeform 5"/>
          <p:cNvSpPr/>
          <p:nvPr userDrawn="1"/>
        </p:nvSpPr>
        <p:spPr bwMode="auto">
          <a:xfrm rot="16008410">
            <a:off x="16401541" y="71447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22" name="Freeform 7"/>
          <p:cNvSpPr/>
          <p:nvPr userDrawn="1"/>
        </p:nvSpPr>
        <p:spPr bwMode="auto">
          <a:xfrm rot="7860678">
            <a:off x="16917043" y="6687679"/>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23"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4"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174623"/>
            <a:ext cx="14400000" cy="1260000"/>
          </a:xfrm>
        </p:spPr>
        <p:txBody>
          <a:bodyPr/>
          <a:lstStyle/>
          <a:p>
            <a:pPr>
              <a:defRPr/>
            </a:pPr>
            <a:r>
              <a:rPr lang="de-DE"/>
              <a:t>Überschrift</a:t>
            </a:r>
            <a:endParaRPr/>
          </a:p>
        </p:txBody>
      </p:sp>
      <p:sp>
        <p:nvSpPr>
          <p:cNvPr id="3" name="Textplatzhalter 2"/>
          <p:cNvSpPr>
            <a:spLocks noGrp="1"/>
          </p:cNvSpPr>
          <p:nvPr>
            <p:ph type="body" idx="1"/>
          </p:nvPr>
        </p:nvSpPr>
        <p:spPr bwMode="auto">
          <a:xfrm>
            <a:off x="1944000" y="2522538"/>
            <a:ext cx="7052362"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4" name="Inhaltsplatzhalter 3"/>
          <p:cNvSpPr>
            <a:spLocks noGrp="1"/>
          </p:cNvSpPr>
          <p:nvPr>
            <p:ph sz="half" idx="2"/>
          </p:nvPr>
        </p:nvSpPr>
        <p:spPr bwMode="auto">
          <a:xfrm>
            <a:off x="1944000" y="3757613"/>
            <a:ext cx="7052362"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9258301" y="2522538"/>
            <a:ext cx="7085700" cy="1235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9258301" y="3757613"/>
            <a:ext cx="7085700" cy="5527675"/>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2" name="Freeform 4"/>
          <p:cNvSpPr/>
          <p:nvPr userDrawn="1"/>
        </p:nvSpPr>
        <p:spPr bwMode="auto">
          <a:xfrm>
            <a:off x="16605940" y="6291738"/>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5" name="Freeform 7"/>
          <p:cNvSpPr/>
          <p:nvPr userDrawn="1"/>
        </p:nvSpPr>
        <p:spPr bwMode="auto">
          <a:xfrm rot="7860678">
            <a:off x="16672693" y="586569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6" name="Freeform 8"/>
          <p:cNvSpPr/>
          <p:nvPr userDrawn="1"/>
        </p:nvSpPr>
        <p:spPr bwMode="auto">
          <a:xfrm rot="-458312">
            <a:off x="16710104" y="1053145"/>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7" name="Freeform 9"/>
          <p:cNvSpPr/>
          <p:nvPr userDrawn="1"/>
        </p:nvSpPr>
        <p:spPr bwMode="auto">
          <a:xfrm rot="1296289">
            <a:off x="15390336" y="-527401"/>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20" name="Freeform 12"/>
          <p:cNvSpPr/>
          <p:nvPr userDrawn="1"/>
        </p:nvSpPr>
        <p:spPr bwMode="auto">
          <a:xfrm rot="7628196">
            <a:off x="17157286" y="131932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21"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2" name="Freeform 2"/>
          <p:cNvSpPr/>
          <p:nvPr userDrawn="1"/>
        </p:nvSpPr>
        <p:spPr bwMode="auto">
          <a:xfrm>
            <a:off x="-1249582" y="4137531"/>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23"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4" name="Freeform 6"/>
          <p:cNvSpPr/>
          <p:nvPr userDrawn="1"/>
        </p:nvSpPr>
        <p:spPr bwMode="auto">
          <a:xfrm rot="7860678">
            <a:off x="-755376" y="4673141"/>
            <a:ext cx="1600955" cy="1645696"/>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24" name="Freeform 10"/>
          <p:cNvSpPr/>
          <p:nvPr userDrawn="1"/>
        </p:nvSpPr>
        <p:spPr bwMode="auto">
          <a:xfrm rot="-2487859">
            <a:off x="754582" y="-207773"/>
            <a:ext cx="1882775" cy="168495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25" name="Freeform 4"/>
          <p:cNvSpPr/>
          <p:nvPr userDrawn="1"/>
        </p:nvSpPr>
        <p:spPr bwMode="auto">
          <a:xfrm>
            <a:off x="-613526" y="-932654"/>
            <a:ext cx="2609805" cy="259339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30" name="Freeform 10"/>
          <p:cNvSpPr/>
          <p:nvPr userDrawn="1"/>
        </p:nvSpPr>
        <p:spPr bwMode="auto">
          <a:xfrm rot="-2487859">
            <a:off x="634233" y="-130796"/>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31" name="Freeform 2"/>
          <p:cNvSpPr/>
          <p:nvPr userDrawn="1"/>
        </p:nvSpPr>
        <p:spPr bwMode="auto">
          <a:xfrm>
            <a:off x="92944" y="603209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a:p>
        </p:txBody>
      </p:sp>
      <p:sp>
        <p:nvSpPr>
          <p:cNvPr id="32"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a:p>
        </p:txBody>
      </p:sp>
      <p:sp>
        <p:nvSpPr>
          <p:cNvPr id="33" name="Freeform 4"/>
          <p:cNvSpPr/>
          <p:nvPr userDrawn="1"/>
        </p:nvSpPr>
        <p:spPr bwMode="auto">
          <a:xfrm>
            <a:off x="-817599" y="-741416"/>
            <a:ext cx="2912187" cy="310971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a:p>
        </p:txBody>
      </p:sp>
      <p:sp>
        <p:nvSpPr>
          <p:cNvPr id="34" name="Freeform 5"/>
          <p:cNvSpPr/>
          <p:nvPr userDrawn="1"/>
        </p:nvSpPr>
        <p:spPr bwMode="auto">
          <a:xfrm rot="16008410">
            <a:off x="15833994" y="712804"/>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a:p>
        </p:txBody>
      </p:sp>
      <p:sp>
        <p:nvSpPr>
          <p:cNvPr id="35" name="Freeform 6"/>
          <p:cNvSpPr/>
          <p:nvPr userDrawn="1"/>
        </p:nvSpPr>
        <p:spPr bwMode="auto">
          <a:xfrm rot="7860678">
            <a:off x="126546" y="7226320"/>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a:p>
        </p:txBody>
      </p:sp>
      <p:sp>
        <p:nvSpPr>
          <p:cNvPr id="36"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a:p>
        </p:txBody>
      </p:sp>
      <p:sp>
        <p:nvSpPr>
          <p:cNvPr id="38" name="Freeform 9"/>
          <p:cNvSpPr/>
          <p:nvPr userDrawn="1"/>
        </p:nvSpPr>
        <p:spPr bwMode="auto">
          <a:xfrm rot="1296289">
            <a:off x="15384349" y="-545919"/>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a:p>
        </p:txBody>
      </p:sp>
      <p:sp>
        <p:nvSpPr>
          <p:cNvPr id="39" name="Freeform 10"/>
          <p:cNvSpPr/>
          <p:nvPr userDrawn="1"/>
        </p:nvSpPr>
        <p:spPr bwMode="auto">
          <a:xfrm rot="-2487859">
            <a:off x="16952453" y="4767483"/>
            <a:ext cx="2033723" cy="1619753"/>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a:p>
        </p:txBody>
      </p:sp>
      <p:sp>
        <p:nvSpPr>
          <p:cNvPr id="40" name="Freeform 11"/>
          <p:cNvSpPr/>
          <p:nvPr userDrawn="1"/>
        </p:nvSpPr>
        <p:spPr bwMode="auto">
          <a:xfrm rot="1296289">
            <a:off x="296953" y="7886423"/>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a:p>
        </p:txBody>
      </p:sp>
      <p:sp>
        <p:nvSpPr>
          <p:cNvPr id="41" name="Freeform 12"/>
          <p:cNvSpPr/>
          <p:nvPr userDrawn="1"/>
        </p:nvSpPr>
        <p:spPr bwMode="auto">
          <a:xfrm rot="2046247">
            <a:off x="17723193" y="-357480"/>
            <a:ext cx="1707091" cy="19362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1848993" y="-392157"/>
            <a:ext cx="2100921" cy="2020412"/>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5" name="Freeform 2"/>
          <p:cNvSpPr/>
          <p:nvPr userDrawn="1"/>
        </p:nvSpPr>
        <p:spPr bwMode="auto">
          <a:xfrm>
            <a:off x="351158" y="5589207"/>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6"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7" name="Freeform 4"/>
          <p:cNvSpPr/>
          <p:nvPr userDrawn="1"/>
        </p:nvSpPr>
        <p:spPr bwMode="auto">
          <a:xfrm>
            <a:off x="-817599" y="-741417"/>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a:p>
        </p:txBody>
      </p:sp>
      <p:sp>
        <p:nvSpPr>
          <p:cNvPr id="8" name="Freeform 5"/>
          <p:cNvSpPr/>
          <p:nvPr userDrawn="1"/>
        </p:nvSpPr>
        <p:spPr bwMode="auto">
          <a:xfrm rot="16008410">
            <a:off x="15358696" y="2451781"/>
            <a:ext cx="2347587" cy="230539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9" name="Freeform 6"/>
          <p:cNvSpPr/>
          <p:nvPr userDrawn="1"/>
        </p:nvSpPr>
        <p:spPr bwMode="auto">
          <a:xfrm rot="7860678">
            <a:off x="702797" y="573633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10"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
        <p:nvSpPr>
          <p:cNvPr id="11" name="Freeform 8"/>
          <p:cNvSpPr/>
          <p:nvPr userDrawn="1"/>
        </p:nvSpPr>
        <p:spPr bwMode="auto">
          <a:xfrm rot="-458312">
            <a:off x="15741562" y="989320"/>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12" name="Freeform 9"/>
          <p:cNvSpPr/>
          <p:nvPr userDrawn="1"/>
        </p:nvSpPr>
        <p:spPr bwMode="auto">
          <a:xfrm rot="1296289">
            <a:off x="14830585" y="-257242"/>
            <a:ext cx="2531996" cy="2154648"/>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a:p>
        </p:txBody>
      </p:sp>
      <p:sp>
        <p:nvSpPr>
          <p:cNvPr id="13" name="Freeform 10"/>
          <p:cNvSpPr/>
          <p:nvPr userDrawn="1"/>
        </p:nvSpPr>
        <p:spPr bwMode="auto">
          <a:xfrm rot="-2487859">
            <a:off x="17027787" y="4966511"/>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a:p>
        </p:txBody>
      </p:sp>
      <p:sp>
        <p:nvSpPr>
          <p:cNvPr id="14" name="Freeform 11"/>
          <p:cNvSpPr/>
          <p:nvPr userDrawn="1"/>
        </p:nvSpPr>
        <p:spPr bwMode="auto">
          <a:xfrm rot="1296289">
            <a:off x="619918" y="6991212"/>
            <a:ext cx="3294095" cy="275407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a:p>
        </p:txBody>
      </p:sp>
      <p:sp>
        <p:nvSpPr>
          <p:cNvPr id="15" name="Freeform 12"/>
          <p:cNvSpPr/>
          <p:nvPr userDrawn="1"/>
        </p:nvSpPr>
        <p:spPr bwMode="auto">
          <a:xfrm rot="2046247">
            <a:off x="16212870" y="1083509"/>
            <a:ext cx="2213171" cy="2273738"/>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16"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1944000" y="1481138"/>
            <a:ext cx="5235566" cy="1260000"/>
          </a:xfrm>
        </p:spPr>
        <p:txBody>
          <a:bodyPr anchor="b"/>
          <a:lstStyle>
            <a:lvl1pPr>
              <a:defRPr sz="3200"/>
            </a:lvl1pPr>
          </a:lstStyle>
          <a:p>
            <a:pPr>
              <a:defRPr/>
            </a:pPr>
            <a:r>
              <a:rPr lang="de-DE"/>
              <a:t>Überschrift</a:t>
            </a:r>
            <a:endParaRPr/>
          </a:p>
        </p:txBody>
      </p:sp>
      <p:sp>
        <p:nvSpPr>
          <p:cNvPr id="3" name="Inhaltsplatzhalter 2"/>
          <p:cNvSpPr>
            <a:spLocks noGrp="1"/>
          </p:cNvSpPr>
          <p:nvPr>
            <p:ph idx="1"/>
          </p:nvPr>
        </p:nvSpPr>
        <p:spPr bwMode="auto">
          <a:xfrm>
            <a:off x="7775574" y="1481138"/>
            <a:ext cx="8568425" cy="7310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a:p>
        </p:txBody>
      </p:sp>
      <p:sp>
        <p:nvSpPr>
          <p:cNvPr id="22"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a:p>
        </p:txBody>
      </p:sp>
      <p:sp>
        <p:nvSpPr>
          <p:cNvPr id="23"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a:p>
        </p:txBody>
      </p:sp>
      <p:sp>
        <p:nvSpPr>
          <p:cNvPr id="24"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25"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a:p>
        </p:txBody>
      </p:sp>
      <p:sp>
        <p:nvSpPr>
          <p:cNvPr id="26"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a:p>
        </p:txBody>
      </p:sp>
      <p:sp>
        <p:nvSpPr>
          <p:cNvPr id="27"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a:p>
        </p:txBody>
      </p:sp>
      <p:sp>
        <p:nvSpPr>
          <p:cNvPr id="28"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a:p>
        </p:txBody>
      </p:sp>
      <p:sp>
        <p:nvSpPr>
          <p:cNvPr id="29"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a:p>
        </p:txBody>
      </p:sp>
      <p:sp>
        <p:nvSpPr>
          <p:cNvPr id="30"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a:p>
        </p:txBody>
      </p:sp>
      <p:sp>
        <p:nvSpPr>
          <p:cNvPr id="31"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a:p>
        </p:txBody>
      </p:sp>
      <p:sp>
        <p:nvSpPr>
          <p:cNvPr id="32"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7775575" y="1481138"/>
            <a:ext cx="8568424" cy="7310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de-DE"/>
          </a:p>
        </p:txBody>
      </p:sp>
      <p:sp>
        <p:nvSpPr>
          <p:cNvPr id="8" name="Freeform 2"/>
          <p:cNvSpPr/>
          <p:nvPr userDrawn="1"/>
        </p:nvSpPr>
        <p:spPr bwMode="auto">
          <a:xfrm>
            <a:off x="-988817" y="7307032"/>
            <a:ext cx="2499164" cy="2394654"/>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9"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11" name="Freeform 5"/>
          <p:cNvSpPr/>
          <p:nvPr userDrawn="1"/>
        </p:nvSpPr>
        <p:spPr bwMode="auto">
          <a:xfrm>
            <a:off x="-344695" y="-103733"/>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2" name="Freeform 6"/>
          <p:cNvSpPr/>
          <p:nvPr userDrawn="1"/>
        </p:nvSpPr>
        <p:spPr bwMode="auto">
          <a:xfrm rot="7860678">
            <a:off x="184890" y="170766"/>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4" name="Freeform 8"/>
          <p:cNvSpPr/>
          <p:nvPr userDrawn="1"/>
        </p:nvSpPr>
        <p:spPr bwMode="auto">
          <a:xfrm rot="-458312">
            <a:off x="16929227" y="-285243"/>
            <a:ext cx="3155791" cy="3843267"/>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5" name="Freeform 9"/>
          <p:cNvSpPr/>
          <p:nvPr userDrawn="1"/>
        </p:nvSpPr>
        <p:spPr bwMode="auto">
          <a:xfrm rot="1296289">
            <a:off x="15429160" y="-255544"/>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6" name="Freeform 10"/>
          <p:cNvSpPr/>
          <p:nvPr userDrawn="1"/>
        </p:nvSpPr>
        <p:spPr bwMode="auto">
          <a:xfrm rot="-2487859">
            <a:off x="1742939" y="-107165"/>
            <a:ext cx="1763767" cy="1494391"/>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7" name="Freeform 11"/>
          <p:cNvSpPr/>
          <p:nvPr userDrawn="1"/>
        </p:nvSpPr>
        <p:spPr bwMode="auto">
          <a:xfrm rot="1296289">
            <a:off x="-1078000" y="5865358"/>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8" name="Freeform 12"/>
          <p:cNvSpPr/>
          <p:nvPr userDrawn="1"/>
        </p:nvSpPr>
        <p:spPr bwMode="auto">
          <a:xfrm rot="1597264">
            <a:off x="17342788" y="1208544"/>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
        <p:nvSpPr>
          <p:cNvPr id="19"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a:p>
        </p:txBody>
      </p:sp>
      <p:sp>
        <p:nvSpPr>
          <p:cNvPr id="20" name="Titel 1"/>
          <p:cNvSpPr txBox="1"/>
          <p:nvPr userDrawn="1"/>
        </p:nvSpPr>
        <p:spPr bwMode="auto">
          <a:xfrm>
            <a:off x="1944000" y="1481138"/>
            <a:ext cx="5235566" cy="1260000"/>
          </a:xfrm>
          <a:prstGeom prst="rect">
            <a:avLst/>
          </a:prstGeom>
        </p:spPr>
        <p:txBody>
          <a:bodyPr vert="horz" lIns="91440" tIns="45720" rIns="91440" bIns="4572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a:t>Überschrift</a:t>
            </a:r>
            <a:endParaRPr/>
          </a:p>
        </p:txBody>
      </p:sp>
      <p:sp>
        <p:nvSpPr>
          <p:cNvPr id="22" name="Textplatzhalter 3"/>
          <p:cNvSpPr>
            <a:spLocks noGrp="1"/>
          </p:cNvSpPr>
          <p:nvPr>
            <p:ph type="body" sz="half" idx="11"/>
          </p:nvPr>
        </p:nvSpPr>
        <p:spPr bwMode="auto">
          <a:xfrm>
            <a:off x="1944000" y="3086100"/>
            <a:ext cx="5214038" cy="57181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de-DE"/>
              <a:t>Mastertextformat bearbeiten</a:t>
            </a:r>
            <a:endParaRPr/>
          </a:p>
        </p:txBody>
      </p:sp>
      <p:sp>
        <p:nvSpPr>
          <p:cNvPr id="24" name="Freeform 5"/>
          <p:cNvSpPr/>
          <p:nvPr userDrawn="1"/>
        </p:nvSpPr>
        <p:spPr bwMode="auto">
          <a:xfrm rot="7999432">
            <a:off x="17045216" y="6735395"/>
            <a:ext cx="2797974" cy="253576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3" name="Freeform 7"/>
          <p:cNvSpPr/>
          <p:nvPr userDrawn="1"/>
        </p:nvSpPr>
        <p:spPr bwMode="auto">
          <a:xfrm rot="7860678">
            <a:off x="16251956" y="8185607"/>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2186282" y="2403128"/>
            <a:ext cx="13716000" cy="623793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30294"/>
          </a:xfrm>
        </p:spPr>
        <p:txBody>
          <a:bodyPr anchor="ctr"/>
          <a:lstStyle>
            <a:lvl1pPr algn="ctr">
              <a:defRPr sz="6000"/>
            </a:lvl1pPr>
          </a:lstStyle>
          <a:p>
            <a:pPr>
              <a:defRPr/>
            </a:pPr>
            <a:r>
              <a:rPr lang="de-DE"/>
              <a:t>Gibt es offene Fragen?</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2205643" y="2394218"/>
            <a:ext cx="13716000" cy="623793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2" name="Titel 1"/>
          <p:cNvSpPr>
            <a:spLocks noGrp="1"/>
          </p:cNvSpPr>
          <p:nvPr>
            <p:ph type="ctrTitle" hasCustomPrompt="1"/>
          </p:nvPr>
        </p:nvSpPr>
        <p:spPr bwMode="auto">
          <a:xfrm>
            <a:off x="2205643" y="2410767"/>
            <a:ext cx="13716000" cy="6221384"/>
          </a:xfrm>
        </p:spPr>
        <p:txBody>
          <a:bodyPr anchor="ctr"/>
          <a:lstStyle>
            <a:lvl1pPr algn="ctr">
              <a:defRPr sz="6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1263092" y="4204093"/>
            <a:ext cx="2499164" cy="5514763"/>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a:p>
        </p:txBody>
      </p:sp>
      <p:sp>
        <p:nvSpPr>
          <p:cNvPr id="8" name="Freeform 3"/>
          <p:cNvSpPr/>
          <p:nvPr userDrawn="1"/>
        </p:nvSpPr>
        <p:spPr bwMode="auto">
          <a:xfrm rot="4680788">
            <a:off x="16257418" y="8270982"/>
            <a:ext cx="2635834" cy="2525609"/>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a:p>
        </p:txBody>
      </p:sp>
      <p:sp>
        <p:nvSpPr>
          <p:cNvPr id="9" name="Freeform 4"/>
          <p:cNvSpPr/>
          <p:nvPr userDrawn="1"/>
        </p:nvSpPr>
        <p:spPr bwMode="auto">
          <a:xfrm>
            <a:off x="15433702" y="7133471"/>
            <a:ext cx="3505909" cy="341666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a:p>
        </p:txBody>
      </p:sp>
      <p:sp>
        <p:nvSpPr>
          <p:cNvPr id="10" name="Freeform 5"/>
          <p:cNvSpPr/>
          <p:nvPr userDrawn="1"/>
        </p:nvSpPr>
        <p:spPr bwMode="auto">
          <a:xfrm>
            <a:off x="-241193" y="146185"/>
            <a:ext cx="2813227" cy="2781862"/>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a:p>
        </p:txBody>
      </p:sp>
      <p:sp>
        <p:nvSpPr>
          <p:cNvPr id="11" name="Freeform 6"/>
          <p:cNvSpPr/>
          <p:nvPr userDrawn="1"/>
        </p:nvSpPr>
        <p:spPr bwMode="auto">
          <a:xfrm rot="7860678">
            <a:off x="63301" y="315707"/>
            <a:ext cx="1600955" cy="1490343"/>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a:p>
        </p:txBody>
      </p:sp>
      <p:sp>
        <p:nvSpPr>
          <p:cNvPr id="12" name="Freeform 7"/>
          <p:cNvSpPr/>
          <p:nvPr userDrawn="1"/>
        </p:nvSpPr>
        <p:spPr bwMode="auto">
          <a:xfrm rot="7860678">
            <a:off x="15930678" y="7382404"/>
            <a:ext cx="2243704" cy="2088684"/>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a:p>
        </p:txBody>
      </p:sp>
      <p:sp>
        <p:nvSpPr>
          <p:cNvPr id="13" name="Freeform 8"/>
          <p:cNvSpPr/>
          <p:nvPr userDrawn="1"/>
        </p:nvSpPr>
        <p:spPr bwMode="auto">
          <a:xfrm rot="-458312">
            <a:off x="16269322" y="-478677"/>
            <a:ext cx="3155791" cy="302382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a:p>
        </p:txBody>
      </p:sp>
      <p:sp>
        <p:nvSpPr>
          <p:cNvPr id="14" name="Freeform 9"/>
          <p:cNvSpPr/>
          <p:nvPr userDrawn="1"/>
        </p:nvSpPr>
        <p:spPr bwMode="auto">
          <a:xfrm rot="1296289">
            <a:off x="16320004" y="1512598"/>
            <a:ext cx="2265599" cy="191958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a:p>
        </p:txBody>
      </p:sp>
      <p:sp>
        <p:nvSpPr>
          <p:cNvPr id="15" name="Freeform 10"/>
          <p:cNvSpPr/>
          <p:nvPr userDrawn="1"/>
        </p:nvSpPr>
        <p:spPr bwMode="auto">
          <a:xfrm rot="-2487859">
            <a:off x="1794946" y="-277491"/>
            <a:ext cx="2161751" cy="180211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a:p>
        </p:txBody>
      </p:sp>
      <p:sp>
        <p:nvSpPr>
          <p:cNvPr id="16" name="Freeform 11"/>
          <p:cNvSpPr/>
          <p:nvPr userDrawn="1"/>
        </p:nvSpPr>
        <p:spPr bwMode="auto">
          <a:xfrm rot="1296289">
            <a:off x="-369759" y="7879792"/>
            <a:ext cx="2430280" cy="2059110"/>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a:p>
        </p:txBody>
      </p:sp>
      <p:sp>
        <p:nvSpPr>
          <p:cNvPr id="17" name="Freeform 12"/>
          <p:cNvSpPr/>
          <p:nvPr userDrawn="1"/>
        </p:nvSpPr>
        <p:spPr bwMode="auto">
          <a:xfrm rot="7628196">
            <a:off x="15300850" y="559721"/>
            <a:ext cx="1939168" cy="180518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15876905" y="4807323"/>
            <a:ext cx="2373813" cy="1592764"/>
          </a:xfrm>
          <a:prstGeom prst="rect">
            <a:avLst/>
          </a:prstGeom>
        </p:spPr>
      </p:pic>
      <p:pic>
        <p:nvPicPr>
          <p:cNvPr id="18" name="Grafik 17"/>
          <p:cNvPicPr>
            <a:picLocks noChangeAspect="1"/>
          </p:cNvPicPr>
          <p:nvPr userDrawn="1"/>
        </p:nvPicPr>
        <p:blipFill>
          <a:blip r:embed="rId3"/>
          <a:stretch/>
        </p:blipFill>
        <p:spPr bwMode="auto">
          <a:xfrm>
            <a:off x="12021566" y="6891802"/>
            <a:ext cx="1502640" cy="1592764"/>
          </a:xfrm>
          <a:prstGeom prst="rect">
            <a:avLst/>
          </a:prstGeom>
        </p:spPr>
      </p:pic>
      <p:pic>
        <p:nvPicPr>
          <p:cNvPr id="19" name="Grafik 18"/>
          <p:cNvPicPr>
            <a:picLocks noChangeAspect="1"/>
          </p:cNvPicPr>
          <p:nvPr userDrawn="1"/>
        </p:nvPicPr>
        <p:blipFill>
          <a:blip r:embed="rId4"/>
          <a:stretch/>
        </p:blipFill>
        <p:spPr bwMode="auto">
          <a:xfrm>
            <a:off x="13639800" y="6638689"/>
            <a:ext cx="1949303" cy="1592764"/>
          </a:xfrm>
          <a:prstGeom prst="rect">
            <a:avLst/>
          </a:prstGeom>
        </p:spPr>
      </p:pic>
      <p:pic>
        <p:nvPicPr>
          <p:cNvPr id="20" name="Grafik 19"/>
          <p:cNvPicPr>
            <a:picLocks noChangeAspect="1"/>
          </p:cNvPicPr>
          <p:nvPr userDrawn="1"/>
        </p:nvPicPr>
        <p:blipFill>
          <a:blip r:embed="rId5"/>
          <a:stretch/>
        </p:blipFill>
        <p:spPr bwMode="auto">
          <a:xfrm>
            <a:off x="9677723" y="6922092"/>
            <a:ext cx="2258684" cy="1592764"/>
          </a:xfrm>
          <a:prstGeom prst="rect">
            <a:avLst/>
          </a:prstGeom>
        </p:spPr>
      </p:pic>
      <p:pic>
        <p:nvPicPr>
          <p:cNvPr id="21" name="Grafik 20"/>
          <p:cNvPicPr>
            <a:picLocks noChangeAspect="1"/>
          </p:cNvPicPr>
          <p:nvPr userDrawn="1"/>
        </p:nvPicPr>
        <p:blipFill>
          <a:blip r:embed="rId6"/>
          <a:stretch/>
        </p:blipFill>
        <p:spPr bwMode="auto">
          <a:xfrm>
            <a:off x="11326904" y="5064484"/>
            <a:ext cx="2033866" cy="1592764"/>
          </a:xfrm>
          <a:prstGeom prst="rect">
            <a:avLst/>
          </a:prstGeom>
        </p:spPr>
      </p:pic>
      <p:pic>
        <p:nvPicPr>
          <p:cNvPr id="22" name="Grafik 21"/>
          <p:cNvPicPr>
            <a:picLocks noChangeAspect="1"/>
          </p:cNvPicPr>
          <p:nvPr userDrawn="1"/>
        </p:nvPicPr>
        <p:blipFill>
          <a:blip r:embed="rId7"/>
          <a:stretch/>
        </p:blipFill>
        <p:spPr bwMode="auto">
          <a:xfrm>
            <a:off x="14485268" y="3220983"/>
            <a:ext cx="1775341" cy="1592764"/>
          </a:xfrm>
          <a:prstGeom prst="rect">
            <a:avLst/>
          </a:prstGeom>
        </p:spPr>
      </p:pic>
      <p:pic>
        <p:nvPicPr>
          <p:cNvPr id="23" name="Grafik 22"/>
          <p:cNvPicPr>
            <a:picLocks noChangeAspect="1"/>
          </p:cNvPicPr>
          <p:nvPr userDrawn="1"/>
        </p:nvPicPr>
        <p:blipFill>
          <a:blip r:embed="rId8"/>
          <a:stretch/>
        </p:blipFill>
        <p:spPr bwMode="auto">
          <a:xfrm>
            <a:off x="16220430" y="8526750"/>
            <a:ext cx="2080242" cy="1592764"/>
          </a:xfrm>
          <a:prstGeom prst="rect">
            <a:avLst/>
          </a:prstGeom>
        </p:spPr>
      </p:pic>
      <p:pic>
        <p:nvPicPr>
          <p:cNvPr id="24" name="Grafik 23"/>
          <p:cNvPicPr>
            <a:picLocks noChangeAspect="1"/>
          </p:cNvPicPr>
          <p:nvPr userDrawn="1"/>
        </p:nvPicPr>
        <p:blipFill>
          <a:blip r:embed="rId9"/>
          <a:stretch/>
        </p:blipFill>
        <p:spPr bwMode="auto">
          <a:xfrm>
            <a:off x="2349260" y="4800008"/>
            <a:ext cx="2193219" cy="1592764"/>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16093202" y="3146603"/>
            <a:ext cx="2157516" cy="1592764"/>
          </a:xfrm>
          <a:prstGeom prst="rect">
            <a:avLst/>
          </a:prstGeom>
        </p:spPr>
      </p:pic>
      <p:grpSp>
        <p:nvGrpSpPr>
          <p:cNvPr id="27" name="Google Shape;418;p40"/>
          <p:cNvGrpSpPr>
            <a:grpSpLocks noChangeAspect="1"/>
          </p:cNvGrpSpPr>
          <p:nvPr userDrawn="1"/>
        </p:nvGrpSpPr>
        <p:grpSpPr bwMode="auto">
          <a:xfrm>
            <a:off x="2970519" y="3831315"/>
            <a:ext cx="1196899" cy="839754"/>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0" name="Google Shape;421;p40"/>
          <p:cNvGrpSpPr>
            <a:grpSpLocks noChangeAspect="1"/>
          </p:cNvGrpSpPr>
          <p:nvPr userDrawn="1"/>
        </p:nvGrpSpPr>
        <p:grpSpPr bwMode="auto">
          <a:xfrm>
            <a:off x="910516" y="742994"/>
            <a:ext cx="1205798" cy="1180532"/>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5" name="Google Shape;426;p40"/>
          <p:cNvGrpSpPr>
            <a:grpSpLocks noChangeAspect="1"/>
          </p:cNvGrpSpPr>
          <p:nvPr userDrawn="1"/>
        </p:nvGrpSpPr>
        <p:grpSpPr bwMode="auto">
          <a:xfrm>
            <a:off x="6088394" y="3574688"/>
            <a:ext cx="974938" cy="974938"/>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grpSp>
        <p:nvGrpSpPr>
          <p:cNvPr id="38" name="Google Shape;429;p40"/>
          <p:cNvGrpSpPr>
            <a:grpSpLocks noChangeAspect="1"/>
          </p:cNvGrpSpPr>
          <p:nvPr userDrawn="1"/>
        </p:nvGrpSpPr>
        <p:grpSpPr bwMode="auto">
          <a:xfrm>
            <a:off x="4514349" y="3536997"/>
            <a:ext cx="1005134" cy="1005134"/>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
        <p:nvSpPr>
          <p:cNvPr id="42" name="Google Shape;488;p40"/>
          <p:cNvSpPr>
            <a:spLocks noChangeAspect="1"/>
          </p:cNvSpPr>
          <p:nvPr userDrawn="1"/>
        </p:nvSpPr>
        <p:spPr bwMode="auto">
          <a:xfrm>
            <a:off x="6225064" y="1724791"/>
            <a:ext cx="1245939" cy="1599223"/>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3" name="Google Shape;489;p40"/>
          <p:cNvSpPr>
            <a:spLocks noChangeAspect="1"/>
          </p:cNvSpPr>
          <p:nvPr userDrawn="1"/>
        </p:nvSpPr>
        <p:spPr bwMode="auto">
          <a:xfrm>
            <a:off x="4980938" y="1713050"/>
            <a:ext cx="903927" cy="1566072"/>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44" name="Google Shape;490;p40"/>
          <p:cNvGrpSpPr>
            <a:grpSpLocks noChangeAspect="1"/>
          </p:cNvGrpSpPr>
          <p:nvPr userDrawn="1"/>
        </p:nvGrpSpPr>
        <p:grpSpPr bwMode="auto">
          <a:xfrm>
            <a:off x="7906067" y="1750254"/>
            <a:ext cx="1622856" cy="1562899"/>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pic>
        <p:nvPicPr>
          <p:cNvPr id="58" name="Grafik 57"/>
          <p:cNvPicPr>
            <a:picLocks noChangeAspect="1"/>
          </p:cNvPicPr>
          <p:nvPr userDrawn="1"/>
        </p:nvPicPr>
        <p:blipFill>
          <a:blip r:embed="rId11"/>
          <a:stretch/>
        </p:blipFill>
        <p:spPr bwMode="auto">
          <a:xfrm>
            <a:off x="10142224" y="3651773"/>
            <a:ext cx="1726057" cy="1158428"/>
          </a:xfrm>
          <a:prstGeom prst="rect">
            <a:avLst/>
          </a:prstGeom>
        </p:spPr>
      </p:pic>
      <p:pic>
        <p:nvPicPr>
          <p:cNvPr id="1026" name="Picture 2"/>
          <p:cNvPicPr>
            <a:picLocks noChangeAspect="1" noChangeArrowheads="1"/>
          </p:cNvPicPr>
          <p:nvPr userDrawn="1"/>
        </p:nvPicPr>
        <p:blipFill>
          <a:blip r:embed="rId12"/>
          <a:stretch/>
        </p:blipFill>
        <p:spPr bwMode="auto">
          <a:xfrm>
            <a:off x="11700124" y="890575"/>
            <a:ext cx="2921000" cy="2108200"/>
          </a:xfrm>
          <a:prstGeom prst="rect">
            <a:avLst/>
          </a:prstGeom>
          <a:noFill/>
        </p:spPr>
      </p:pic>
      <p:pic>
        <p:nvPicPr>
          <p:cNvPr id="1028" name="Picture 4"/>
          <p:cNvPicPr>
            <a:picLocks noChangeAspect="1" noChangeArrowheads="1"/>
          </p:cNvPicPr>
          <p:nvPr userDrawn="1"/>
        </p:nvPicPr>
        <p:blipFill>
          <a:blip r:embed="rId13"/>
          <a:stretch/>
        </p:blipFill>
        <p:spPr bwMode="auto">
          <a:xfrm>
            <a:off x="14529618" y="1217924"/>
            <a:ext cx="3721100" cy="2082800"/>
          </a:xfrm>
          <a:prstGeom prst="rect">
            <a:avLst/>
          </a:prstGeom>
          <a:noFill/>
        </p:spPr>
      </p:pic>
      <p:pic>
        <p:nvPicPr>
          <p:cNvPr id="1030" name="Picture 6"/>
          <p:cNvPicPr>
            <a:picLocks noChangeAspect="1" noChangeArrowheads="1"/>
          </p:cNvPicPr>
          <p:nvPr userDrawn="1"/>
        </p:nvPicPr>
        <p:blipFill>
          <a:blip r:embed="rId14"/>
          <a:stretch/>
        </p:blipFill>
        <p:spPr bwMode="auto">
          <a:xfrm>
            <a:off x="13755809" y="4850217"/>
            <a:ext cx="1726057" cy="1453522"/>
          </a:xfrm>
          <a:prstGeom prst="rect">
            <a:avLst/>
          </a:prstGeom>
          <a:noFill/>
        </p:spPr>
      </p:pic>
      <p:pic>
        <p:nvPicPr>
          <p:cNvPr id="1032" name="Picture 8"/>
          <p:cNvPicPr>
            <a:picLocks noChangeAspect="1" noChangeArrowheads="1"/>
          </p:cNvPicPr>
          <p:nvPr userDrawn="1"/>
        </p:nvPicPr>
        <p:blipFill>
          <a:blip r:embed="rId15"/>
          <a:stretch/>
        </p:blipFill>
        <p:spPr bwMode="auto">
          <a:xfrm>
            <a:off x="12232967" y="3095399"/>
            <a:ext cx="1887615" cy="1754818"/>
          </a:xfrm>
          <a:prstGeom prst="rect">
            <a:avLst/>
          </a:prstGeom>
          <a:noFill/>
        </p:spPr>
      </p:pic>
      <p:pic>
        <p:nvPicPr>
          <p:cNvPr id="1034" name="Picture 10"/>
          <p:cNvPicPr>
            <a:picLocks noChangeAspect="1" noChangeArrowheads="1"/>
          </p:cNvPicPr>
          <p:nvPr userDrawn="1"/>
        </p:nvPicPr>
        <p:blipFill>
          <a:blip r:embed="rId16"/>
          <a:stretch/>
        </p:blipFill>
        <p:spPr bwMode="auto">
          <a:xfrm>
            <a:off x="8675959" y="5412782"/>
            <a:ext cx="2620189" cy="1074812"/>
          </a:xfrm>
          <a:prstGeom prst="rect">
            <a:avLst/>
          </a:prstGeom>
          <a:noFill/>
        </p:spPr>
      </p:pic>
      <p:pic>
        <p:nvPicPr>
          <p:cNvPr id="1036" name="Picture 12"/>
          <p:cNvPicPr>
            <a:picLocks noChangeAspect="1" noChangeArrowheads="1"/>
          </p:cNvPicPr>
          <p:nvPr userDrawn="1"/>
        </p:nvPicPr>
        <p:blipFill>
          <a:blip r:embed="rId17"/>
          <a:stretch/>
        </p:blipFill>
        <p:spPr bwMode="auto">
          <a:xfrm>
            <a:off x="11417133" y="8901354"/>
            <a:ext cx="2390510" cy="1157224"/>
          </a:xfrm>
          <a:prstGeom prst="rect">
            <a:avLst/>
          </a:prstGeom>
          <a:noFill/>
        </p:spPr>
      </p:pic>
      <p:pic>
        <p:nvPicPr>
          <p:cNvPr id="1038" name="Picture 14"/>
          <p:cNvPicPr>
            <a:picLocks noChangeAspect="1" noChangeArrowheads="1"/>
          </p:cNvPicPr>
          <p:nvPr userDrawn="1"/>
        </p:nvPicPr>
        <p:blipFill>
          <a:blip r:embed="rId18"/>
          <a:stretch/>
        </p:blipFill>
        <p:spPr bwMode="auto">
          <a:xfrm>
            <a:off x="7303731" y="6936730"/>
            <a:ext cx="2288833" cy="1587749"/>
          </a:xfrm>
          <a:prstGeom prst="rect">
            <a:avLst/>
          </a:prstGeom>
          <a:noFill/>
        </p:spPr>
      </p:pic>
      <p:pic>
        <p:nvPicPr>
          <p:cNvPr id="1039" name="Picture 15"/>
          <p:cNvPicPr>
            <a:picLocks noChangeAspect="1" noChangeArrowheads="1"/>
          </p:cNvPicPr>
          <p:nvPr userDrawn="1"/>
        </p:nvPicPr>
        <p:blipFill>
          <a:blip r:embed="rId19"/>
          <a:stretch/>
        </p:blipFill>
        <p:spPr bwMode="auto">
          <a:xfrm>
            <a:off x="16184729" y="6678395"/>
            <a:ext cx="1949303" cy="1519457"/>
          </a:xfrm>
          <a:prstGeom prst="rect">
            <a:avLst/>
          </a:prstGeom>
          <a:noFill/>
        </p:spPr>
      </p:pic>
      <p:pic>
        <p:nvPicPr>
          <p:cNvPr id="1040" name="Picture 16"/>
          <p:cNvPicPr>
            <a:picLocks noChangeAspect="1" noChangeArrowheads="1"/>
          </p:cNvPicPr>
          <p:nvPr userDrawn="1"/>
        </p:nvPicPr>
        <p:blipFill>
          <a:blip r:embed="rId20"/>
          <a:stretch/>
        </p:blipFill>
        <p:spPr bwMode="auto">
          <a:xfrm>
            <a:off x="5525448" y="6847298"/>
            <a:ext cx="1562381" cy="1577404"/>
          </a:xfrm>
          <a:prstGeom prst="rect">
            <a:avLst/>
          </a:prstGeom>
          <a:noFill/>
        </p:spPr>
      </p:pic>
      <p:pic>
        <p:nvPicPr>
          <p:cNvPr id="1045" name="Picture 21"/>
          <p:cNvPicPr>
            <a:picLocks noChangeAspect="1" noChangeArrowheads="1"/>
          </p:cNvPicPr>
          <p:nvPr userDrawn="1"/>
        </p:nvPicPr>
        <p:blipFill>
          <a:blip r:embed="rId21"/>
          <a:stretch/>
        </p:blipFill>
        <p:spPr bwMode="auto">
          <a:xfrm>
            <a:off x="9443146" y="9086104"/>
            <a:ext cx="1646901" cy="979116"/>
          </a:xfrm>
          <a:prstGeom prst="rect">
            <a:avLst/>
          </a:prstGeom>
          <a:noFill/>
        </p:spPr>
      </p:pic>
      <p:pic>
        <p:nvPicPr>
          <p:cNvPr id="1047" name="Picture 23"/>
          <p:cNvPicPr>
            <a:picLocks noChangeAspect="1" noChangeArrowheads="1"/>
          </p:cNvPicPr>
          <p:nvPr userDrawn="1"/>
        </p:nvPicPr>
        <p:blipFill>
          <a:blip r:embed="rId22"/>
          <a:stretch/>
        </p:blipFill>
        <p:spPr bwMode="auto">
          <a:xfrm>
            <a:off x="4958330" y="8641236"/>
            <a:ext cx="1939938" cy="1363792"/>
          </a:xfrm>
          <a:prstGeom prst="rect">
            <a:avLst/>
          </a:prstGeom>
          <a:noFill/>
        </p:spPr>
      </p:pic>
      <p:pic>
        <p:nvPicPr>
          <p:cNvPr id="1048" name="Picture 24"/>
          <p:cNvPicPr>
            <a:picLocks noChangeAspect="1" noChangeArrowheads="1"/>
          </p:cNvPicPr>
          <p:nvPr userDrawn="1"/>
        </p:nvPicPr>
        <p:blipFill>
          <a:blip r:embed="rId23"/>
          <a:stretch/>
        </p:blipFill>
        <p:spPr bwMode="auto">
          <a:xfrm>
            <a:off x="7255942" y="8924883"/>
            <a:ext cx="1706562" cy="1137709"/>
          </a:xfrm>
          <a:prstGeom prst="rect">
            <a:avLst/>
          </a:prstGeom>
          <a:noFill/>
        </p:spPr>
      </p:pic>
      <p:pic>
        <p:nvPicPr>
          <p:cNvPr id="1050" name="Picture 26"/>
          <p:cNvPicPr>
            <a:picLocks noChangeAspect="1" noChangeArrowheads="1"/>
          </p:cNvPicPr>
          <p:nvPr userDrawn="1"/>
        </p:nvPicPr>
        <p:blipFill>
          <a:blip r:embed="rId24"/>
          <a:stretch/>
        </p:blipFill>
        <p:spPr bwMode="auto">
          <a:xfrm>
            <a:off x="14059336" y="8424702"/>
            <a:ext cx="2033866" cy="1538664"/>
          </a:xfrm>
          <a:prstGeom prst="rect">
            <a:avLst/>
          </a:prstGeom>
          <a:noFill/>
        </p:spPr>
      </p:pic>
      <p:pic>
        <p:nvPicPr>
          <p:cNvPr id="1052" name="Picture 28"/>
          <p:cNvPicPr>
            <a:picLocks noChangeAspect="1" noChangeArrowheads="1"/>
          </p:cNvPicPr>
          <p:nvPr userDrawn="1"/>
        </p:nvPicPr>
        <p:blipFill>
          <a:blip r:embed="rId25"/>
          <a:stretch/>
        </p:blipFill>
        <p:spPr bwMode="auto">
          <a:xfrm>
            <a:off x="4693598" y="4800301"/>
            <a:ext cx="1663700" cy="1524000"/>
          </a:xfrm>
          <a:prstGeom prst="rect">
            <a:avLst/>
          </a:prstGeom>
          <a:noFill/>
        </p:spPr>
      </p:pic>
      <p:pic>
        <p:nvPicPr>
          <p:cNvPr id="1053" name="Picture 29"/>
          <p:cNvPicPr>
            <a:picLocks noChangeAspect="1" noChangeArrowheads="1"/>
          </p:cNvPicPr>
          <p:nvPr userDrawn="1"/>
        </p:nvPicPr>
        <p:blipFill>
          <a:blip r:embed="rId26"/>
          <a:stretch/>
        </p:blipFill>
        <p:spPr bwMode="auto">
          <a:xfrm>
            <a:off x="6494308" y="5049355"/>
            <a:ext cx="1803400" cy="1562100"/>
          </a:xfrm>
          <a:prstGeom prst="rect">
            <a:avLst/>
          </a:prstGeom>
          <a:noFill/>
        </p:spPr>
      </p:pic>
      <p:pic>
        <p:nvPicPr>
          <p:cNvPr id="1055" name="Picture 31"/>
          <p:cNvPicPr>
            <a:picLocks noChangeAspect="1" noChangeArrowheads="1"/>
          </p:cNvPicPr>
          <p:nvPr userDrawn="1"/>
        </p:nvPicPr>
        <p:blipFill>
          <a:blip r:embed="rId27"/>
          <a:stretch/>
        </p:blipFill>
        <p:spPr bwMode="auto">
          <a:xfrm>
            <a:off x="2382363" y="8468714"/>
            <a:ext cx="1658539" cy="1494652"/>
          </a:xfrm>
          <a:prstGeom prst="rect">
            <a:avLst/>
          </a:prstGeom>
          <a:noFill/>
        </p:spPr>
      </p:pic>
      <p:pic>
        <p:nvPicPr>
          <p:cNvPr id="1057" name="Picture 33"/>
          <p:cNvPicPr>
            <a:picLocks noChangeAspect="1" noChangeArrowheads="1"/>
          </p:cNvPicPr>
          <p:nvPr userDrawn="1"/>
        </p:nvPicPr>
        <p:blipFill>
          <a:blip r:embed="rId28"/>
          <a:stretch/>
        </p:blipFill>
        <p:spPr bwMode="auto">
          <a:xfrm>
            <a:off x="2775411" y="6582177"/>
            <a:ext cx="2565400" cy="1612900"/>
          </a:xfrm>
          <a:prstGeom prst="rect">
            <a:avLst/>
          </a:prstGeom>
          <a:noFill/>
        </p:spPr>
      </p:pic>
      <p:pic>
        <p:nvPicPr>
          <p:cNvPr id="1059" name="Picture 35"/>
          <p:cNvPicPr>
            <a:picLocks noChangeAspect="1" noChangeArrowheads="1"/>
          </p:cNvPicPr>
          <p:nvPr userDrawn="1"/>
        </p:nvPicPr>
        <p:blipFill>
          <a:blip r:embed="rId29"/>
          <a:stretch/>
        </p:blipFill>
        <p:spPr bwMode="auto">
          <a:xfrm>
            <a:off x="9831262" y="2000770"/>
            <a:ext cx="1868862" cy="1211023"/>
          </a:xfrm>
          <a:prstGeom prst="rect">
            <a:avLst/>
          </a:prstGeom>
          <a:noFill/>
        </p:spPr>
      </p:pic>
      <p:pic>
        <p:nvPicPr>
          <p:cNvPr id="1061" name="Picture 37"/>
          <p:cNvPicPr>
            <a:picLocks noChangeAspect="1" noChangeArrowheads="1"/>
          </p:cNvPicPr>
          <p:nvPr userDrawn="1"/>
        </p:nvPicPr>
        <p:blipFill>
          <a:blip r:embed="rId30"/>
          <a:stretch/>
        </p:blipFill>
        <p:spPr bwMode="auto">
          <a:xfrm>
            <a:off x="7359737" y="3540548"/>
            <a:ext cx="2377773" cy="1319821"/>
          </a:xfrm>
          <a:prstGeom prst="rect">
            <a:avLst/>
          </a:prstGeom>
          <a:noFill/>
        </p:spPr>
      </p:pic>
      <p:pic>
        <p:nvPicPr>
          <p:cNvPr id="1063" name="Picture 39"/>
          <p:cNvPicPr>
            <a:picLocks noChangeAspect="1" noChangeArrowheads="1"/>
          </p:cNvPicPr>
          <p:nvPr userDrawn="1"/>
        </p:nvPicPr>
        <p:blipFill>
          <a:blip r:embed="rId31"/>
          <a:stretch/>
        </p:blipFill>
        <p:spPr bwMode="auto">
          <a:xfrm>
            <a:off x="197038" y="6967110"/>
            <a:ext cx="2098998" cy="1547746"/>
          </a:xfrm>
          <a:prstGeom prst="rect">
            <a:avLst/>
          </a:prstGeom>
          <a:noFill/>
        </p:spPr>
      </p:pic>
      <p:pic>
        <p:nvPicPr>
          <p:cNvPr id="1065" name="Picture 41"/>
          <p:cNvPicPr>
            <a:picLocks noChangeAspect="1" noChangeArrowheads="1"/>
          </p:cNvPicPr>
          <p:nvPr userDrawn="1"/>
        </p:nvPicPr>
        <p:blipFill>
          <a:blip r:embed="rId32"/>
          <a:stretch/>
        </p:blipFill>
        <p:spPr bwMode="auto">
          <a:xfrm>
            <a:off x="27529" y="8712074"/>
            <a:ext cx="2167269" cy="1429476"/>
          </a:xfrm>
          <a:prstGeom prst="rect">
            <a:avLst/>
          </a:prstGeom>
          <a:noFill/>
        </p:spPr>
      </p:pic>
      <p:sp>
        <p:nvSpPr>
          <p:cNvPr id="60" name="Textfeld 59"/>
          <p:cNvSpPr txBox="1"/>
          <p:nvPr userDrawn="1"/>
        </p:nvSpPr>
        <p:spPr bwMode="auto">
          <a:xfrm>
            <a:off x="305392" y="2225969"/>
            <a:ext cx="2416046" cy="369332"/>
          </a:xfrm>
          <a:prstGeom prst="rect">
            <a:avLst/>
          </a:prstGeom>
          <a:noFill/>
        </p:spPr>
        <p:txBody>
          <a:bodyPr wrap="none" rtlCol="0">
            <a:spAutoFit/>
          </a:bodyPr>
          <a:lstStyle/>
          <a:p>
            <a:pPr>
              <a:defRPr/>
            </a:pPr>
            <a:r>
              <a:rPr lang="de-DE"/>
              <a:t>Icon für extra Material</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1944000" y="1322140"/>
            <a:ext cx="14400000" cy="1260000"/>
          </a:xfrm>
          <a:prstGeom prst="rect">
            <a:avLst/>
          </a:prstGeom>
        </p:spPr>
        <p:txBody>
          <a:bodyPr vert="horz" lIns="91440" tIns="45720" rIns="91440" bIns="45720" rtlCol="0" anchor="ctr" anchorCtr="1">
            <a:normAutofit/>
          </a:bodyPr>
          <a:lstStyle/>
          <a:p>
            <a:pPr>
              <a:defRPr/>
            </a:pPr>
            <a:r>
              <a:rPr lang="de-DE"/>
              <a:t>Mastertitelformat bearbeiten</a:t>
            </a:r>
            <a:endParaRPr/>
          </a:p>
        </p:txBody>
      </p:sp>
      <p:sp>
        <p:nvSpPr>
          <p:cNvPr id="3" name="Textplatzhalter 2"/>
          <p:cNvSpPr>
            <a:spLocks noGrp="1"/>
          </p:cNvSpPr>
          <p:nvPr>
            <p:ph type="body" idx="1"/>
          </p:nvPr>
        </p:nvSpPr>
        <p:spPr bwMode="auto">
          <a:xfrm>
            <a:off x="1944000" y="2769110"/>
            <a:ext cx="14400000" cy="6480000"/>
          </a:xfrm>
          <a:prstGeom prst="rect">
            <a:avLst/>
          </a:prstGeom>
        </p:spPr>
        <p:txBody>
          <a:bodyPr vert="horz" lIns="91440" tIns="45720" rIns="91440" bIns="45720" rtlCol="0">
            <a:normAutofit/>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8" name="Freeform 13"/>
          <p:cNvSpPr/>
          <p:nvPr userDrawn="1"/>
        </p:nvSpPr>
        <p:spPr bwMode="auto">
          <a:xfrm>
            <a:off x="7687907" y="30602"/>
            <a:ext cx="2912186" cy="1012162"/>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18"/>
            <a:stretch/>
          </a:blipFill>
        </p:spPr>
        <p:txBody>
          <a:bodyPr/>
          <a:lstStyle/>
          <a:p>
            <a:pPr>
              <a:defRPr/>
            </a:pPr>
            <a:endParaRPr lang="de-D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de-DE"/>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nchor="t"/>
          <a:lstStyle/>
          <a:p>
            <a:pPr>
              <a:defRPr/>
            </a:pPr>
            <a:r>
              <a:rPr lang="en-NZ"/>
              <a:t>Presentations</a:t>
            </a:r>
            <a:endParaRPr/>
          </a:p>
        </p:txBody>
      </p:sp>
      <p:sp>
        <p:nvSpPr>
          <p:cNvPr id="3" name="Untertitel 2"/>
          <p:cNvSpPr>
            <a:spLocks noGrp="1"/>
          </p:cNvSpPr>
          <p:nvPr>
            <p:ph type="subTitle" idx="1"/>
          </p:nvPr>
        </p:nvSpPr>
        <p:spPr bwMode="auto"/>
        <p:txBody>
          <a:bodyPr/>
          <a:lstStyle/>
          <a:p>
            <a:pPr>
              <a:defRPr/>
            </a:pPr>
            <a:r>
              <a:rPr lang="de-DE"/>
              <a:t>Tutor*in:</a:t>
            </a:r>
            <a:endParaRPr/>
          </a:p>
        </p:txBody>
      </p:sp>
      <p:pic>
        <p:nvPicPr>
          <p:cNvPr id="4" name="Grafik 3"/>
          <p:cNvPicPr>
            <a:picLocks noChangeAspect="1"/>
          </p:cNvPicPr>
          <p:nvPr/>
        </p:nvPicPr>
        <p:blipFill>
          <a:blip r:embed="rId3"/>
          <a:stretch/>
        </p:blipFill>
        <p:spPr bwMode="auto">
          <a:xfrm>
            <a:off x="6629400" y="3695700"/>
            <a:ext cx="5029200" cy="36958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5473269" y="1322139"/>
            <a:ext cx="10870730" cy="1260000"/>
          </a:xfrm>
        </p:spPr>
        <p:txBody>
          <a:bodyPr/>
          <a:lstStyle/>
          <a:p>
            <a:pPr>
              <a:defRPr/>
            </a:pPr>
            <a:r>
              <a:rPr lang="de-DE"/>
              <a:t>Agenda</a:t>
            </a:r>
            <a:endParaRPr/>
          </a:p>
        </p:txBody>
      </p:sp>
      <p:sp>
        <p:nvSpPr>
          <p:cNvPr id="3" name="Inhaltsplatzhalter 2"/>
          <p:cNvSpPr>
            <a:spLocks noGrp="1"/>
          </p:cNvSpPr>
          <p:nvPr>
            <p:ph idx="1"/>
          </p:nvPr>
        </p:nvSpPr>
        <p:spPr bwMode="auto">
          <a:xfrm>
            <a:off x="4984259" y="2840607"/>
            <a:ext cx="8597470" cy="6480000"/>
          </a:xfrm>
        </p:spPr>
        <p:txBody>
          <a:bodyPr vertOverflow="overflow" horzOverflow="overflow" vert="horz" wrap="square" lIns="91440" tIns="45720" rIns="91440" bIns="45720" numCol="1" spcCol="0" rtlCol="0" fromWordArt="0" anchor="t" anchorCtr="0" forceAA="0" compatLnSpc="0">
            <a:normAutofit fontScale="95000" lnSpcReduction="1000"/>
          </a:bodyPr>
          <a:lstStyle/>
          <a:p>
            <a:pPr>
              <a:lnSpc>
                <a:spcPct val="150000"/>
              </a:lnSpc>
              <a:defRPr/>
            </a:pPr>
            <a:r>
              <a:rPr lang="en-US"/>
              <a:t>Structuring a presentation</a:t>
            </a:r>
            <a:endParaRPr/>
          </a:p>
          <a:p>
            <a:pPr>
              <a:lnSpc>
                <a:spcPct val="150000"/>
              </a:lnSpc>
              <a:defRPr/>
            </a:pPr>
            <a:r>
              <a:rPr lang="en-US"/>
              <a:t>Present successfully</a:t>
            </a:r>
            <a:endParaRPr/>
          </a:p>
          <a:p>
            <a:pPr lvl="1">
              <a:lnSpc>
                <a:spcPct val="150000"/>
              </a:lnSpc>
              <a:defRPr/>
            </a:pPr>
            <a:r>
              <a:rPr lang="en-US" sz="3200"/>
              <a:t>AHA-Effect</a:t>
            </a:r>
            <a:endParaRPr/>
          </a:p>
          <a:p>
            <a:pPr lvl="1">
              <a:lnSpc>
                <a:spcPct val="150000"/>
              </a:lnSpc>
              <a:defRPr/>
            </a:pPr>
            <a:r>
              <a:rPr lang="en-US" sz="3200"/>
              <a:t>Four Steps for a Killer Introduction</a:t>
            </a:r>
            <a:endParaRPr/>
          </a:p>
          <a:p>
            <a:pPr lvl="1">
              <a:lnSpc>
                <a:spcPct val="150000"/>
              </a:lnSpc>
              <a:defRPr/>
            </a:pPr>
            <a:r>
              <a:rPr lang="en-US" sz="3200"/>
              <a:t>Present as a group</a:t>
            </a:r>
            <a:endParaRPr/>
          </a:p>
          <a:p>
            <a:pPr>
              <a:lnSpc>
                <a:spcPct val="150000"/>
              </a:lnSpc>
              <a:defRPr/>
            </a:pPr>
            <a:r>
              <a:rPr lang="en-US"/>
              <a:t>How to Avoid Death by PowerPoint</a:t>
            </a:r>
            <a:endParaRPr/>
          </a:p>
          <a:p>
            <a:pPr>
              <a:lnSpc>
                <a:spcPct val="150000"/>
              </a:lnSpc>
              <a:defRPr/>
            </a:pPr>
            <a:r>
              <a:rPr lang="en-US"/>
              <a:t>PowerPoint-Karaoke</a:t>
            </a:r>
            <a:endParaRPr/>
          </a:p>
          <a:p>
            <a:pPr>
              <a:defRPr/>
            </a:pPr>
            <a:endParaRPr lang="de-DE" sz="3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2952856" y="1301859"/>
            <a:ext cx="13391142" cy="1260000"/>
          </a:xfrm>
        </p:spPr>
        <p:txBody>
          <a:bodyPr>
            <a:normAutofit/>
          </a:bodyPr>
          <a:lstStyle/>
          <a:p>
            <a:pPr>
              <a:defRPr/>
            </a:pPr>
            <a:r>
              <a:rPr lang="en-GB"/>
              <a:t>Structuring a presentation</a:t>
            </a:r>
            <a:endParaRPr/>
          </a:p>
        </p:txBody>
      </p:sp>
      <p:sp>
        <p:nvSpPr>
          <p:cNvPr id="3" name="Content Placeholder 2"/>
          <p:cNvSpPr>
            <a:spLocks noGrp="1"/>
          </p:cNvSpPr>
          <p:nvPr>
            <p:ph idx="1"/>
          </p:nvPr>
        </p:nvSpPr>
        <p:spPr bwMode="auto">
          <a:xfrm>
            <a:off x="4210500" y="2781300"/>
            <a:ext cx="9867000" cy="6480000"/>
          </a:xfrm>
        </p:spPr>
        <p:txBody>
          <a:bodyPr>
            <a:normAutofit/>
          </a:bodyPr>
          <a:lstStyle/>
          <a:p>
            <a:pPr>
              <a:lnSpc>
                <a:spcPct val="150000"/>
              </a:lnSpc>
              <a:buFont typeface="Arial"/>
              <a:buChar char="•"/>
              <a:defRPr/>
            </a:pPr>
            <a:r>
              <a:rPr lang="en-US" sz="3200">
                <a:solidFill>
                  <a:srgbClr val="000000"/>
                </a:solidFill>
              </a:rPr>
              <a:t>What is the </a:t>
            </a:r>
            <a:r>
              <a:rPr lang="en-US" sz="3200" b="1">
                <a:solidFill>
                  <a:srgbClr val="000000"/>
                </a:solidFill>
              </a:rPr>
              <a:t>goal of </a:t>
            </a:r>
            <a:r>
              <a:rPr lang="en-US" sz="3200">
                <a:solidFill>
                  <a:srgbClr val="000000"/>
                </a:solidFill>
              </a:rPr>
              <a:t>the presentation?</a:t>
            </a:r>
            <a:endParaRPr lang="en-US" sz="3200"/>
          </a:p>
          <a:p>
            <a:pPr>
              <a:lnSpc>
                <a:spcPct val="150000"/>
              </a:lnSpc>
              <a:buFont typeface="Arial"/>
              <a:buChar char="•"/>
              <a:defRPr/>
            </a:pPr>
            <a:r>
              <a:rPr lang="en-US" sz="3200">
                <a:solidFill>
                  <a:srgbClr val="000000"/>
                </a:solidFill>
              </a:rPr>
              <a:t>What are the </a:t>
            </a:r>
            <a:r>
              <a:rPr lang="en-US" sz="3200" b="1">
                <a:solidFill>
                  <a:srgbClr val="000000"/>
                </a:solidFill>
              </a:rPr>
              <a:t>main points</a:t>
            </a:r>
            <a:r>
              <a:rPr lang="en-US" sz="3200">
                <a:solidFill>
                  <a:srgbClr val="000000"/>
                </a:solidFill>
              </a:rPr>
              <a:t>?</a:t>
            </a:r>
            <a:endParaRPr lang="en-US" sz="3200"/>
          </a:p>
          <a:p>
            <a:pPr>
              <a:lnSpc>
                <a:spcPct val="150000"/>
              </a:lnSpc>
              <a:buFont typeface="Arial"/>
              <a:buChar char="•"/>
              <a:defRPr/>
            </a:pPr>
            <a:r>
              <a:rPr lang="en-US" sz="3200">
                <a:solidFill>
                  <a:srgbClr val="000000"/>
                </a:solidFill>
              </a:rPr>
              <a:t>Who is the </a:t>
            </a:r>
            <a:r>
              <a:rPr lang="en-US" sz="3200" b="1">
                <a:solidFill>
                  <a:srgbClr val="000000"/>
                </a:solidFill>
              </a:rPr>
              <a:t>target group</a:t>
            </a:r>
            <a:r>
              <a:rPr lang="en-US" sz="3200">
                <a:solidFill>
                  <a:srgbClr val="000000"/>
                </a:solidFill>
              </a:rPr>
              <a:t>?</a:t>
            </a:r>
            <a:endParaRPr lang="en-US" sz="3200"/>
          </a:p>
          <a:p>
            <a:pPr>
              <a:lnSpc>
                <a:spcPct val="150000"/>
              </a:lnSpc>
              <a:buFont typeface="Arial"/>
              <a:buChar char="•"/>
              <a:defRPr/>
            </a:pPr>
            <a:r>
              <a:rPr lang="en-US" sz="3200">
                <a:solidFill>
                  <a:srgbClr val="000000"/>
                </a:solidFill>
              </a:rPr>
              <a:t>How can the </a:t>
            </a:r>
            <a:r>
              <a:rPr lang="en-US" sz="3200" b="1">
                <a:solidFill>
                  <a:srgbClr val="000000"/>
                </a:solidFill>
              </a:rPr>
              <a:t>concern </a:t>
            </a:r>
            <a:r>
              <a:rPr lang="en-US" sz="3200">
                <a:solidFill>
                  <a:srgbClr val="000000"/>
                </a:solidFill>
              </a:rPr>
              <a:t>be illustrated?</a:t>
            </a:r>
            <a:endParaRPr lang="en-US" sz="3200"/>
          </a:p>
          <a:p>
            <a:pPr>
              <a:lnSpc>
                <a:spcPct val="150000"/>
              </a:lnSpc>
              <a:buFont typeface="Arial"/>
              <a:buChar char="•"/>
              <a:defRPr/>
            </a:pPr>
            <a:r>
              <a:rPr lang="en-US" sz="3200">
                <a:solidFill>
                  <a:srgbClr val="000000"/>
                </a:solidFill>
              </a:rPr>
              <a:t>What </a:t>
            </a:r>
            <a:r>
              <a:rPr lang="en-US" sz="3200" b="1">
                <a:solidFill>
                  <a:srgbClr val="000000"/>
                </a:solidFill>
              </a:rPr>
              <a:t>queries </a:t>
            </a:r>
            <a:r>
              <a:rPr lang="en-US" sz="3200">
                <a:solidFill>
                  <a:srgbClr val="000000"/>
                </a:solidFill>
              </a:rPr>
              <a:t>may arise?</a:t>
            </a:r>
            <a:endParaRPr lang="en-US" sz="3200"/>
          </a:p>
          <a:p>
            <a:pPr>
              <a:lnSpc>
                <a:spcPct val="150000"/>
              </a:lnSpc>
              <a:buFont typeface="Arial"/>
              <a:buChar char="•"/>
              <a:defRPr/>
            </a:pPr>
            <a:r>
              <a:rPr lang="en-US" sz="3200">
                <a:solidFill>
                  <a:srgbClr val="000000"/>
                </a:solidFill>
              </a:rPr>
              <a:t>What </a:t>
            </a:r>
            <a:r>
              <a:rPr lang="en-US" sz="3200" b="1">
                <a:solidFill>
                  <a:srgbClr val="000000"/>
                </a:solidFill>
              </a:rPr>
              <a:t>technical means do </a:t>
            </a:r>
            <a:r>
              <a:rPr lang="en-US" sz="3200">
                <a:solidFill>
                  <a:srgbClr val="000000"/>
                </a:solidFill>
              </a:rPr>
              <a:t>we need?</a:t>
            </a:r>
            <a:endParaRPr lang="en-US" sz="3200"/>
          </a:p>
          <a:p>
            <a:pPr>
              <a:defRPr/>
            </a:pPr>
            <a:endParaRPr lang="en-GB"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Presenting successfully</a:t>
            </a:r>
            <a:endParaRPr/>
          </a:p>
        </p:txBody>
      </p:sp>
      <p:sp>
        <p:nvSpPr>
          <p:cNvPr id="3" name="Content Placeholder 2"/>
          <p:cNvSpPr>
            <a:spLocks noGrp="1"/>
          </p:cNvSpPr>
          <p:nvPr>
            <p:ph idx="1"/>
          </p:nvPr>
        </p:nvSpPr>
        <p:spPr bwMode="auto"/>
        <p:txBody>
          <a:bodyPr/>
          <a:lstStyle/>
          <a:p>
            <a:pPr marL="0" indent="0" algn="ctr">
              <a:lnSpc>
                <a:spcPct val="150000"/>
              </a:lnSpc>
              <a:buNone/>
              <a:defRPr/>
            </a:pPr>
            <a:r>
              <a:rPr lang="en-NZ" sz="3600" i="1">
                <a:latin typeface="+mn-lt"/>
              </a:rPr>
              <a:t>AHA-Effect</a:t>
            </a:r>
            <a:endParaRPr lang="en-NZ"/>
          </a:p>
          <a:p>
            <a:pPr marL="0" indent="0">
              <a:lnSpc>
                <a:spcPct val="150000"/>
              </a:lnSpc>
              <a:spcAft>
                <a:spcPts val="1200"/>
              </a:spcAft>
              <a:buNone/>
              <a:defRPr/>
            </a:pPr>
            <a:r>
              <a:rPr lang="en-NZ" sz="2800" b="1">
                <a:latin typeface="+mn-lt"/>
              </a:rPr>
              <a:t>Beginning</a:t>
            </a:r>
            <a:r>
              <a:rPr lang="en-NZ" sz="2800">
                <a:latin typeface="+mn-lt"/>
              </a:rPr>
              <a:t>		Occasion, agenda, goal; arouses interest		</a:t>
            </a:r>
            <a:endParaRPr lang="en-NZ"/>
          </a:p>
          <a:p>
            <a:pPr marL="0" indent="0">
              <a:lnSpc>
                <a:spcPct val="150000"/>
              </a:lnSpc>
              <a:buNone/>
              <a:defRPr/>
            </a:pPr>
            <a:r>
              <a:rPr lang="en-NZ" sz="2800" b="1">
                <a:latin typeface="+mn-lt"/>
              </a:rPr>
              <a:t>Main Body	</a:t>
            </a:r>
            <a:r>
              <a:rPr lang="en-NZ" sz="2800">
                <a:latin typeface="+mn-lt"/>
              </a:rPr>
              <a:t>	</a:t>
            </a:r>
            <a:r>
              <a:rPr lang="en-NZ"/>
              <a:t>Clear chain of reasoning leading to the key message</a:t>
            </a:r>
            <a:br>
              <a:rPr lang="en-NZ"/>
            </a:br>
            <a:r>
              <a:rPr lang="en-NZ"/>
              <a:t> 			Occasional summaries</a:t>
            </a:r>
            <a:br>
              <a:rPr lang="en-NZ"/>
            </a:br>
            <a:r>
              <a:rPr lang="en-NZ"/>
              <a:t> 			Examples from the target group</a:t>
            </a:r>
            <a:endParaRPr/>
          </a:p>
          <a:p>
            <a:pPr marL="0" indent="0">
              <a:lnSpc>
                <a:spcPct val="150000"/>
              </a:lnSpc>
              <a:buNone/>
              <a:defRPr/>
            </a:pPr>
            <a:r>
              <a:rPr lang="en-NZ" b="1"/>
              <a:t>Conclusion	</a:t>
            </a:r>
            <a:r>
              <a:rPr lang="en-NZ"/>
              <a:t>Take up and answer initial thesis</a:t>
            </a:r>
            <a:br>
              <a:rPr lang="en-NZ"/>
            </a:br>
            <a:r>
              <a:rPr lang="en-NZ"/>
              <a:t> 			Future outlook, opportunities or challenges</a:t>
            </a:r>
            <a:endParaRPr/>
          </a:p>
          <a:p>
            <a:pPr>
              <a:defRPr/>
            </a:pPr>
            <a:endParaRPr lang="en-NZ"/>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normAutofit/>
          </a:bodyPr>
          <a:lstStyle/>
          <a:p>
            <a:pPr>
              <a:defRPr/>
            </a:pPr>
            <a:r>
              <a:rPr lang="en-GB"/>
              <a:t>Presenting successfully</a:t>
            </a:r>
            <a:endParaRPr/>
          </a:p>
        </p:txBody>
      </p:sp>
      <p:sp>
        <p:nvSpPr>
          <p:cNvPr id="3" name="Content Placeholder 2"/>
          <p:cNvSpPr>
            <a:spLocks noGrp="1"/>
          </p:cNvSpPr>
          <p:nvPr>
            <p:ph idx="1"/>
          </p:nvPr>
        </p:nvSpPr>
        <p:spPr bwMode="auto"/>
        <p:txBody>
          <a:bodyPr/>
          <a:lstStyle/>
          <a:p>
            <a:pPr marL="0" indent="0">
              <a:buNone/>
              <a:defRPr/>
            </a:pPr>
            <a:r>
              <a:rPr lang="en-GB" i="1"/>
              <a:t>Four Steps for a Killer Introduction – Summary</a:t>
            </a:r>
            <a:endParaRPr/>
          </a:p>
          <a:p>
            <a:pPr marL="0" indent="0">
              <a:buNone/>
              <a:defRPr/>
            </a:pPr>
            <a:endParaRPr lang="en-US"/>
          </a:p>
          <a:p>
            <a:pPr marL="0" indent="0">
              <a:buNone/>
              <a:defRPr/>
            </a:pPr>
            <a:r>
              <a:rPr lang="en-US"/>
              <a:t>Step 1 - The hook  (1:35)</a:t>
            </a:r>
            <a:endParaRPr/>
          </a:p>
          <a:p>
            <a:pPr marL="0" indent="0">
              <a:buNone/>
              <a:defRPr/>
            </a:pPr>
            <a:r>
              <a:rPr lang="en-US"/>
              <a:t>Step 2 - The transition (1:49)</a:t>
            </a:r>
            <a:endParaRPr/>
          </a:p>
          <a:p>
            <a:pPr marL="0" indent="0">
              <a:buNone/>
              <a:defRPr/>
            </a:pPr>
            <a:r>
              <a:rPr lang="en-US"/>
              <a:t>Step 3 - Self-introduction (2:06)</a:t>
            </a:r>
            <a:endParaRPr/>
          </a:p>
          <a:p>
            <a:pPr marL="0" indent="0">
              <a:buNone/>
              <a:defRPr/>
            </a:pPr>
            <a:r>
              <a:rPr lang="en-US"/>
              <a:t>Step 4 - Audience benefit (2:28)</a:t>
            </a:r>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Presenting successfully</a:t>
            </a:r>
            <a:endParaRPr/>
          </a:p>
        </p:txBody>
      </p:sp>
      <p:sp>
        <p:nvSpPr>
          <p:cNvPr id="3" name="Content Placeholder 2"/>
          <p:cNvSpPr>
            <a:spLocks noGrp="1"/>
          </p:cNvSpPr>
          <p:nvPr>
            <p:ph idx="1"/>
          </p:nvPr>
        </p:nvSpPr>
        <p:spPr bwMode="auto"/>
        <p:txBody>
          <a:bodyPr>
            <a:normAutofit/>
          </a:bodyPr>
          <a:lstStyle/>
          <a:p>
            <a:pPr marL="0" indent="0">
              <a:lnSpc>
                <a:spcPct val="150000"/>
              </a:lnSpc>
              <a:buNone/>
              <a:defRPr/>
            </a:pPr>
            <a:r>
              <a:rPr lang="en-NZ" i="1"/>
              <a:t>F</a:t>
            </a:r>
            <a:r>
              <a:rPr lang="en-NZ" sz="2800" i="1">
                <a:latin typeface="+mn-lt"/>
              </a:rPr>
              <a:t>unction as a group</a:t>
            </a:r>
            <a:endParaRPr lang="en-NZ"/>
          </a:p>
          <a:p>
            <a:pPr marL="285750" indent="-285750">
              <a:lnSpc>
                <a:spcPct val="100000"/>
              </a:lnSpc>
              <a:buFont typeface="Arial"/>
              <a:buChar char="•"/>
              <a:defRPr/>
            </a:pPr>
            <a:r>
              <a:rPr lang="en-NZ"/>
              <a:t>Consider the standing positions</a:t>
            </a:r>
            <a:endParaRPr/>
          </a:p>
          <a:p>
            <a:pPr marL="285750" indent="-285750">
              <a:lnSpc>
                <a:spcPct val="100000"/>
              </a:lnSpc>
              <a:buFont typeface="Arial"/>
              <a:buChar char="•"/>
              <a:defRPr/>
            </a:pPr>
            <a:r>
              <a:rPr lang="en-NZ"/>
              <a:t>distribute tasks </a:t>
            </a:r>
            <a:endParaRPr/>
          </a:p>
          <a:p>
            <a:pPr marL="285750" indent="-285750">
              <a:lnSpc>
                <a:spcPct val="100000"/>
              </a:lnSpc>
              <a:buFont typeface="Arial"/>
              <a:buChar char="•"/>
              <a:defRPr/>
            </a:pPr>
            <a:r>
              <a:rPr lang="en-NZ"/>
              <a:t>Practice cue-to-cue</a:t>
            </a:r>
            <a:endParaRPr/>
          </a:p>
          <a:p>
            <a:pPr>
              <a:defRPr/>
            </a:pPr>
            <a:endParaRPr lang="en-NZ"/>
          </a:p>
          <a:p>
            <a:pPr marL="0" indent="0">
              <a:lnSpc>
                <a:spcPct val="150000"/>
              </a:lnSpc>
              <a:buNone/>
              <a:defRPr/>
            </a:pPr>
            <a:r>
              <a:rPr lang="en-NZ" sz="3200" u="sng"/>
              <a:t>ineffective</a:t>
            </a:r>
            <a:r>
              <a:rPr lang="en-NZ" sz="3200"/>
              <a:t>					</a:t>
            </a:r>
            <a:r>
              <a:rPr lang="en-NZ" sz="3200" u="sng"/>
              <a:t>effective</a:t>
            </a:r>
            <a:br>
              <a:rPr lang="en-NZ" sz="3200"/>
            </a:br>
            <a:r>
              <a:rPr lang="en-NZ"/>
              <a:t>No transitions				New speaker briefly summarizes previous speaker, 							then leads over to themselves</a:t>
            </a:r>
            <a:endParaRPr/>
          </a:p>
          <a:p>
            <a:pPr marL="0" indent="0">
              <a:lnSpc>
                <a:spcPct val="150000"/>
              </a:lnSpc>
              <a:buNone/>
              <a:defRPr/>
            </a:pPr>
            <a:r>
              <a:rPr lang="en-NZ"/>
              <a:t>Pure introduction				Ask a question, which the next speaker answers</a:t>
            </a:r>
            <a:br>
              <a:rPr lang="en-NZ"/>
            </a:br>
            <a:r>
              <a:rPr lang="en-NZ"/>
              <a:t>Repeat what was said before</a:t>
            </a:r>
            <a:endParaRPr lang="en-NZ" sz="3200"/>
          </a:p>
          <a:p>
            <a:pPr>
              <a:defRPr/>
            </a:pP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GB"/>
              <a:t>How to Avoid Death by PowerPoint - Summary</a:t>
            </a:r>
            <a:endParaRPr/>
          </a:p>
        </p:txBody>
      </p:sp>
      <p:sp>
        <p:nvSpPr>
          <p:cNvPr id="3" name="Content Placeholder 2"/>
          <p:cNvSpPr>
            <a:spLocks noGrp="1"/>
          </p:cNvSpPr>
          <p:nvPr>
            <p:ph idx="1"/>
          </p:nvPr>
        </p:nvSpPr>
        <p:spPr bwMode="auto"/>
        <p:txBody>
          <a:bodyPr>
            <a:normAutofit/>
          </a:bodyPr>
          <a:lstStyle/>
          <a:p>
            <a:pPr marL="514350" indent="-514350">
              <a:buFont typeface="+mj-lt"/>
              <a:buAutoNum type="arabicPeriod"/>
              <a:defRPr/>
            </a:pPr>
            <a:r>
              <a:rPr lang="en-US"/>
              <a:t>One statement per page!</a:t>
            </a:r>
            <a:endParaRPr/>
          </a:p>
          <a:p>
            <a:pPr marL="514350" indent="-514350">
              <a:buFont typeface="+mj-lt"/>
              <a:buAutoNum type="arabicPeriod"/>
              <a:defRPr/>
            </a:pPr>
            <a:r>
              <a:rPr lang="en-US"/>
              <a:t>Only use concise text and one image on slides to avoid the ‘redundancy effect’.</a:t>
            </a:r>
            <a:endParaRPr/>
          </a:p>
          <a:p>
            <a:pPr marL="514350" indent="-514350">
              <a:buFont typeface="+mj-lt"/>
              <a:buAutoNum type="arabicPeriod"/>
              <a:defRPr/>
            </a:pPr>
            <a:r>
              <a:rPr lang="en-US"/>
              <a:t>The largest / most eye-catching parts of the slides should be the most important parts of your presentation.</a:t>
            </a:r>
            <a:endParaRPr/>
          </a:p>
          <a:p>
            <a:pPr marL="514350" indent="-514350">
              <a:buFont typeface="+mj-lt"/>
              <a:buAutoNum type="arabicPeriod"/>
              <a:defRPr/>
            </a:pPr>
            <a:r>
              <a:rPr lang="en-US"/>
              <a:t>Use contrasts to direct the attention of your audience, i.e. emphasize the current text. Use dark backgrounds and light-colored text.</a:t>
            </a:r>
            <a:endParaRPr/>
          </a:p>
          <a:p>
            <a:pPr marL="514350" indent="-514350">
              <a:buFont typeface="+mj-lt"/>
              <a:buAutoNum type="arabicPeriod"/>
              <a:defRPr/>
            </a:pPr>
            <a:r>
              <a:rPr lang="en-US"/>
              <a:t>Maximum 6 objects per slide. Rather use more slides with fewer objects per slide!</a:t>
            </a:r>
            <a:endParaRPr lang="en-GB"/>
          </a:p>
        </p:txBody>
      </p:sp>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Arial"/>
        <a:cs typeface="Arial"/>
      </a:majorFont>
      <a:minorFont>
        <a:latin typeface="Aptos"/>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2c5bb8f941bf67f8c519e992c5badd14">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6f6224a4b46cc9f56e18b28eecb514de"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A094AEE-0001-4D06-8759-8240E310052D}">
  <ds:schemaRefs>
    <ds:schemaRef ds:uri="http://schemas.microsoft.com/sharepoint/v3/contenttype/forms"/>
  </ds:schemaRefs>
</ds:datastoreItem>
</file>

<file path=customXml/itemProps2.xml><?xml version="1.0" encoding="utf-8"?>
<ds:datastoreItem xmlns:ds="http://schemas.openxmlformats.org/officeDocument/2006/customXml" ds:itemID="{69DBA3BE-5BE7-423D-8331-B891B36C69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647eb4-fdd8-4a76-905c-ef029484ffcd"/>
    <ds:schemaRef ds:uri="884d299c-5010-4321-b642-613c40d795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B5E595-C96C-44F0-8C09-139B0236C20D}">
  <ds:schemaRefs>
    <ds:schemaRef ds:uri="http://schemas.microsoft.com/office/2006/metadata/properties"/>
    <ds:schemaRef ds:uri="http://schemas.microsoft.com/office/infopath/2007/PartnerControls"/>
    <ds:schemaRef ds:uri="884d299c-5010-4321-b642-613c40d795bb"/>
    <ds:schemaRef ds:uri="e0647eb4-fdd8-4a76-905c-ef029484ffcd"/>
  </ds:schemaRefs>
</ds:datastoreItem>
</file>

<file path=docProps/app.xml><?xml version="1.0" encoding="utf-8"?>
<Properties xmlns="http://schemas.openxmlformats.org/officeDocument/2006/extended-properties" xmlns:vt="http://schemas.openxmlformats.org/officeDocument/2006/docPropsVTypes">
  <Template/>
  <TotalTime>0</TotalTime>
  <Words>1654</Words>
  <Application>Microsoft Office PowerPoint</Application>
  <DocSecurity>0</DocSecurity>
  <PresentationFormat>Benutzerdefiniert</PresentationFormat>
  <Paragraphs>87</Paragraphs>
  <Slides>7</Slides>
  <Notes>7</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7</vt:i4>
      </vt:variant>
    </vt:vector>
  </HeadingPairs>
  <TitlesOfParts>
    <vt:vector size="10" baseType="lpstr">
      <vt:lpstr>Arial</vt:lpstr>
      <vt:lpstr>Aptos</vt:lpstr>
      <vt:lpstr>Benutzerdefiniertes Design</vt:lpstr>
      <vt:lpstr>Presentations</vt:lpstr>
      <vt:lpstr>Agenda</vt:lpstr>
      <vt:lpstr>Structuring a presentation</vt:lpstr>
      <vt:lpstr>Presenting successfully</vt:lpstr>
      <vt:lpstr>Presenting successfully</vt:lpstr>
      <vt:lpstr>Presenting successfully</vt:lpstr>
      <vt:lpstr>How to Avoid Death by PowerPoint -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Felix Soltau</cp:lastModifiedBy>
  <cp:revision>12</cp:revision>
  <dcterms:created xsi:type="dcterms:W3CDTF">2006-08-16T00:00:00Z</dcterms:created>
  <dcterms:modified xsi:type="dcterms:W3CDTF">2026-06-22T20:40:54Z</dcterms:modified>
  <cp:category/>
  <dc:identifier>DAGKdR2DXUk</dc:identifier>
  <cp:contentStatus/>
  <dc:language/>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