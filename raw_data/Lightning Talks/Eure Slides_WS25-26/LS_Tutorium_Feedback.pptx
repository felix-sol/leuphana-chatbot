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311" r:id="rId6"/>
    <p:sldId id="321" r:id="rId7"/>
    <p:sldId id="329" r:id="rId8"/>
    <p:sldId id="320" r:id="rId9"/>
    <p:sldId id="322" r:id="rId10"/>
    <p:sldId id="328" r:id="rId11"/>
    <p:sldId id="327" r:id="rId12"/>
    <p:sldId id="330" r:id="rId13"/>
    <p:sldId id="326" r:id="rId14"/>
    <p:sldId id="310" r:id="rId15"/>
  </p:sldIdLst>
  <p:sldSz cx="9144000" cy="5143500" type="screen16x9"/>
  <p:notesSz cx="9144000" cy="5143500"/>
  <p:embeddedFontLst>
    <p:embeddedFont>
      <p:font typeface="Abadi" panose="020B0604020104020204" pitchFamily="34" charset="77"/>
      <p:regular r:id="rId17"/>
      <p:bold r:id="rId18"/>
      <p:italic r:id="rId19"/>
      <p:boldItalic r:id="rId20"/>
    </p:embeddedFon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Lora" pitchFamily="2" charset="77"/>
      <p:regular r:id="rId25"/>
      <p:bold r:id="rId26"/>
      <p:italic r:id="rId27"/>
      <p:boldItalic r:id="rId28"/>
    </p:embeddedFont>
    <p:embeddedFont>
      <p:font typeface="Quattrocento Sans" panose="020B0502050000020003" pitchFamily="34" charset="0"/>
      <p:regular r:id="rId29"/>
      <p:bold r:id="rId30"/>
      <p:italic r:id="rId31"/>
      <p:boldItalic r:id="rId32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50FCBF-3364-5E3E-6D31-8553D00143EF}" name="Merle Warnecke" initials="MW" userId="S::merle.warnecke@stud.leuphana.de::deb58264-6464-4d0a-9ae8-d15f9a496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10" y="10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Janzen" userId="c40823f96a784ba9" providerId="LiveId" clId="{74DA3065-467E-404D-9C22-12FCCFDCE3C9}"/>
    <pc:docChg chg="modSld">
      <pc:chgData name="Marie Janzen" userId="c40823f96a784ba9" providerId="LiveId" clId="{74DA3065-467E-404D-9C22-12FCCFDCE3C9}" dt="2025-12-16T15:17:24.216" v="102" actId="20577"/>
      <pc:docMkLst>
        <pc:docMk/>
      </pc:docMkLst>
      <pc:sldChg chg="modNotesTx">
        <pc:chgData name="Marie Janzen" userId="c40823f96a784ba9" providerId="LiveId" clId="{74DA3065-467E-404D-9C22-12FCCFDCE3C9}" dt="2025-12-16T15:17:24.216" v="102" actId="20577"/>
        <pc:sldMkLst>
          <pc:docMk/>
          <pc:sldMk cId="1411436743" sldId="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FCC9F-2747-428D-88B3-81346DC58FB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90AE133-ADDB-4E0C-909C-996D050B4692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Task</a:t>
          </a:r>
        </a:p>
      </dgm:t>
    </dgm:pt>
    <dgm:pt modelId="{48BAF311-A6CF-4F1E-A28E-A990BF99A594}" type="parTrans" cxnId="{EEF1DA26-CF34-4FF8-B80C-D84DD56DBB0F}">
      <dgm:prSet/>
      <dgm:spPr/>
      <dgm:t>
        <a:bodyPr/>
        <a:lstStyle/>
        <a:p>
          <a:endParaRPr lang="de-DE"/>
        </a:p>
      </dgm:t>
    </dgm:pt>
    <dgm:pt modelId="{E8590602-CD3F-43C9-BAD3-B2D87F19859F}" type="sibTrans" cxnId="{EEF1DA26-CF34-4FF8-B80C-D84DD56DBB0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82F8FBBC-A719-4448-A12D-1DEF9F90E04A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Feedback</a:t>
          </a:r>
        </a:p>
      </dgm:t>
    </dgm:pt>
    <dgm:pt modelId="{7218B2FD-3298-4CF5-83F4-21968A45E78F}" type="parTrans" cxnId="{206E8B2E-8512-4FE9-901F-48A1A2B20ABF}">
      <dgm:prSet/>
      <dgm:spPr/>
      <dgm:t>
        <a:bodyPr/>
        <a:lstStyle/>
        <a:p>
          <a:endParaRPr lang="de-DE"/>
        </a:p>
      </dgm:t>
    </dgm:pt>
    <dgm:pt modelId="{34E9E67C-5BF4-4E40-8820-73381FCC981D}" type="sibTrans" cxnId="{206E8B2E-8512-4FE9-901F-48A1A2B20ABF}">
      <dgm:prSet/>
      <dgm:spPr/>
      <dgm:t>
        <a:bodyPr/>
        <a:lstStyle/>
        <a:p>
          <a:endParaRPr lang="de-DE"/>
        </a:p>
      </dgm:t>
    </dgm:pt>
    <dgm:pt modelId="{8112FFE5-A73C-4DDF-A644-BAD52BAE738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Reflection</a:t>
          </a:r>
          <a:endParaRPr lang="de-DE" dirty="0">
            <a:latin typeface="Abadi" panose="020B0604020104020204" pitchFamily="34" charset="0"/>
          </a:endParaRPr>
        </a:p>
      </dgm:t>
    </dgm:pt>
    <dgm:pt modelId="{31957645-F1D4-4218-B506-5F3E2C8E8D44}" type="parTrans" cxnId="{9B21C931-0D97-4885-961A-34977156B1ED}">
      <dgm:prSet/>
      <dgm:spPr/>
      <dgm:t>
        <a:bodyPr/>
        <a:lstStyle/>
        <a:p>
          <a:endParaRPr lang="de-DE"/>
        </a:p>
      </dgm:t>
    </dgm:pt>
    <dgm:pt modelId="{0ECA9A38-563F-4DD8-AF99-446E16BF094E}" type="sibTrans" cxnId="{9B21C931-0D97-4885-961A-34977156B1ED}">
      <dgm:prSet/>
      <dgm:spPr/>
      <dgm:t>
        <a:bodyPr/>
        <a:lstStyle/>
        <a:p>
          <a:endParaRPr lang="de-DE"/>
        </a:p>
      </dgm:t>
    </dgm:pt>
    <dgm:pt modelId="{E8BBC46D-6129-4E92-B36B-D498DB7011E4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Change/Practice</a:t>
          </a:r>
        </a:p>
      </dgm:t>
    </dgm:pt>
    <dgm:pt modelId="{7F58C41C-A6C0-4EA7-8C82-E08B35565A79}" type="parTrans" cxnId="{B53162B4-B461-491E-BE82-C63D86B5C4C8}">
      <dgm:prSet/>
      <dgm:spPr/>
      <dgm:t>
        <a:bodyPr/>
        <a:lstStyle/>
        <a:p>
          <a:endParaRPr lang="de-DE"/>
        </a:p>
      </dgm:t>
    </dgm:pt>
    <dgm:pt modelId="{66DB4457-CB7F-4603-A0DA-8A1A6911B886}" type="sibTrans" cxnId="{B53162B4-B461-491E-BE82-C63D86B5C4C8}">
      <dgm:prSet/>
      <dgm:spPr/>
      <dgm:t>
        <a:bodyPr/>
        <a:lstStyle/>
        <a:p>
          <a:endParaRPr lang="de-DE"/>
        </a:p>
      </dgm:t>
    </dgm:pt>
    <dgm:pt modelId="{9943FE98-8ECF-43D6-99F3-8706A55D13A9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New Task</a:t>
          </a:r>
        </a:p>
      </dgm:t>
    </dgm:pt>
    <dgm:pt modelId="{7F35FB4E-5C21-4E9B-AFBB-7910979BCD4D}" type="parTrans" cxnId="{C83A81AB-3FD0-4B47-A785-492AD6CD1CF6}">
      <dgm:prSet/>
      <dgm:spPr/>
      <dgm:t>
        <a:bodyPr/>
        <a:lstStyle/>
        <a:p>
          <a:endParaRPr lang="de-DE"/>
        </a:p>
      </dgm:t>
    </dgm:pt>
    <dgm:pt modelId="{C052EC17-411C-4B35-91B8-B59928057F50}" type="sibTrans" cxnId="{C83A81AB-3FD0-4B47-A785-492AD6CD1CF6}">
      <dgm:prSet/>
      <dgm:spPr/>
      <dgm:t>
        <a:bodyPr/>
        <a:lstStyle/>
        <a:p>
          <a:endParaRPr lang="de-DE"/>
        </a:p>
      </dgm:t>
    </dgm:pt>
    <dgm:pt modelId="{2BF543FB-1752-40A0-A7A1-A3C34709880A}" type="pres">
      <dgm:prSet presAssocID="{B8BFCC9F-2747-428D-88B3-81346DC58FB1}" presName="Name0" presStyleCnt="0">
        <dgm:presLayoutVars>
          <dgm:dir/>
          <dgm:resizeHandles val="exact"/>
        </dgm:presLayoutVars>
      </dgm:prSet>
      <dgm:spPr/>
    </dgm:pt>
    <dgm:pt modelId="{88689763-249C-4319-B3DA-7388172DD3AD}" type="pres">
      <dgm:prSet presAssocID="{B8BFCC9F-2747-428D-88B3-81346DC58FB1}" presName="cycle" presStyleCnt="0"/>
      <dgm:spPr/>
    </dgm:pt>
    <dgm:pt modelId="{6FA7CA40-5F5B-42A5-B595-C33A4D7F7F39}" type="pres">
      <dgm:prSet presAssocID="{B90AE133-ADDB-4E0C-909C-996D050B4692}" presName="nodeFirstNode" presStyleLbl="node1" presStyleIdx="0" presStyleCnt="5">
        <dgm:presLayoutVars>
          <dgm:bulletEnabled val="1"/>
        </dgm:presLayoutVars>
      </dgm:prSet>
      <dgm:spPr/>
    </dgm:pt>
    <dgm:pt modelId="{EB53FB77-B7C4-4BF6-838E-1803BBB6BCAC}" type="pres">
      <dgm:prSet presAssocID="{E8590602-CD3F-43C9-BAD3-B2D87F19859F}" presName="sibTransFirstNode" presStyleLbl="bgShp" presStyleIdx="0" presStyleCnt="1"/>
      <dgm:spPr/>
    </dgm:pt>
    <dgm:pt modelId="{A63B34E7-B5AC-435C-800C-BC6C42BA8F7D}" type="pres">
      <dgm:prSet presAssocID="{82F8FBBC-A719-4448-A12D-1DEF9F90E04A}" presName="nodeFollowingNodes" presStyleLbl="node1" presStyleIdx="1" presStyleCnt="5">
        <dgm:presLayoutVars>
          <dgm:bulletEnabled val="1"/>
        </dgm:presLayoutVars>
      </dgm:prSet>
      <dgm:spPr/>
    </dgm:pt>
    <dgm:pt modelId="{AB7F6B00-BA6E-4CDB-B656-DA4CCA71C33E}" type="pres">
      <dgm:prSet presAssocID="{8112FFE5-A73C-4DDF-A644-BAD52BAE738E}" presName="nodeFollowingNodes" presStyleLbl="node1" presStyleIdx="2" presStyleCnt="5">
        <dgm:presLayoutVars>
          <dgm:bulletEnabled val="1"/>
        </dgm:presLayoutVars>
      </dgm:prSet>
      <dgm:spPr/>
    </dgm:pt>
    <dgm:pt modelId="{5323A6AB-0577-491F-9899-7312B6E112BE}" type="pres">
      <dgm:prSet presAssocID="{E8BBC46D-6129-4E92-B36B-D498DB7011E4}" presName="nodeFollowingNodes" presStyleLbl="node1" presStyleIdx="3" presStyleCnt="5">
        <dgm:presLayoutVars>
          <dgm:bulletEnabled val="1"/>
        </dgm:presLayoutVars>
      </dgm:prSet>
      <dgm:spPr/>
    </dgm:pt>
    <dgm:pt modelId="{78FF2E6E-90E8-4DF5-9BFC-26E7DF3F6B0B}" type="pres">
      <dgm:prSet presAssocID="{9943FE98-8ECF-43D6-99F3-8706A55D13A9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F477805-DC04-4684-B502-2A0F9BB46387}" type="presOf" srcId="{9943FE98-8ECF-43D6-99F3-8706A55D13A9}" destId="{78FF2E6E-90E8-4DF5-9BFC-26E7DF3F6B0B}" srcOrd="0" destOrd="0" presId="urn:microsoft.com/office/officeart/2005/8/layout/cycle3"/>
    <dgm:cxn modelId="{EEF1DA26-CF34-4FF8-B80C-D84DD56DBB0F}" srcId="{B8BFCC9F-2747-428D-88B3-81346DC58FB1}" destId="{B90AE133-ADDB-4E0C-909C-996D050B4692}" srcOrd="0" destOrd="0" parTransId="{48BAF311-A6CF-4F1E-A28E-A990BF99A594}" sibTransId="{E8590602-CD3F-43C9-BAD3-B2D87F19859F}"/>
    <dgm:cxn modelId="{206E8B2E-8512-4FE9-901F-48A1A2B20ABF}" srcId="{B8BFCC9F-2747-428D-88B3-81346DC58FB1}" destId="{82F8FBBC-A719-4448-A12D-1DEF9F90E04A}" srcOrd="1" destOrd="0" parTransId="{7218B2FD-3298-4CF5-83F4-21968A45E78F}" sibTransId="{34E9E67C-5BF4-4E40-8820-73381FCC981D}"/>
    <dgm:cxn modelId="{9B21C931-0D97-4885-961A-34977156B1ED}" srcId="{B8BFCC9F-2747-428D-88B3-81346DC58FB1}" destId="{8112FFE5-A73C-4DDF-A644-BAD52BAE738E}" srcOrd="2" destOrd="0" parTransId="{31957645-F1D4-4218-B506-5F3E2C8E8D44}" sibTransId="{0ECA9A38-563F-4DD8-AF99-446E16BF094E}"/>
    <dgm:cxn modelId="{C70AF15E-5BDB-4E8E-84B7-C3BEBBE9FBA2}" type="presOf" srcId="{82F8FBBC-A719-4448-A12D-1DEF9F90E04A}" destId="{A63B34E7-B5AC-435C-800C-BC6C42BA8F7D}" srcOrd="0" destOrd="0" presId="urn:microsoft.com/office/officeart/2005/8/layout/cycle3"/>
    <dgm:cxn modelId="{8E61146A-B887-4F05-83F0-5DF2CBCABD41}" type="presOf" srcId="{B90AE133-ADDB-4E0C-909C-996D050B4692}" destId="{6FA7CA40-5F5B-42A5-B595-C33A4D7F7F39}" srcOrd="0" destOrd="0" presId="urn:microsoft.com/office/officeart/2005/8/layout/cycle3"/>
    <dgm:cxn modelId="{8A9ED69D-A28F-4A06-B45F-3C2204347717}" type="presOf" srcId="{8112FFE5-A73C-4DDF-A644-BAD52BAE738E}" destId="{AB7F6B00-BA6E-4CDB-B656-DA4CCA71C33E}" srcOrd="0" destOrd="0" presId="urn:microsoft.com/office/officeart/2005/8/layout/cycle3"/>
    <dgm:cxn modelId="{21B3C0A0-C69F-440D-98C6-F0C2B2FB4929}" type="presOf" srcId="{E8BBC46D-6129-4E92-B36B-D498DB7011E4}" destId="{5323A6AB-0577-491F-9899-7312B6E112BE}" srcOrd="0" destOrd="0" presId="urn:microsoft.com/office/officeart/2005/8/layout/cycle3"/>
    <dgm:cxn modelId="{C83A81AB-3FD0-4B47-A785-492AD6CD1CF6}" srcId="{B8BFCC9F-2747-428D-88B3-81346DC58FB1}" destId="{9943FE98-8ECF-43D6-99F3-8706A55D13A9}" srcOrd="4" destOrd="0" parTransId="{7F35FB4E-5C21-4E9B-AFBB-7910979BCD4D}" sibTransId="{C052EC17-411C-4B35-91B8-B59928057F50}"/>
    <dgm:cxn modelId="{B53162B4-B461-491E-BE82-C63D86B5C4C8}" srcId="{B8BFCC9F-2747-428D-88B3-81346DC58FB1}" destId="{E8BBC46D-6129-4E92-B36B-D498DB7011E4}" srcOrd="3" destOrd="0" parTransId="{7F58C41C-A6C0-4EA7-8C82-E08B35565A79}" sibTransId="{66DB4457-CB7F-4603-A0DA-8A1A6911B886}"/>
    <dgm:cxn modelId="{D6A0A0D4-10F7-4EFB-9E12-6605F77C4BEA}" type="presOf" srcId="{E8590602-CD3F-43C9-BAD3-B2D87F19859F}" destId="{EB53FB77-B7C4-4BF6-838E-1803BBB6BCAC}" srcOrd="0" destOrd="0" presId="urn:microsoft.com/office/officeart/2005/8/layout/cycle3"/>
    <dgm:cxn modelId="{1F319AE3-0487-4ACA-B3D6-A2721D433403}" type="presOf" srcId="{B8BFCC9F-2747-428D-88B3-81346DC58FB1}" destId="{2BF543FB-1752-40A0-A7A1-A3C34709880A}" srcOrd="0" destOrd="0" presId="urn:microsoft.com/office/officeart/2005/8/layout/cycle3"/>
    <dgm:cxn modelId="{EC050C96-3F21-451A-A793-006AD9D25DD1}" type="presParOf" srcId="{2BF543FB-1752-40A0-A7A1-A3C34709880A}" destId="{88689763-249C-4319-B3DA-7388172DD3AD}" srcOrd="0" destOrd="0" presId="urn:microsoft.com/office/officeart/2005/8/layout/cycle3"/>
    <dgm:cxn modelId="{FD80F10C-13F9-488F-9C28-3A8DE3C33729}" type="presParOf" srcId="{88689763-249C-4319-B3DA-7388172DD3AD}" destId="{6FA7CA40-5F5B-42A5-B595-C33A4D7F7F39}" srcOrd="0" destOrd="0" presId="urn:microsoft.com/office/officeart/2005/8/layout/cycle3"/>
    <dgm:cxn modelId="{A60A2468-7569-442F-A8DB-57A6DEB28C7A}" type="presParOf" srcId="{88689763-249C-4319-B3DA-7388172DD3AD}" destId="{EB53FB77-B7C4-4BF6-838E-1803BBB6BCAC}" srcOrd="1" destOrd="0" presId="urn:microsoft.com/office/officeart/2005/8/layout/cycle3"/>
    <dgm:cxn modelId="{4DB3E1E3-741D-4854-9FC3-69D309CC7494}" type="presParOf" srcId="{88689763-249C-4319-B3DA-7388172DD3AD}" destId="{A63B34E7-B5AC-435C-800C-BC6C42BA8F7D}" srcOrd="2" destOrd="0" presId="urn:microsoft.com/office/officeart/2005/8/layout/cycle3"/>
    <dgm:cxn modelId="{B869150D-8E6D-471F-90EC-EA259C9554FC}" type="presParOf" srcId="{88689763-249C-4319-B3DA-7388172DD3AD}" destId="{AB7F6B00-BA6E-4CDB-B656-DA4CCA71C33E}" srcOrd="3" destOrd="0" presId="urn:microsoft.com/office/officeart/2005/8/layout/cycle3"/>
    <dgm:cxn modelId="{CADC20D6-AF93-49C6-BFEF-2F70F730F1B1}" type="presParOf" srcId="{88689763-249C-4319-B3DA-7388172DD3AD}" destId="{5323A6AB-0577-491F-9899-7312B6E112BE}" srcOrd="4" destOrd="0" presId="urn:microsoft.com/office/officeart/2005/8/layout/cycle3"/>
    <dgm:cxn modelId="{06749FBB-64A3-40E8-BC08-FF9DBAA4902C}" type="presParOf" srcId="{88689763-249C-4319-B3DA-7388172DD3AD}" destId="{78FF2E6E-90E8-4DF5-9BFC-26E7DF3F6B0B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403324-2C72-4D48-B89A-BB14FB17ADA3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7A69278-2132-44AF-A7F5-C8C98C18E0E3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Effective</a:t>
          </a:r>
          <a:r>
            <a:rPr lang="de-DE" dirty="0">
              <a:latin typeface="Abadi" panose="020B0604020104020204" pitchFamily="34" charset="0"/>
            </a:rPr>
            <a:t> Feedback</a:t>
          </a:r>
        </a:p>
      </dgm:t>
    </dgm:pt>
    <dgm:pt modelId="{9BB209BD-F707-4BBB-8AD0-1BF48CC8D149}" type="parTrans" cxnId="{E4993741-5041-4696-B03C-39E2C892FF8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D8D0A828-7D42-494F-841D-2E5588FC51DE}" type="sibTrans" cxnId="{E4993741-5041-4696-B03C-39E2C892FF8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8FB4C335-8C4A-4D4D-B254-9F4C82707C75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Timely</a:t>
          </a:r>
          <a:endParaRPr lang="de-DE" dirty="0">
            <a:latin typeface="Abadi" panose="020B0604020104020204" pitchFamily="34" charset="0"/>
          </a:endParaRPr>
        </a:p>
      </dgm:t>
    </dgm:pt>
    <dgm:pt modelId="{86833124-8429-4C22-AF05-69A776D974A0}" type="parTrans" cxnId="{F2B07B74-7FB7-44CC-842D-2B3FCCEBF08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B09E7C37-072C-4CDC-A947-9753897570D9}" type="sibTrans" cxnId="{F2B07B74-7FB7-44CC-842D-2B3FCCEBF08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C70B9A1E-358F-4846-9C37-996A107AD75D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Specific</a:t>
          </a:r>
          <a:endParaRPr lang="de-DE" dirty="0">
            <a:latin typeface="Abadi" panose="020B0604020104020204" pitchFamily="34" charset="0"/>
          </a:endParaRPr>
        </a:p>
      </dgm:t>
    </dgm:pt>
    <dgm:pt modelId="{9269C7B5-476D-4013-AAA6-3BC54F5648FB}" type="parTrans" cxnId="{886C14F4-C007-446E-A487-37FDA6BD9BEA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63388D33-9C9D-476A-986C-1012462AC11F}" type="sibTrans" cxnId="{886C14F4-C007-446E-A487-37FDA6BD9BEA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3504DC9D-A47E-4DBB-B1F8-71D1289D3772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Balanced</a:t>
          </a:r>
          <a:endParaRPr lang="de-DE" dirty="0">
            <a:latin typeface="Abadi" panose="020B0604020104020204" pitchFamily="34" charset="0"/>
          </a:endParaRPr>
        </a:p>
      </dgm:t>
    </dgm:pt>
    <dgm:pt modelId="{661EFF41-5610-4BF0-8E3C-AE10003A1382}" type="parTrans" cxnId="{91335649-C734-4940-B0A8-2380E14A892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9F7A9603-DBD6-4B10-9FE1-DAEBC61F879B}" type="sibTrans" cxnId="{91335649-C734-4940-B0A8-2380E14A892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A0CCF749-E276-4A7A-8731-6A9CC1789E78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Actionable</a:t>
          </a:r>
          <a:endParaRPr lang="de-DE" dirty="0">
            <a:latin typeface="Abadi" panose="020B0604020104020204" pitchFamily="34" charset="0"/>
          </a:endParaRPr>
        </a:p>
      </dgm:t>
    </dgm:pt>
    <dgm:pt modelId="{79FF1973-A99E-4022-BBB5-F621B20949B7}" type="parTrans" cxnId="{ACD0D236-670D-4357-BB76-00AB735FEDCC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2F28933C-ABDB-420C-A5A5-14F5B7611A46}" type="sibTrans" cxnId="{ACD0D236-670D-4357-BB76-00AB735FEDCC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CED18CEC-5A53-4C10-A18B-660DE6414733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Respectful</a:t>
          </a:r>
          <a:endParaRPr lang="de-DE" dirty="0">
            <a:latin typeface="Abadi" panose="020B0604020104020204" pitchFamily="34" charset="0"/>
          </a:endParaRPr>
        </a:p>
      </dgm:t>
    </dgm:pt>
    <dgm:pt modelId="{637D9A92-67E0-42A2-9960-8ED3EC0140FC}" type="parTrans" cxnId="{6948E55F-AF09-45C3-80E6-3FD890158F7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348DF830-6607-4D8F-8508-78A8AFD9067A}" type="sibTrans" cxnId="{6948E55F-AF09-45C3-80E6-3FD890158F7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F533DEC8-8FD1-4B6E-B866-2AC7C8BAB2CA}" type="pres">
      <dgm:prSet presAssocID="{FF403324-2C72-4D48-B89A-BB14FB17ADA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5F971C6-F061-4B5D-9393-12C2F7E8D58C}" type="pres">
      <dgm:prSet presAssocID="{37A69278-2132-44AF-A7F5-C8C98C18E0E3}" presName="centerShape" presStyleLbl="node0" presStyleIdx="0" presStyleCnt="1"/>
      <dgm:spPr/>
    </dgm:pt>
    <dgm:pt modelId="{7B8A18E3-7AED-4410-8F79-04B617C456C0}" type="pres">
      <dgm:prSet presAssocID="{86833124-8429-4C22-AF05-69A776D974A0}" presName="Name9" presStyleLbl="parChTrans1D2" presStyleIdx="0" presStyleCnt="5"/>
      <dgm:spPr/>
    </dgm:pt>
    <dgm:pt modelId="{8EB14DAC-34CB-4B52-AD8C-C79B5D4E2C10}" type="pres">
      <dgm:prSet presAssocID="{86833124-8429-4C22-AF05-69A776D974A0}" presName="connTx" presStyleLbl="parChTrans1D2" presStyleIdx="0" presStyleCnt="5"/>
      <dgm:spPr/>
    </dgm:pt>
    <dgm:pt modelId="{C90F6FC8-E961-4B3E-AB7F-2C3871455A9C}" type="pres">
      <dgm:prSet presAssocID="{8FB4C335-8C4A-4D4D-B254-9F4C82707C75}" presName="node" presStyleLbl="node1" presStyleIdx="0" presStyleCnt="5">
        <dgm:presLayoutVars>
          <dgm:bulletEnabled val="1"/>
        </dgm:presLayoutVars>
      </dgm:prSet>
      <dgm:spPr/>
    </dgm:pt>
    <dgm:pt modelId="{8F2D2811-0C1E-49EC-BF27-11F08AEAED78}" type="pres">
      <dgm:prSet presAssocID="{9269C7B5-476D-4013-AAA6-3BC54F5648FB}" presName="Name9" presStyleLbl="parChTrans1D2" presStyleIdx="1" presStyleCnt="5"/>
      <dgm:spPr/>
    </dgm:pt>
    <dgm:pt modelId="{6BEBA017-A581-4D2C-96C4-A8CF1324BD02}" type="pres">
      <dgm:prSet presAssocID="{9269C7B5-476D-4013-AAA6-3BC54F5648FB}" presName="connTx" presStyleLbl="parChTrans1D2" presStyleIdx="1" presStyleCnt="5"/>
      <dgm:spPr/>
    </dgm:pt>
    <dgm:pt modelId="{761F0959-9A3E-489B-ACA6-C39A2BD32003}" type="pres">
      <dgm:prSet presAssocID="{C70B9A1E-358F-4846-9C37-996A107AD75D}" presName="node" presStyleLbl="node1" presStyleIdx="1" presStyleCnt="5">
        <dgm:presLayoutVars>
          <dgm:bulletEnabled val="1"/>
        </dgm:presLayoutVars>
      </dgm:prSet>
      <dgm:spPr/>
    </dgm:pt>
    <dgm:pt modelId="{FF1F12CE-59E2-4604-A480-AF95CE5ECF14}" type="pres">
      <dgm:prSet presAssocID="{661EFF41-5610-4BF0-8E3C-AE10003A1382}" presName="Name9" presStyleLbl="parChTrans1D2" presStyleIdx="2" presStyleCnt="5"/>
      <dgm:spPr/>
    </dgm:pt>
    <dgm:pt modelId="{D8CF79BF-15D6-4AB1-94E1-4CD9B34540E4}" type="pres">
      <dgm:prSet presAssocID="{661EFF41-5610-4BF0-8E3C-AE10003A1382}" presName="connTx" presStyleLbl="parChTrans1D2" presStyleIdx="2" presStyleCnt="5"/>
      <dgm:spPr/>
    </dgm:pt>
    <dgm:pt modelId="{5AA51955-F786-4E9E-B774-C33C297907B9}" type="pres">
      <dgm:prSet presAssocID="{3504DC9D-A47E-4DBB-B1F8-71D1289D3772}" presName="node" presStyleLbl="node1" presStyleIdx="2" presStyleCnt="5">
        <dgm:presLayoutVars>
          <dgm:bulletEnabled val="1"/>
        </dgm:presLayoutVars>
      </dgm:prSet>
      <dgm:spPr/>
    </dgm:pt>
    <dgm:pt modelId="{AE8C41F7-CB00-4AC3-8BCB-63C1D3E31E45}" type="pres">
      <dgm:prSet presAssocID="{79FF1973-A99E-4022-BBB5-F621B20949B7}" presName="Name9" presStyleLbl="parChTrans1D2" presStyleIdx="3" presStyleCnt="5"/>
      <dgm:spPr/>
    </dgm:pt>
    <dgm:pt modelId="{4B22DFCD-B97F-47AE-8D5D-1D746F148A7C}" type="pres">
      <dgm:prSet presAssocID="{79FF1973-A99E-4022-BBB5-F621B20949B7}" presName="connTx" presStyleLbl="parChTrans1D2" presStyleIdx="3" presStyleCnt="5"/>
      <dgm:spPr/>
    </dgm:pt>
    <dgm:pt modelId="{FEE17C9B-7EAF-4385-803A-06840466F646}" type="pres">
      <dgm:prSet presAssocID="{A0CCF749-E276-4A7A-8731-6A9CC1789E78}" presName="node" presStyleLbl="node1" presStyleIdx="3" presStyleCnt="5">
        <dgm:presLayoutVars>
          <dgm:bulletEnabled val="1"/>
        </dgm:presLayoutVars>
      </dgm:prSet>
      <dgm:spPr/>
    </dgm:pt>
    <dgm:pt modelId="{F285762A-965C-4A4C-8EE4-14D83A581468}" type="pres">
      <dgm:prSet presAssocID="{637D9A92-67E0-42A2-9960-8ED3EC0140FC}" presName="Name9" presStyleLbl="parChTrans1D2" presStyleIdx="4" presStyleCnt="5"/>
      <dgm:spPr/>
    </dgm:pt>
    <dgm:pt modelId="{47E0DFDD-01BB-4440-AC4F-169208D646A4}" type="pres">
      <dgm:prSet presAssocID="{637D9A92-67E0-42A2-9960-8ED3EC0140FC}" presName="connTx" presStyleLbl="parChTrans1D2" presStyleIdx="4" presStyleCnt="5"/>
      <dgm:spPr/>
    </dgm:pt>
    <dgm:pt modelId="{46B16452-EACE-4B95-93B1-2C346372CF49}" type="pres">
      <dgm:prSet presAssocID="{CED18CEC-5A53-4C10-A18B-660DE6414733}" presName="node" presStyleLbl="node1" presStyleIdx="4" presStyleCnt="5">
        <dgm:presLayoutVars>
          <dgm:bulletEnabled val="1"/>
        </dgm:presLayoutVars>
      </dgm:prSet>
      <dgm:spPr/>
    </dgm:pt>
  </dgm:ptLst>
  <dgm:cxnLst>
    <dgm:cxn modelId="{ECFE3201-3276-4EDF-807D-51669C87BDAA}" type="presOf" srcId="{8FB4C335-8C4A-4D4D-B254-9F4C82707C75}" destId="{C90F6FC8-E961-4B3E-AB7F-2C3871455A9C}" srcOrd="0" destOrd="0" presId="urn:microsoft.com/office/officeart/2005/8/layout/radial1"/>
    <dgm:cxn modelId="{48727404-AFFF-4D9B-8846-F78D1736BDF0}" type="presOf" srcId="{86833124-8429-4C22-AF05-69A776D974A0}" destId="{8EB14DAC-34CB-4B52-AD8C-C79B5D4E2C10}" srcOrd="1" destOrd="0" presId="urn:microsoft.com/office/officeart/2005/8/layout/radial1"/>
    <dgm:cxn modelId="{91AA2018-B23B-419F-9071-9C0EAE075D31}" type="presOf" srcId="{A0CCF749-E276-4A7A-8731-6A9CC1789E78}" destId="{FEE17C9B-7EAF-4385-803A-06840466F646}" srcOrd="0" destOrd="0" presId="urn:microsoft.com/office/officeart/2005/8/layout/radial1"/>
    <dgm:cxn modelId="{44A22B25-5ACC-4DE1-BC4F-D39C97E71CF2}" type="presOf" srcId="{79FF1973-A99E-4022-BBB5-F621B20949B7}" destId="{AE8C41F7-CB00-4AC3-8BCB-63C1D3E31E45}" srcOrd="0" destOrd="0" presId="urn:microsoft.com/office/officeart/2005/8/layout/radial1"/>
    <dgm:cxn modelId="{ACD0D236-670D-4357-BB76-00AB735FEDCC}" srcId="{37A69278-2132-44AF-A7F5-C8C98C18E0E3}" destId="{A0CCF749-E276-4A7A-8731-6A9CC1789E78}" srcOrd="3" destOrd="0" parTransId="{79FF1973-A99E-4022-BBB5-F621B20949B7}" sibTransId="{2F28933C-ABDB-420C-A5A5-14F5B7611A46}"/>
    <dgm:cxn modelId="{E4993741-5041-4696-B03C-39E2C892FF86}" srcId="{FF403324-2C72-4D48-B89A-BB14FB17ADA3}" destId="{37A69278-2132-44AF-A7F5-C8C98C18E0E3}" srcOrd="0" destOrd="0" parTransId="{9BB209BD-F707-4BBB-8AD0-1BF48CC8D149}" sibTransId="{D8D0A828-7D42-494F-841D-2E5588FC51DE}"/>
    <dgm:cxn modelId="{91335649-C734-4940-B0A8-2380E14A8926}" srcId="{37A69278-2132-44AF-A7F5-C8C98C18E0E3}" destId="{3504DC9D-A47E-4DBB-B1F8-71D1289D3772}" srcOrd="2" destOrd="0" parTransId="{661EFF41-5610-4BF0-8E3C-AE10003A1382}" sibTransId="{9F7A9603-DBD6-4B10-9FE1-DAEBC61F879B}"/>
    <dgm:cxn modelId="{52F68654-1D43-48B5-BF30-811B5A5F04A5}" type="presOf" srcId="{C70B9A1E-358F-4846-9C37-996A107AD75D}" destId="{761F0959-9A3E-489B-ACA6-C39A2BD32003}" srcOrd="0" destOrd="0" presId="urn:microsoft.com/office/officeart/2005/8/layout/radial1"/>
    <dgm:cxn modelId="{4EDBD95E-D9B2-4DAB-82CA-2947AE554CB6}" type="presOf" srcId="{FF403324-2C72-4D48-B89A-BB14FB17ADA3}" destId="{F533DEC8-8FD1-4B6E-B866-2AC7C8BAB2CA}" srcOrd="0" destOrd="0" presId="urn:microsoft.com/office/officeart/2005/8/layout/radial1"/>
    <dgm:cxn modelId="{6948E55F-AF09-45C3-80E6-3FD890158F76}" srcId="{37A69278-2132-44AF-A7F5-C8C98C18E0E3}" destId="{CED18CEC-5A53-4C10-A18B-660DE6414733}" srcOrd="4" destOrd="0" parTransId="{637D9A92-67E0-42A2-9960-8ED3EC0140FC}" sibTransId="{348DF830-6607-4D8F-8508-78A8AFD9067A}"/>
    <dgm:cxn modelId="{62D1096B-FDCC-47AB-AE6A-554AC493DE19}" type="presOf" srcId="{CED18CEC-5A53-4C10-A18B-660DE6414733}" destId="{46B16452-EACE-4B95-93B1-2C346372CF49}" srcOrd="0" destOrd="0" presId="urn:microsoft.com/office/officeart/2005/8/layout/radial1"/>
    <dgm:cxn modelId="{60436271-E38C-4B44-8349-4DA26224A975}" type="presOf" srcId="{37A69278-2132-44AF-A7F5-C8C98C18E0E3}" destId="{45F971C6-F061-4B5D-9393-12C2F7E8D58C}" srcOrd="0" destOrd="0" presId="urn:microsoft.com/office/officeart/2005/8/layout/radial1"/>
    <dgm:cxn modelId="{F2B07B74-7FB7-44CC-842D-2B3FCCEBF08F}" srcId="{37A69278-2132-44AF-A7F5-C8C98C18E0E3}" destId="{8FB4C335-8C4A-4D4D-B254-9F4C82707C75}" srcOrd="0" destOrd="0" parTransId="{86833124-8429-4C22-AF05-69A776D974A0}" sibTransId="{B09E7C37-072C-4CDC-A947-9753897570D9}"/>
    <dgm:cxn modelId="{2D419680-A566-4387-A621-CD4D61C47E2C}" type="presOf" srcId="{79FF1973-A99E-4022-BBB5-F621B20949B7}" destId="{4B22DFCD-B97F-47AE-8D5D-1D746F148A7C}" srcOrd="1" destOrd="0" presId="urn:microsoft.com/office/officeart/2005/8/layout/radial1"/>
    <dgm:cxn modelId="{9DAF0783-ED9D-45F3-9C57-2BDD6C8CC538}" type="presOf" srcId="{661EFF41-5610-4BF0-8E3C-AE10003A1382}" destId="{FF1F12CE-59E2-4604-A480-AF95CE5ECF14}" srcOrd="0" destOrd="0" presId="urn:microsoft.com/office/officeart/2005/8/layout/radial1"/>
    <dgm:cxn modelId="{6DFC3F86-E5EF-4632-A5B7-01184274E593}" type="presOf" srcId="{661EFF41-5610-4BF0-8E3C-AE10003A1382}" destId="{D8CF79BF-15D6-4AB1-94E1-4CD9B34540E4}" srcOrd="1" destOrd="0" presId="urn:microsoft.com/office/officeart/2005/8/layout/radial1"/>
    <dgm:cxn modelId="{F588338A-4EFF-4C6A-B00E-CD63D3573EFF}" type="presOf" srcId="{86833124-8429-4C22-AF05-69A776D974A0}" destId="{7B8A18E3-7AED-4410-8F79-04B617C456C0}" srcOrd="0" destOrd="0" presId="urn:microsoft.com/office/officeart/2005/8/layout/radial1"/>
    <dgm:cxn modelId="{2B9F0D8F-42B0-4AFA-B5A7-5583B9F4D4FC}" type="presOf" srcId="{637D9A92-67E0-42A2-9960-8ED3EC0140FC}" destId="{F285762A-965C-4A4C-8EE4-14D83A581468}" srcOrd="0" destOrd="0" presId="urn:microsoft.com/office/officeart/2005/8/layout/radial1"/>
    <dgm:cxn modelId="{5CF955C7-E167-4F3C-BF34-1B7154FEB761}" type="presOf" srcId="{9269C7B5-476D-4013-AAA6-3BC54F5648FB}" destId="{6BEBA017-A581-4D2C-96C4-A8CF1324BD02}" srcOrd="1" destOrd="0" presId="urn:microsoft.com/office/officeart/2005/8/layout/radial1"/>
    <dgm:cxn modelId="{582CE4D8-802A-431B-9F08-86E775E3D00F}" type="presOf" srcId="{637D9A92-67E0-42A2-9960-8ED3EC0140FC}" destId="{47E0DFDD-01BB-4440-AC4F-169208D646A4}" srcOrd="1" destOrd="0" presId="urn:microsoft.com/office/officeart/2005/8/layout/radial1"/>
    <dgm:cxn modelId="{77EF13DD-221F-4950-A6D7-958FB7C186F9}" type="presOf" srcId="{3504DC9D-A47E-4DBB-B1F8-71D1289D3772}" destId="{5AA51955-F786-4E9E-B774-C33C297907B9}" srcOrd="0" destOrd="0" presId="urn:microsoft.com/office/officeart/2005/8/layout/radial1"/>
    <dgm:cxn modelId="{153348E0-8452-4A0C-8ED9-44275AFC2BD6}" type="presOf" srcId="{9269C7B5-476D-4013-AAA6-3BC54F5648FB}" destId="{8F2D2811-0C1E-49EC-BF27-11F08AEAED78}" srcOrd="0" destOrd="0" presId="urn:microsoft.com/office/officeart/2005/8/layout/radial1"/>
    <dgm:cxn modelId="{886C14F4-C007-446E-A487-37FDA6BD9BEA}" srcId="{37A69278-2132-44AF-A7F5-C8C98C18E0E3}" destId="{C70B9A1E-358F-4846-9C37-996A107AD75D}" srcOrd="1" destOrd="0" parTransId="{9269C7B5-476D-4013-AAA6-3BC54F5648FB}" sibTransId="{63388D33-9C9D-476A-986C-1012462AC11F}"/>
    <dgm:cxn modelId="{5F1369EA-5738-4B66-BC57-3D372ED3C6C1}" type="presParOf" srcId="{F533DEC8-8FD1-4B6E-B866-2AC7C8BAB2CA}" destId="{45F971C6-F061-4B5D-9393-12C2F7E8D58C}" srcOrd="0" destOrd="0" presId="urn:microsoft.com/office/officeart/2005/8/layout/radial1"/>
    <dgm:cxn modelId="{3A186F75-46CE-4AF1-9917-CA3D9A7761B4}" type="presParOf" srcId="{F533DEC8-8FD1-4B6E-B866-2AC7C8BAB2CA}" destId="{7B8A18E3-7AED-4410-8F79-04B617C456C0}" srcOrd="1" destOrd="0" presId="urn:microsoft.com/office/officeart/2005/8/layout/radial1"/>
    <dgm:cxn modelId="{2FD5317D-6F79-4062-812E-20AE64424F0E}" type="presParOf" srcId="{7B8A18E3-7AED-4410-8F79-04B617C456C0}" destId="{8EB14DAC-34CB-4B52-AD8C-C79B5D4E2C10}" srcOrd="0" destOrd="0" presId="urn:microsoft.com/office/officeart/2005/8/layout/radial1"/>
    <dgm:cxn modelId="{D78FFE42-010E-4EA0-BE9E-1903B046AE99}" type="presParOf" srcId="{F533DEC8-8FD1-4B6E-B866-2AC7C8BAB2CA}" destId="{C90F6FC8-E961-4B3E-AB7F-2C3871455A9C}" srcOrd="2" destOrd="0" presId="urn:microsoft.com/office/officeart/2005/8/layout/radial1"/>
    <dgm:cxn modelId="{5A0CE9AA-F66C-4400-B135-011F3AAB8C66}" type="presParOf" srcId="{F533DEC8-8FD1-4B6E-B866-2AC7C8BAB2CA}" destId="{8F2D2811-0C1E-49EC-BF27-11F08AEAED78}" srcOrd="3" destOrd="0" presId="urn:microsoft.com/office/officeart/2005/8/layout/radial1"/>
    <dgm:cxn modelId="{815896CA-14D9-4A73-B0C9-ED0E128B4936}" type="presParOf" srcId="{8F2D2811-0C1E-49EC-BF27-11F08AEAED78}" destId="{6BEBA017-A581-4D2C-96C4-A8CF1324BD02}" srcOrd="0" destOrd="0" presId="urn:microsoft.com/office/officeart/2005/8/layout/radial1"/>
    <dgm:cxn modelId="{373B48BD-D64E-49E0-B3D6-F9E243CBB370}" type="presParOf" srcId="{F533DEC8-8FD1-4B6E-B866-2AC7C8BAB2CA}" destId="{761F0959-9A3E-489B-ACA6-C39A2BD32003}" srcOrd="4" destOrd="0" presId="urn:microsoft.com/office/officeart/2005/8/layout/radial1"/>
    <dgm:cxn modelId="{5E82D00F-D1C5-44B8-8013-800F34FEB18C}" type="presParOf" srcId="{F533DEC8-8FD1-4B6E-B866-2AC7C8BAB2CA}" destId="{FF1F12CE-59E2-4604-A480-AF95CE5ECF14}" srcOrd="5" destOrd="0" presId="urn:microsoft.com/office/officeart/2005/8/layout/radial1"/>
    <dgm:cxn modelId="{7AFD3D1D-D067-4D3E-8271-631C34DFA32D}" type="presParOf" srcId="{FF1F12CE-59E2-4604-A480-AF95CE5ECF14}" destId="{D8CF79BF-15D6-4AB1-94E1-4CD9B34540E4}" srcOrd="0" destOrd="0" presId="urn:microsoft.com/office/officeart/2005/8/layout/radial1"/>
    <dgm:cxn modelId="{8B7E9D9E-EEA6-42D7-98F8-F8FAC6CC5E2A}" type="presParOf" srcId="{F533DEC8-8FD1-4B6E-B866-2AC7C8BAB2CA}" destId="{5AA51955-F786-4E9E-B774-C33C297907B9}" srcOrd="6" destOrd="0" presId="urn:microsoft.com/office/officeart/2005/8/layout/radial1"/>
    <dgm:cxn modelId="{49B1CFDD-EED4-4364-ACF6-84A9C2C71D72}" type="presParOf" srcId="{F533DEC8-8FD1-4B6E-B866-2AC7C8BAB2CA}" destId="{AE8C41F7-CB00-4AC3-8BCB-63C1D3E31E45}" srcOrd="7" destOrd="0" presId="urn:microsoft.com/office/officeart/2005/8/layout/radial1"/>
    <dgm:cxn modelId="{E43369AB-7FCB-41DB-A488-B68B6EAC7891}" type="presParOf" srcId="{AE8C41F7-CB00-4AC3-8BCB-63C1D3E31E45}" destId="{4B22DFCD-B97F-47AE-8D5D-1D746F148A7C}" srcOrd="0" destOrd="0" presId="urn:microsoft.com/office/officeart/2005/8/layout/radial1"/>
    <dgm:cxn modelId="{84F3973C-1CFD-4C0E-A786-942874E0A7BE}" type="presParOf" srcId="{F533DEC8-8FD1-4B6E-B866-2AC7C8BAB2CA}" destId="{FEE17C9B-7EAF-4385-803A-06840466F646}" srcOrd="8" destOrd="0" presId="urn:microsoft.com/office/officeart/2005/8/layout/radial1"/>
    <dgm:cxn modelId="{BFE65EBA-FC74-4243-BDBE-513314F058D5}" type="presParOf" srcId="{F533DEC8-8FD1-4B6E-B866-2AC7C8BAB2CA}" destId="{F285762A-965C-4A4C-8EE4-14D83A581468}" srcOrd="9" destOrd="0" presId="urn:microsoft.com/office/officeart/2005/8/layout/radial1"/>
    <dgm:cxn modelId="{E4971E0A-B88B-4632-AA47-CA783FEB3184}" type="presParOf" srcId="{F285762A-965C-4A4C-8EE4-14D83A581468}" destId="{47E0DFDD-01BB-4440-AC4F-169208D646A4}" srcOrd="0" destOrd="0" presId="urn:microsoft.com/office/officeart/2005/8/layout/radial1"/>
    <dgm:cxn modelId="{BF07A398-36B3-4C0D-806D-B65159DFF20E}" type="presParOf" srcId="{F533DEC8-8FD1-4B6E-B866-2AC7C8BAB2CA}" destId="{46B16452-EACE-4B95-93B1-2C346372CF49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A30D8A-CF6F-4040-BEB9-83D72447302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2CB13A2-9AB4-4184-BE38-51C8F0DB74A9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Prepare</a:t>
          </a:r>
          <a:endParaRPr lang="de-DE" dirty="0">
            <a:latin typeface="Abadi" panose="020B0604020104020204" pitchFamily="34" charset="0"/>
          </a:endParaRPr>
        </a:p>
      </dgm:t>
    </dgm:pt>
    <dgm:pt modelId="{D324A6E2-F25D-4EAF-ADCC-BDCEEDFEC518}" type="parTrans" cxnId="{65661A40-D117-4C43-B7C4-E8948B0833F9}">
      <dgm:prSet/>
      <dgm:spPr/>
      <dgm:t>
        <a:bodyPr/>
        <a:lstStyle/>
        <a:p>
          <a:endParaRPr lang="de-DE"/>
        </a:p>
      </dgm:t>
    </dgm:pt>
    <dgm:pt modelId="{DEE6AE7A-314C-4110-9344-723C52C4DA8A}" type="sibTrans" cxnId="{65661A40-D117-4C43-B7C4-E8948B0833F9}">
      <dgm:prSet/>
      <dgm:spPr/>
      <dgm:t>
        <a:bodyPr/>
        <a:lstStyle/>
        <a:p>
          <a:endParaRPr lang="de-DE"/>
        </a:p>
      </dgm:t>
    </dgm:pt>
    <dgm:pt modelId="{5FAAADB9-D24D-4EB7-9667-95B2B5A0369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Describe</a:t>
          </a:r>
          <a:endParaRPr lang="de-DE" dirty="0">
            <a:latin typeface="Abadi" panose="020B0604020104020204" pitchFamily="34" charset="0"/>
          </a:endParaRPr>
        </a:p>
      </dgm:t>
    </dgm:pt>
    <dgm:pt modelId="{E71382B1-92AF-44A6-8693-10E31ABAE632}" type="parTrans" cxnId="{9B80418B-8095-44A0-94C8-8465B1D7A848}">
      <dgm:prSet/>
      <dgm:spPr/>
      <dgm:t>
        <a:bodyPr/>
        <a:lstStyle/>
        <a:p>
          <a:endParaRPr lang="de-DE"/>
        </a:p>
      </dgm:t>
    </dgm:pt>
    <dgm:pt modelId="{EA31E040-51ED-4EB7-8B68-5ADA18F3807A}" type="sibTrans" cxnId="{9B80418B-8095-44A0-94C8-8465B1D7A848}">
      <dgm:prSet/>
      <dgm:spPr/>
      <dgm:t>
        <a:bodyPr/>
        <a:lstStyle/>
        <a:p>
          <a:endParaRPr lang="de-DE"/>
        </a:p>
      </dgm:t>
    </dgm:pt>
    <dgm:pt modelId="{091BDF3F-8D20-4519-8467-DB03951A6A01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Impact</a:t>
          </a:r>
        </a:p>
      </dgm:t>
    </dgm:pt>
    <dgm:pt modelId="{60DEC484-B3E2-4450-8767-5107F0300CAD}" type="parTrans" cxnId="{1D7CA68D-C16E-479C-834A-841FCCDB0D4C}">
      <dgm:prSet/>
      <dgm:spPr/>
      <dgm:t>
        <a:bodyPr/>
        <a:lstStyle/>
        <a:p>
          <a:endParaRPr lang="de-DE"/>
        </a:p>
      </dgm:t>
    </dgm:pt>
    <dgm:pt modelId="{7D0D942D-4279-45C1-A1AF-D30ED77EF7B1}" type="sibTrans" cxnId="{1D7CA68D-C16E-479C-834A-841FCCDB0D4C}">
      <dgm:prSet/>
      <dgm:spPr/>
      <dgm:t>
        <a:bodyPr/>
        <a:lstStyle/>
        <a:p>
          <a:endParaRPr lang="de-DE"/>
        </a:p>
      </dgm:t>
    </dgm:pt>
    <dgm:pt modelId="{D3C0429A-A8DA-4EB1-8D8C-2586C8D700AE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Next </a:t>
          </a:r>
          <a:r>
            <a:rPr lang="de-DE" dirty="0" err="1">
              <a:latin typeface="Abadi" panose="020B0604020104020204" pitchFamily="34" charset="0"/>
            </a:rPr>
            <a:t>step</a:t>
          </a:r>
          <a:endParaRPr lang="de-DE" dirty="0">
            <a:latin typeface="Abadi" panose="020B0604020104020204" pitchFamily="34" charset="0"/>
          </a:endParaRPr>
        </a:p>
      </dgm:t>
    </dgm:pt>
    <dgm:pt modelId="{D829D9D6-29D7-4223-887C-F0F756745F01}" type="parTrans" cxnId="{06A43951-904E-4A13-8C05-A63BA2CEE837}">
      <dgm:prSet/>
      <dgm:spPr/>
      <dgm:t>
        <a:bodyPr/>
        <a:lstStyle/>
        <a:p>
          <a:endParaRPr lang="de-DE"/>
        </a:p>
      </dgm:t>
    </dgm:pt>
    <dgm:pt modelId="{7ABABD63-2335-4E7D-B6B4-85CFEA4E70E0}" type="sibTrans" cxnId="{06A43951-904E-4A13-8C05-A63BA2CEE837}">
      <dgm:prSet/>
      <dgm:spPr/>
      <dgm:t>
        <a:bodyPr/>
        <a:lstStyle/>
        <a:p>
          <a:endParaRPr lang="de-DE"/>
        </a:p>
      </dgm:t>
    </dgm:pt>
    <dgm:pt modelId="{C5C59FE0-9D6A-4012-B4D4-1159BD23D5C4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Example</a:t>
          </a:r>
          <a:endParaRPr lang="de-DE" dirty="0">
            <a:latin typeface="Abadi" panose="020B0604020104020204" pitchFamily="34" charset="0"/>
          </a:endParaRPr>
        </a:p>
      </dgm:t>
    </dgm:pt>
    <dgm:pt modelId="{DAA68034-4094-440D-8921-8EE9C2EA5E0A}" type="parTrans" cxnId="{3C1128A6-E85A-4A23-B9B0-F24EBA58903F}">
      <dgm:prSet/>
      <dgm:spPr/>
      <dgm:t>
        <a:bodyPr/>
        <a:lstStyle/>
        <a:p>
          <a:endParaRPr lang="de-DE"/>
        </a:p>
      </dgm:t>
    </dgm:pt>
    <dgm:pt modelId="{DE958BF8-5D13-4BAA-B53D-98A592E88817}" type="sibTrans" cxnId="{3C1128A6-E85A-4A23-B9B0-F24EBA58903F}">
      <dgm:prSet/>
      <dgm:spPr/>
      <dgm:t>
        <a:bodyPr/>
        <a:lstStyle/>
        <a:p>
          <a:endParaRPr lang="de-DE"/>
        </a:p>
      </dgm:t>
    </dgm:pt>
    <dgm:pt modelId="{8148D2FC-9269-44A5-B9C3-0BDD67D0D3C9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Invite</a:t>
          </a:r>
          <a:endParaRPr lang="de-DE" dirty="0">
            <a:latin typeface="Abadi" panose="020B0604020104020204" pitchFamily="34" charset="0"/>
          </a:endParaRPr>
        </a:p>
      </dgm:t>
    </dgm:pt>
    <dgm:pt modelId="{B9AB1498-4C9D-4B63-B5FB-2634239BD7AB}" type="parTrans" cxnId="{1526D211-93C3-43B2-B242-FE3C2305BA0E}">
      <dgm:prSet/>
      <dgm:spPr/>
      <dgm:t>
        <a:bodyPr/>
        <a:lstStyle/>
        <a:p>
          <a:endParaRPr lang="de-DE"/>
        </a:p>
      </dgm:t>
    </dgm:pt>
    <dgm:pt modelId="{1C2AF466-0B81-453C-B8AC-7D1C24DF80DB}" type="sibTrans" cxnId="{1526D211-93C3-43B2-B242-FE3C2305BA0E}">
      <dgm:prSet/>
      <dgm:spPr/>
      <dgm:t>
        <a:bodyPr/>
        <a:lstStyle/>
        <a:p>
          <a:endParaRPr lang="de-DE"/>
        </a:p>
      </dgm:t>
    </dgm:pt>
    <dgm:pt modelId="{67BE2385-40DC-406B-AF62-D165B02CBB10}">
      <dgm:prSet phldrT="[Text]" phldr="0"/>
      <dgm:spPr/>
      <dgm:t>
        <a:bodyPr/>
        <a:lstStyle/>
        <a:p>
          <a:r>
            <a:rPr lang="de-DE">
              <a:latin typeface="Abadi" panose="020B0604020104020204" pitchFamily="34" charset="0"/>
            </a:rPr>
            <a:t>Take Notes</a:t>
          </a:r>
          <a:endParaRPr lang="de-DE" dirty="0">
            <a:latin typeface="Abadi" panose="020B0604020104020204" pitchFamily="34" charset="0"/>
          </a:endParaRPr>
        </a:p>
      </dgm:t>
    </dgm:pt>
    <dgm:pt modelId="{FD8164D5-9D15-430A-94CF-4C29B9C19EFE}" type="parTrans" cxnId="{9AD07631-A5F0-487A-93DD-4367568D0D21}">
      <dgm:prSet/>
      <dgm:spPr/>
      <dgm:t>
        <a:bodyPr/>
        <a:lstStyle/>
        <a:p>
          <a:endParaRPr lang="de-DE"/>
        </a:p>
      </dgm:t>
    </dgm:pt>
    <dgm:pt modelId="{CD14FD99-FD7B-4155-BC8F-0F85787E614A}" type="sibTrans" cxnId="{9AD07631-A5F0-487A-93DD-4367568D0D21}">
      <dgm:prSet/>
      <dgm:spPr/>
      <dgm:t>
        <a:bodyPr/>
        <a:lstStyle/>
        <a:p>
          <a:endParaRPr lang="de-DE"/>
        </a:p>
      </dgm:t>
    </dgm:pt>
    <dgm:pt modelId="{82F3AB13-D405-49F4-894B-12767D8EADD8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What‘s</a:t>
          </a:r>
          <a:r>
            <a:rPr lang="de-DE" dirty="0">
              <a:latin typeface="Abadi" panose="020B0604020104020204" pitchFamily="34" charset="0"/>
            </a:rPr>
            <a:t> the </a:t>
          </a:r>
          <a:r>
            <a:rPr lang="de-DE" dirty="0" err="1">
              <a:latin typeface="Abadi" panose="020B0604020104020204" pitchFamily="34" charset="0"/>
            </a:rPr>
            <a:t>goal</a:t>
          </a:r>
          <a:r>
            <a:rPr lang="de-DE" dirty="0">
              <a:latin typeface="Abadi" panose="020B0604020104020204" pitchFamily="34" charset="0"/>
            </a:rPr>
            <a:t>?</a:t>
          </a:r>
        </a:p>
      </dgm:t>
    </dgm:pt>
    <dgm:pt modelId="{3D1BB308-B139-4944-B3EC-233B98F94ECD}" type="parTrans" cxnId="{F43B3EDE-B627-4C1F-9A3C-7E0179370C40}">
      <dgm:prSet/>
      <dgm:spPr/>
      <dgm:t>
        <a:bodyPr/>
        <a:lstStyle/>
        <a:p>
          <a:endParaRPr lang="de-DE"/>
        </a:p>
      </dgm:t>
    </dgm:pt>
    <dgm:pt modelId="{E1308464-0121-4EEF-AEA1-9076C3DF1D7C}" type="sibTrans" cxnId="{F43B3EDE-B627-4C1F-9A3C-7E0179370C40}">
      <dgm:prSet/>
      <dgm:spPr/>
      <dgm:t>
        <a:bodyPr/>
        <a:lstStyle/>
        <a:p>
          <a:endParaRPr lang="de-DE"/>
        </a:p>
      </dgm:t>
    </dgm:pt>
    <dgm:pt modelId="{80D0C686-E871-42DD-81E8-82E05D2D0F12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“I </a:t>
          </a:r>
          <a:r>
            <a:rPr lang="de-DE" dirty="0" err="1">
              <a:latin typeface="Abadi" panose="020B0604020104020204" pitchFamily="34" charset="0"/>
            </a:rPr>
            <a:t>noticed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that</a:t>
          </a:r>
          <a:r>
            <a:rPr lang="de-DE" dirty="0">
              <a:latin typeface="Abadi" panose="020B0604020104020204" pitchFamily="34" charset="0"/>
            </a:rPr>
            <a:t>…“</a:t>
          </a:r>
        </a:p>
      </dgm:t>
    </dgm:pt>
    <dgm:pt modelId="{8EC00CBA-E9E7-4D58-9BD0-D860AB33B19F}" type="parTrans" cxnId="{902B1294-AA24-40BB-8898-A756A56A5212}">
      <dgm:prSet/>
      <dgm:spPr/>
      <dgm:t>
        <a:bodyPr/>
        <a:lstStyle/>
        <a:p>
          <a:endParaRPr lang="de-DE"/>
        </a:p>
      </dgm:t>
    </dgm:pt>
    <dgm:pt modelId="{DB74A508-7D3C-4493-9086-535DB1E17BB1}" type="sibTrans" cxnId="{902B1294-AA24-40BB-8898-A756A56A5212}">
      <dgm:prSet/>
      <dgm:spPr/>
      <dgm:t>
        <a:bodyPr/>
        <a:lstStyle/>
        <a:p>
          <a:endParaRPr lang="de-DE"/>
        </a:p>
      </dgm:t>
    </dgm:pt>
    <dgm:pt modelId="{E3172FF8-F2B2-4290-958C-B3A74E4525A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Example</a:t>
          </a:r>
          <a:r>
            <a:rPr lang="de-DE" dirty="0">
              <a:latin typeface="Abadi" panose="020B0604020104020204" pitchFamily="34" charset="0"/>
            </a:rPr>
            <a:t> from the </a:t>
          </a:r>
          <a:r>
            <a:rPr lang="de-DE" dirty="0" err="1">
              <a:latin typeface="Abadi" panose="020B0604020104020204" pitchFamily="34" charset="0"/>
            </a:rPr>
            <a:t>presentation</a:t>
          </a:r>
          <a:endParaRPr lang="de-DE" dirty="0">
            <a:latin typeface="Abadi" panose="020B0604020104020204" pitchFamily="34" charset="0"/>
          </a:endParaRPr>
        </a:p>
      </dgm:t>
    </dgm:pt>
    <dgm:pt modelId="{3FA03EE2-4A78-495F-9260-C65A905206C0}" type="parTrans" cxnId="{B9B9F202-3334-46D4-9789-87A03D337047}">
      <dgm:prSet/>
      <dgm:spPr/>
      <dgm:t>
        <a:bodyPr/>
        <a:lstStyle/>
        <a:p>
          <a:endParaRPr lang="de-DE"/>
        </a:p>
      </dgm:t>
    </dgm:pt>
    <dgm:pt modelId="{59D51E1E-E086-44C8-B4CF-1F78653E48A0}" type="sibTrans" cxnId="{B9B9F202-3334-46D4-9789-87A03D337047}">
      <dgm:prSet/>
      <dgm:spPr/>
      <dgm:t>
        <a:bodyPr/>
        <a:lstStyle/>
        <a:p>
          <a:endParaRPr lang="de-DE"/>
        </a:p>
      </dgm:t>
    </dgm:pt>
    <dgm:pt modelId="{102CB2E2-047D-453F-98C5-FD974FAF4381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“This </a:t>
          </a:r>
          <a:r>
            <a:rPr lang="de-DE" dirty="0" err="1">
              <a:latin typeface="Abadi" panose="020B0604020104020204" pitchFamily="34" charset="0"/>
            </a:rPr>
            <a:t>made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it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hard</a:t>
          </a:r>
          <a:r>
            <a:rPr lang="de-DE" dirty="0">
              <a:latin typeface="Abadi" panose="020B0604020104020204" pitchFamily="34" charset="0"/>
            </a:rPr>
            <a:t> to…“</a:t>
          </a:r>
        </a:p>
      </dgm:t>
    </dgm:pt>
    <dgm:pt modelId="{ACF20756-9965-4FB9-B921-2FB5C0A74AF7}" type="parTrans" cxnId="{12A45FB0-7F4B-4B03-8B21-0E58F12D3719}">
      <dgm:prSet/>
      <dgm:spPr/>
      <dgm:t>
        <a:bodyPr/>
        <a:lstStyle/>
        <a:p>
          <a:endParaRPr lang="de-DE"/>
        </a:p>
      </dgm:t>
    </dgm:pt>
    <dgm:pt modelId="{F041AB44-EE01-4D24-B8EE-41EDD5EA6B0F}" type="sibTrans" cxnId="{12A45FB0-7F4B-4B03-8B21-0E58F12D3719}">
      <dgm:prSet/>
      <dgm:spPr/>
      <dgm:t>
        <a:bodyPr/>
        <a:lstStyle/>
        <a:p>
          <a:endParaRPr lang="de-DE"/>
        </a:p>
      </dgm:t>
    </dgm:pt>
    <dgm:pt modelId="{8CBA5BC4-9F29-4C81-A223-9131A04D60CF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“Next time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could</a:t>
          </a:r>
          <a:r>
            <a:rPr lang="de-DE" dirty="0">
              <a:latin typeface="Abadi" panose="020B0604020104020204" pitchFamily="34" charset="0"/>
            </a:rPr>
            <a:t>…“</a:t>
          </a:r>
        </a:p>
      </dgm:t>
    </dgm:pt>
    <dgm:pt modelId="{1E59C746-4334-4A7A-9F71-AD6951DFF304}" type="parTrans" cxnId="{0E39FA19-D7CB-4184-A6DA-DB90B7FA0D72}">
      <dgm:prSet/>
      <dgm:spPr/>
      <dgm:t>
        <a:bodyPr/>
        <a:lstStyle/>
        <a:p>
          <a:endParaRPr lang="de-DE"/>
        </a:p>
      </dgm:t>
    </dgm:pt>
    <dgm:pt modelId="{E2596BE0-9C91-46D9-B145-827397E26402}" type="sibTrans" cxnId="{0E39FA19-D7CB-4184-A6DA-DB90B7FA0D72}">
      <dgm:prSet/>
      <dgm:spPr/>
      <dgm:t>
        <a:bodyPr/>
        <a:lstStyle/>
        <a:p>
          <a:endParaRPr lang="de-DE"/>
        </a:p>
      </dgm:t>
    </dgm:pt>
    <dgm:pt modelId="{49A88C19-0744-47CF-8128-8807D44D6CF5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“How do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see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it</a:t>
          </a:r>
          <a:r>
            <a:rPr lang="de-DE" dirty="0">
              <a:latin typeface="Abadi" panose="020B0604020104020204" pitchFamily="34" charset="0"/>
            </a:rPr>
            <a:t>?“ </a:t>
          </a:r>
        </a:p>
      </dgm:t>
    </dgm:pt>
    <dgm:pt modelId="{F7EA5578-149C-4377-9E8D-29B33F330C3D}" type="parTrans" cxnId="{E318218A-FD7F-47D0-8BA1-2D977C0B2CC2}">
      <dgm:prSet/>
      <dgm:spPr/>
      <dgm:t>
        <a:bodyPr/>
        <a:lstStyle/>
        <a:p>
          <a:endParaRPr lang="de-DE"/>
        </a:p>
      </dgm:t>
    </dgm:pt>
    <dgm:pt modelId="{A1756251-3FB3-4727-8650-B19DE1DB9CFE}" type="sibTrans" cxnId="{E318218A-FD7F-47D0-8BA1-2D977C0B2CC2}">
      <dgm:prSet/>
      <dgm:spPr/>
      <dgm:t>
        <a:bodyPr/>
        <a:lstStyle/>
        <a:p>
          <a:endParaRPr lang="de-DE"/>
        </a:p>
      </dgm:t>
    </dgm:pt>
    <dgm:pt modelId="{D722934A-99AE-42A6-BC61-E576F826571F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“Do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have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any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questions</a:t>
          </a:r>
          <a:r>
            <a:rPr lang="de-DE" dirty="0">
              <a:latin typeface="Abadi" panose="020B0604020104020204" pitchFamily="34" charset="0"/>
            </a:rPr>
            <a:t>?“</a:t>
          </a:r>
        </a:p>
      </dgm:t>
    </dgm:pt>
    <dgm:pt modelId="{CDD0DDD5-ACE8-4ED7-B1FA-69F789D98391}" type="parTrans" cxnId="{3719E23F-E719-47AC-AD22-D4DEBB607A62}">
      <dgm:prSet/>
      <dgm:spPr/>
      <dgm:t>
        <a:bodyPr/>
        <a:lstStyle/>
        <a:p>
          <a:endParaRPr lang="de-DE"/>
        </a:p>
      </dgm:t>
    </dgm:pt>
    <dgm:pt modelId="{D32884B5-56DB-4509-B112-4AF9594252E6}" type="sibTrans" cxnId="{3719E23F-E719-47AC-AD22-D4DEBB607A62}">
      <dgm:prSet/>
      <dgm:spPr/>
      <dgm:t>
        <a:bodyPr/>
        <a:lstStyle/>
        <a:p>
          <a:endParaRPr lang="de-DE"/>
        </a:p>
      </dgm:t>
    </dgm:pt>
    <dgm:pt modelId="{7454326E-3657-4673-90A1-24C55801079D}" type="pres">
      <dgm:prSet presAssocID="{57A30D8A-CF6F-4040-BEB9-83D724473022}" presName="Name0" presStyleCnt="0">
        <dgm:presLayoutVars>
          <dgm:dir/>
          <dgm:animLvl val="lvl"/>
          <dgm:resizeHandles val="exact"/>
        </dgm:presLayoutVars>
      </dgm:prSet>
      <dgm:spPr/>
    </dgm:pt>
    <dgm:pt modelId="{B8ADEC76-242C-48E5-A9DC-3982FB557A4F}" type="pres">
      <dgm:prSet presAssocID="{E2CB13A2-9AB4-4184-BE38-51C8F0DB74A9}" presName="composite" presStyleCnt="0"/>
      <dgm:spPr/>
    </dgm:pt>
    <dgm:pt modelId="{90CC5698-818D-4D62-90E3-E85AE638A242}" type="pres">
      <dgm:prSet presAssocID="{E2CB13A2-9AB4-4184-BE38-51C8F0DB74A9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D6634EB-8BC2-4FD4-9129-9D2EC231DCDD}" type="pres">
      <dgm:prSet presAssocID="{E2CB13A2-9AB4-4184-BE38-51C8F0DB74A9}" presName="desTx" presStyleLbl="revTx" presStyleIdx="0" presStyleCnt="6">
        <dgm:presLayoutVars>
          <dgm:bulletEnabled val="1"/>
        </dgm:presLayoutVars>
      </dgm:prSet>
      <dgm:spPr/>
    </dgm:pt>
    <dgm:pt modelId="{9AF26323-E358-4C38-A8F8-0BFBF4423686}" type="pres">
      <dgm:prSet presAssocID="{DEE6AE7A-314C-4110-9344-723C52C4DA8A}" presName="space" presStyleCnt="0"/>
      <dgm:spPr/>
    </dgm:pt>
    <dgm:pt modelId="{DA964E46-5FE9-4398-88E2-5D9A74FF438A}" type="pres">
      <dgm:prSet presAssocID="{5FAAADB9-D24D-4EB7-9667-95B2B5A0369E}" presName="composite" presStyleCnt="0"/>
      <dgm:spPr/>
    </dgm:pt>
    <dgm:pt modelId="{62BDFC73-15C2-4D1B-A48E-CBE3B58D280A}" type="pres">
      <dgm:prSet presAssocID="{5FAAADB9-D24D-4EB7-9667-95B2B5A0369E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ECAF617-C9AC-491B-AF06-1E5B48D1D3B2}" type="pres">
      <dgm:prSet presAssocID="{5FAAADB9-D24D-4EB7-9667-95B2B5A0369E}" presName="desTx" presStyleLbl="revTx" presStyleIdx="1" presStyleCnt="6">
        <dgm:presLayoutVars>
          <dgm:bulletEnabled val="1"/>
        </dgm:presLayoutVars>
      </dgm:prSet>
      <dgm:spPr/>
    </dgm:pt>
    <dgm:pt modelId="{D33F6477-EE1E-4A29-95BE-122789A8C4B3}" type="pres">
      <dgm:prSet presAssocID="{EA31E040-51ED-4EB7-8B68-5ADA18F3807A}" presName="space" presStyleCnt="0"/>
      <dgm:spPr/>
    </dgm:pt>
    <dgm:pt modelId="{14B8DEBE-5225-49DA-BC61-A3775E2C2445}" type="pres">
      <dgm:prSet presAssocID="{C5C59FE0-9D6A-4012-B4D4-1159BD23D5C4}" presName="composite" presStyleCnt="0"/>
      <dgm:spPr/>
    </dgm:pt>
    <dgm:pt modelId="{247A5AB9-0699-47FD-98A8-37DAC226A831}" type="pres">
      <dgm:prSet presAssocID="{C5C59FE0-9D6A-4012-B4D4-1159BD23D5C4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4B700787-5370-4017-A4CD-FB1274FF726B}" type="pres">
      <dgm:prSet presAssocID="{C5C59FE0-9D6A-4012-B4D4-1159BD23D5C4}" presName="desTx" presStyleLbl="revTx" presStyleIdx="2" presStyleCnt="6">
        <dgm:presLayoutVars>
          <dgm:bulletEnabled val="1"/>
        </dgm:presLayoutVars>
      </dgm:prSet>
      <dgm:spPr/>
    </dgm:pt>
    <dgm:pt modelId="{E96D1C96-3D68-4BA7-B21E-FCEEAE562F3D}" type="pres">
      <dgm:prSet presAssocID="{DE958BF8-5D13-4BAA-B53D-98A592E88817}" presName="space" presStyleCnt="0"/>
      <dgm:spPr/>
    </dgm:pt>
    <dgm:pt modelId="{5CF45AE1-5E83-49B7-9F1A-6779A92187B0}" type="pres">
      <dgm:prSet presAssocID="{091BDF3F-8D20-4519-8467-DB03951A6A01}" presName="composite" presStyleCnt="0"/>
      <dgm:spPr/>
    </dgm:pt>
    <dgm:pt modelId="{EFBA431A-9DD9-4DFB-B826-1C501D98216E}" type="pres">
      <dgm:prSet presAssocID="{091BDF3F-8D20-4519-8467-DB03951A6A01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A837E235-880D-438E-95AD-D3B2F77E38F0}" type="pres">
      <dgm:prSet presAssocID="{091BDF3F-8D20-4519-8467-DB03951A6A01}" presName="desTx" presStyleLbl="revTx" presStyleIdx="3" presStyleCnt="6">
        <dgm:presLayoutVars>
          <dgm:bulletEnabled val="1"/>
        </dgm:presLayoutVars>
      </dgm:prSet>
      <dgm:spPr/>
    </dgm:pt>
    <dgm:pt modelId="{B45E6954-C920-4781-8EE0-5A43968DE2EE}" type="pres">
      <dgm:prSet presAssocID="{7D0D942D-4279-45C1-A1AF-D30ED77EF7B1}" presName="space" presStyleCnt="0"/>
      <dgm:spPr/>
    </dgm:pt>
    <dgm:pt modelId="{CDBC1DA7-C4AE-4A0D-8638-5C1935EC5476}" type="pres">
      <dgm:prSet presAssocID="{D3C0429A-A8DA-4EB1-8D8C-2586C8D700AE}" presName="composite" presStyleCnt="0"/>
      <dgm:spPr/>
    </dgm:pt>
    <dgm:pt modelId="{B5417D67-0DDA-44D7-8FBA-275EA0BE2A9C}" type="pres">
      <dgm:prSet presAssocID="{D3C0429A-A8DA-4EB1-8D8C-2586C8D700AE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33BDDB9-E93B-4F12-8889-76D8AFFE2DD3}" type="pres">
      <dgm:prSet presAssocID="{D3C0429A-A8DA-4EB1-8D8C-2586C8D700AE}" presName="desTx" presStyleLbl="revTx" presStyleIdx="4" presStyleCnt="6">
        <dgm:presLayoutVars>
          <dgm:bulletEnabled val="1"/>
        </dgm:presLayoutVars>
      </dgm:prSet>
      <dgm:spPr/>
    </dgm:pt>
    <dgm:pt modelId="{1B3F4E6F-70BD-4A7E-979E-95CCE31A53E7}" type="pres">
      <dgm:prSet presAssocID="{7ABABD63-2335-4E7D-B6B4-85CFEA4E70E0}" presName="space" presStyleCnt="0"/>
      <dgm:spPr/>
    </dgm:pt>
    <dgm:pt modelId="{1C3A648E-27E7-4680-8B5F-5BBD7DA6F020}" type="pres">
      <dgm:prSet presAssocID="{8148D2FC-9269-44A5-B9C3-0BDD67D0D3C9}" presName="composite" presStyleCnt="0"/>
      <dgm:spPr/>
    </dgm:pt>
    <dgm:pt modelId="{D0A172B4-AB9A-46AB-B521-557A620AFC2A}" type="pres">
      <dgm:prSet presAssocID="{8148D2FC-9269-44A5-B9C3-0BDD67D0D3C9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124AE443-5A3B-46E1-AF12-72F5CD6FA394}" type="pres">
      <dgm:prSet presAssocID="{8148D2FC-9269-44A5-B9C3-0BDD67D0D3C9}" presName="desTx" presStyleLbl="revTx" presStyleIdx="5" presStyleCnt="6">
        <dgm:presLayoutVars>
          <dgm:bulletEnabled val="1"/>
        </dgm:presLayoutVars>
      </dgm:prSet>
      <dgm:spPr/>
    </dgm:pt>
  </dgm:ptLst>
  <dgm:cxnLst>
    <dgm:cxn modelId="{B9B9F202-3334-46D4-9789-87A03D337047}" srcId="{C5C59FE0-9D6A-4012-B4D4-1159BD23D5C4}" destId="{E3172FF8-F2B2-4290-958C-B3A74E4525AE}" srcOrd="0" destOrd="0" parTransId="{3FA03EE2-4A78-495F-9260-C65A905206C0}" sibTransId="{59D51E1E-E086-44C8-B4CF-1F78653E48A0}"/>
    <dgm:cxn modelId="{1526D211-93C3-43B2-B242-FE3C2305BA0E}" srcId="{57A30D8A-CF6F-4040-BEB9-83D724473022}" destId="{8148D2FC-9269-44A5-B9C3-0BDD67D0D3C9}" srcOrd="5" destOrd="0" parTransId="{B9AB1498-4C9D-4B63-B5FB-2634239BD7AB}" sibTransId="{1C2AF466-0B81-453C-B8AC-7D1C24DF80DB}"/>
    <dgm:cxn modelId="{0E39FA19-D7CB-4184-A6DA-DB90B7FA0D72}" srcId="{D3C0429A-A8DA-4EB1-8D8C-2586C8D700AE}" destId="{8CBA5BC4-9F29-4C81-A223-9131A04D60CF}" srcOrd="0" destOrd="0" parTransId="{1E59C746-4334-4A7A-9F71-AD6951DFF304}" sibTransId="{E2596BE0-9C91-46D9-B145-827397E26402}"/>
    <dgm:cxn modelId="{0B57D61D-0AFC-4B3F-8D39-83835F6E78F3}" type="presOf" srcId="{E2CB13A2-9AB4-4184-BE38-51C8F0DB74A9}" destId="{90CC5698-818D-4D62-90E3-E85AE638A242}" srcOrd="0" destOrd="0" presId="urn:microsoft.com/office/officeart/2005/8/layout/chevron1"/>
    <dgm:cxn modelId="{9AD07631-A5F0-487A-93DD-4367568D0D21}" srcId="{E2CB13A2-9AB4-4184-BE38-51C8F0DB74A9}" destId="{67BE2385-40DC-406B-AF62-D165B02CBB10}" srcOrd="0" destOrd="0" parTransId="{FD8164D5-9D15-430A-94CF-4C29B9C19EFE}" sibTransId="{CD14FD99-FD7B-4155-BC8F-0F85787E614A}"/>
    <dgm:cxn modelId="{3719E23F-E719-47AC-AD22-D4DEBB607A62}" srcId="{8148D2FC-9269-44A5-B9C3-0BDD67D0D3C9}" destId="{D722934A-99AE-42A6-BC61-E576F826571F}" srcOrd="1" destOrd="0" parTransId="{CDD0DDD5-ACE8-4ED7-B1FA-69F789D98391}" sibTransId="{D32884B5-56DB-4509-B112-4AF9594252E6}"/>
    <dgm:cxn modelId="{65661A40-D117-4C43-B7C4-E8948B0833F9}" srcId="{57A30D8A-CF6F-4040-BEB9-83D724473022}" destId="{E2CB13A2-9AB4-4184-BE38-51C8F0DB74A9}" srcOrd="0" destOrd="0" parTransId="{D324A6E2-F25D-4EAF-ADCC-BDCEEDFEC518}" sibTransId="{DEE6AE7A-314C-4110-9344-723C52C4DA8A}"/>
    <dgm:cxn modelId="{E36BF547-C27E-4FE8-8A09-06FD0B3453C9}" type="presOf" srcId="{C5C59FE0-9D6A-4012-B4D4-1159BD23D5C4}" destId="{247A5AB9-0699-47FD-98A8-37DAC226A831}" srcOrd="0" destOrd="0" presId="urn:microsoft.com/office/officeart/2005/8/layout/chevron1"/>
    <dgm:cxn modelId="{06A43951-904E-4A13-8C05-A63BA2CEE837}" srcId="{57A30D8A-CF6F-4040-BEB9-83D724473022}" destId="{D3C0429A-A8DA-4EB1-8D8C-2586C8D700AE}" srcOrd="4" destOrd="0" parTransId="{D829D9D6-29D7-4223-887C-F0F756745F01}" sibTransId="{7ABABD63-2335-4E7D-B6B4-85CFEA4E70E0}"/>
    <dgm:cxn modelId="{5F3BEA53-FBC0-40F5-A67B-68BFAB9BD023}" type="presOf" srcId="{57A30D8A-CF6F-4040-BEB9-83D724473022}" destId="{7454326E-3657-4673-90A1-24C55801079D}" srcOrd="0" destOrd="0" presId="urn:microsoft.com/office/officeart/2005/8/layout/chevron1"/>
    <dgm:cxn modelId="{2CE31661-62F0-40E2-87D1-AE3074FB0243}" type="presOf" srcId="{49A88C19-0744-47CF-8128-8807D44D6CF5}" destId="{124AE443-5A3B-46E1-AF12-72F5CD6FA394}" srcOrd="0" destOrd="0" presId="urn:microsoft.com/office/officeart/2005/8/layout/chevron1"/>
    <dgm:cxn modelId="{F0999E67-0F52-4471-90C3-C64CD9DBB68B}" type="presOf" srcId="{5FAAADB9-D24D-4EB7-9667-95B2B5A0369E}" destId="{62BDFC73-15C2-4D1B-A48E-CBE3B58D280A}" srcOrd="0" destOrd="0" presId="urn:microsoft.com/office/officeart/2005/8/layout/chevron1"/>
    <dgm:cxn modelId="{D32DCC71-DCEF-4857-8678-2F8A47BA6B82}" type="presOf" srcId="{E3172FF8-F2B2-4290-958C-B3A74E4525AE}" destId="{4B700787-5370-4017-A4CD-FB1274FF726B}" srcOrd="0" destOrd="0" presId="urn:microsoft.com/office/officeart/2005/8/layout/chevron1"/>
    <dgm:cxn modelId="{D6AA9C7A-CC52-4055-8E11-72F96173BDB1}" type="presOf" srcId="{D722934A-99AE-42A6-BC61-E576F826571F}" destId="{124AE443-5A3B-46E1-AF12-72F5CD6FA394}" srcOrd="0" destOrd="1" presId="urn:microsoft.com/office/officeart/2005/8/layout/chevron1"/>
    <dgm:cxn modelId="{6FE1047B-43E3-4A83-8B3D-7B987D6F59AA}" type="presOf" srcId="{8148D2FC-9269-44A5-B9C3-0BDD67D0D3C9}" destId="{D0A172B4-AB9A-46AB-B521-557A620AFC2A}" srcOrd="0" destOrd="0" presId="urn:microsoft.com/office/officeart/2005/8/layout/chevron1"/>
    <dgm:cxn modelId="{EE9DD384-BE13-4260-8860-778C20F9D683}" type="presOf" srcId="{80D0C686-E871-42DD-81E8-82E05D2D0F12}" destId="{2ECAF617-C9AC-491B-AF06-1E5B48D1D3B2}" srcOrd="0" destOrd="0" presId="urn:microsoft.com/office/officeart/2005/8/layout/chevron1"/>
    <dgm:cxn modelId="{E318218A-FD7F-47D0-8BA1-2D977C0B2CC2}" srcId="{8148D2FC-9269-44A5-B9C3-0BDD67D0D3C9}" destId="{49A88C19-0744-47CF-8128-8807D44D6CF5}" srcOrd="0" destOrd="0" parTransId="{F7EA5578-149C-4377-9E8D-29B33F330C3D}" sibTransId="{A1756251-3FB3-4727-8650-B19DE1DB9CFE}"/>
    <dgm:cxn modelId="{9B80418B-8095-44A0-94C8-8465B1D7A848}" srcId="{57A30D8A-CF6F-4040-BEB9-83D724473022}" destId="{5FAAADB9-D24D-4EB7-9667-95B2B5A0369E}" srcOrd="1" destOrd="0" parTransId="{E71382B1-92AF-44A6-8693-10E31ABAE632}" sibTransId="{EA31E040-51ED-4EB7-8B68-5ADA18F3807A}"/>
    <dgm:cxn modelId="{1D7CA68D-C16E-479C-834A-841FCCDB0D4C}" srcId="{57A30D8A-CF6F-4040-BEB9-83D724473022}" destId="{091BDF3F-8D20-4519-8467-DB03951A6A01}" srcOrd="3" destOrd="0" parTransId="{60DEC484-B3E2-4450-8767-5107F0300CAD}" sibTransId="{7D0D942D-4279-45C1-A1AF-D30ED77EF7B1}"/>
    <dgm:cxn modelId="{902B1294-AA24-40BB-8898-A756A56A5212}" srcId="{5FAAADB9-D24D-4EB7-9667-95B2B5A0369E}" destId="{80D0C686-E871-42DD-81E8-82E05D2D0F12}" srcOrd="0" destOrd="0" parTransId="{8EC00CBA-E9E7-4D58-9BD0-D860AB33B19F}" sibTransId="{DB74A508-7D3C-4493-9086-535DB1E17BB1}"/>
    <dgm:cxn modelId="{ABB3C898-390F-4201-ACBB-512DA428F0AB}" type="presOf" srcId="{091BDF3F-8D20-4519-8467-DB03951A6A01}" destId="{EFBA431A-9DD9-4DFB-B826-1C501D98216E}" srcOrd="0" destOrd="0" presId="urn:microsoft.com/office/officeart/2005/8/layout/chevron1"/>
    <dgm:cxn modelId="{3C1128A6-E85A-4A23-B9B0-F24EBA58903F}" srcId="{57A30D8A-CF6F-4040-BEB9-83D724473022}" destId="{C5C59FE0-9D6A-4012-B4D4-1159BD23D5C4}" srcOrd="2" destOrd="0" parTransId="{DAA68034-4094-440D-8921-8EE9C2EA5E0A}" sibTransId="{DE958BF8-5D13-4BAA-B53D-98A592E88817}"/>
    <dgm:cxn modelId="{12A45FB0-7F4B-4B03-8B21-0E58F12D3719}" srcId="{091BDF3F-8D20-4519-8467-DB03951A6A01}" destId="{102CB2E2-047D-453F-98C5-FD974FAF4381}" srcOrd="0" destOrd="0" parTransId="{ACF20756-9965-4FB9-B921-2FB5C0A74AF7}" sibTransId="{F041AB44-EE01-4D24-B8EE-41EDD5EA6B0F}"/>
    <dgm:cxn modelId="{980C16B7-8F4C-487B-B35F-4D837CFF8C1B}" type="presOf" srcId="{8CBA5BC4-9F29-4C81-A223-9131A04D60CF}" destId="{D33BDDB9-E93B-4F12-8889-76D8AFFE2DD3}" srcOrd="0" destOrd="0" presId="urn:microsoft.com/office/officeart/2005/8/layout/chevron1"/>
    <dgm:cxn modelId="{62C13EC9-69C1-4D71-8DC9-B102C1865A95}" type="presOf" srcId="{102CB2E2-047D-453F-98C5-FD974FAF4381}" destId="{A837E235-880D-438E-95AD-D3B2F77E38F0}" srcOrd="0" destOrd="0" presId="urn:microsoft.com/office/officeart/2005/8/layout/chevron1"/>
    <dgm:cxn modelId="{9CD9DAC9-7C71-40F2-B3BC-67FC04CBA6CC}" type="presOf" srcId="{82F3AB13-D405-49F4-894B-12767D8EADD8}" destId="{BD6634EB-8BC2-4FD4-9129-9D2EC231DCDD}" srcOrd="0" destOrd="1" presId="urn:microsoft.com/office/officeart/2005/8/layout/chevron1"/>
    <dgm:cxn modelId="{F43B3EDE-B627-4C1F-9A3C-7E0179370C40}" srcId="{E2CB13A2-9AB4-4184-BE38-51C8F0DB74A9}" destId="{82F3AB13-D405-49F4-894B-12767D8EADD8}" srcOrd="1" destOrd="0" parTransId="{3D1BB308-B139-4944-B3EC-233B98F94ECD}" sibTransId="{E1308464-0121-4EEF-AEA1-9076C3DF1D7C}"/>
    <dgm:cxn modelId="{C1AAB0E2-C126-4A37-B317-E1C0984B7DA7}" type="presOf" srcId="{67BE2385-40DC-406B-AF62-D165B02CBB10}" destId="{BD6634EB-8BC2-4FD4-9129-9D2EC231DCDD}" srcOrd="0" destOrd="0" presId="urn:microsoft.com/office/officeart/2005/8/layout/chevron1"/>
    <dgm:cxn modelId="{49C51EF8-DD74-450C-A7D1-C0160BCCBA70}" type="presOf" srcId="{D3C0429A-A8DA-4EB1-8D8C-2586C8D700AE}" destId="{B5417D67-0DDA-44D7-8FBA-275EA0BE2A9C}" srcOrd="0" destOrd="0" presId="urn:microsoft.com/office/officeart/2005/8/layout/chevron1"/>
    <dgm:cxn modelId="{04AE480A-C07F-4FE4-B15A-08F63A7B7931}" type="presParOf" srcId="{7454326E-3657-4673-90A1-24C55801079D}" destId="{B8ADEC76-242C-48E5-A9DC-3982FB557A4F}" srcOrd="0" destOrd="0" presId="urn:microsoft.com/office/officeart/2005/8/layout/chevron1"/>
    <dgm:cxn modelId="{39CCCBE0-6210-410D-BC2C-6C098F2F8B50}" type="presParOf" srcId="{B8ADEC76-242C-48E5-A9DC-3982FB557A4F}" destId="{90CC5698-818D-4D62-90E3-E85AE638A242}" srcOrd="0" destOrd="0" presId="urn:microsoft.com/office/officeart/2005/8/layout/chevron1"/>
    <dgm:cxn modelId="{9868F725-FD02-4BED-9E4C-0DF4D04793EE}" type="presParOf" srcId="{B8ADEC76-242C-48E5-A9DC-3982FB557A4F}" destId="{BD6634EB-8BC2-4FD4-9129-9D2EC231DCDD}" srcOrd="1" destOrd="0" presId="urn:microsoft.com/office/officeart/2005/8/layout/chevron1"/>
    <dgm:cxn modelId="{19824D20-99FD-4E47-B362-2DC87468C92B}" type="presParOf" srcId="{7454326E-3657-4673-90A1-24C55801079D}" destId="{9AF26323-E358-4C38-A8F8-0BFBF4423686}" srcOrd="1" destOrd="0" presId="urn:microsoft.com/office/officeart/2005/8/layout/chevron1"/>
    <dgm:cxn modelId="{D96F7D0A-F8F7-4403-9728-17B615AEF980}" type="presParOf" srcId="{7454326E-3657-4673-90A1-24C55801079D}" destId="{DA964E46-5FE9-4398-88E2-5D9A74FF438A}" srcOrd="2" destOrd="0" presId="urn:microsoft.com/office/officeart/2005/8/layout/chevron1"/>
    <dgm:cxn modelId="{8EF46293-6380-4C45-9585-E0A1F276FC34}" type="presParOf" srcId="{DA964E46-5FE9-4398-88E2-5D9A74FF438A}" destId="{62BDFC73-15C2-4D1B-A48E-CBE3B58D280A}" srcOrd="0" destOrd="0" presId="urn:microsoft.com/office/officeart/2005/8/layout/chevron1"/>
    <dgm:cxn modelId="{6051CE29-FB52-4667-AC9C-35047FD36A5F}" type="presParOf" srcId="{DA964E46-5FE9-4398-88E2-5D9A74FF438A}" destId="{2ECAF617-C9AC-491B-AF06-1E5B48D1D3B2}" srcOrd="1" destOrd="0" presId="urn:microsoft.com/office/officeart/2005/8/layout/chevron1"/>
    <dgm:cxn modelId="{71DDBFCD-31C6-420E-8047-49D4DC475724}" type="presParOf" srcId="{7454326E-3657-4673-90A1-24C55801079D}" destId="{D33F6477-EE1E-4A29-95BE-122789A8C4B3}" srcOrd="3" destOrd="0" presId="urn:microsoft.com/office/officeart/2005/8/layout/chevron1"/>
    <dgm:cxn modelId="{58BD2F99-4162-4C46-AEAB-4E33BFC57666}" type="presParOf" srcId="{7454326E-3657-4673-90A1-24C55801079D}" destId="{14B8DEBE-5225-49DA-BC61-A3775E2C2445}" srcOrd="4" destOrd="0" presId="urn:microsoft.com/office/officeart/2005/8/layout/chevron1"/>
    <dgm:cxn modelId="{4BB36982-6B3C-4F8F-B2C6-115099B1D2C5}" type="presParOf" srcId="{14B8DEBE-5225-49DA-BC61-A3775E2C2445}" destId="{247A5AB9-0699-47FD-98A8-37DAC226A831}" srcOrd="0" destOrd="0" presId="urn:microsoft.com/office/officeart/2005/8/layout/chevron1"/>
    <dgm:cxn modelId="{2C996F59-AFCF-45FC-8663-8A9CF6579C74}" type="presParOf" srcId="{14B8DEBE-5225-49DA-BC61-A3775E2C2445}" destId="{4B700787-5370-4017-A4CD-FB1274FF726B}" srcOrd="1" destOrd="0" presId="urn:microsoft.com/office/officeart/2005/8/layout/chevron1"/>
    <dgm:cxn modelId="{38CE4A8A-CD53-4602-B4D4-D5A36CBD1C48}" type="presParOf" srcId="{7454326E-3657-4673-90A1-24C55801079D}" destId="{E96D1C96-3D68-4BA7-B21E-FCEEAE562F3D}" srcOrd="5" destOrd="0" presId="urn:microsoft.com/office/officeart/2005/8/layout/chevron1"/>
    <dgm:cxn modelId="{9D94C1DB-DD9E-4E30-BEE5-2EA5D60A4024}" type="presParOf" srcId="{7454326E-3657-4673-90A1-24C55801079D}" destId="{5CF45AE1-5E83-49B7-9F1A-6779A92187B0}" srcOrd="6" destOrd="0" presId="urn:microsoft.com/office/officeart/2005/8/layout/chevron1"/>
    <dgm:cxn modelId="{6CA1A827-0421-4127-8D16-994F79C26B9F}" type="presParOf" srcId="{5CF45AE1-5E83-49B7-9F1A-6779A92187B0}" destId="{EFBA431A-9DD9-4DFB-B826-1C501D98216E}" srcOrd="0" destOrd="0" presId="urn:microsoft.com/office/officeart/2005/8/layout/chevron1"/>
    <dgm:cxn modelId="{2A03BE00-4F48-44B8-B10F-FE5F7B1D3CF0}" type="presParOf" srcId="{5CF45AE1-5E83-49B7-9F1A-6779A92187B0}" destId="{A837E235-880D-438E-95AD-D3B2F77E38F0}" srcOrd="1" destOrd="0" presId="urn:microsoft.com/office/officeart/2005/8/layout/chevron1"/>
    <dgm:cxn modelId="{2151B9B5-ADE0-4185-916E-58020312EC85}" type="presParOf" srcId="{7454326E-3657-4673-90A1-24C55801079D}" destId="{B45E6954-C920-4781-8EE0-5A43968DE2EE}" srcOrd="7" destOrd="0" presId="urn:microsoft.com/office/officeart/2005/8/layout/chevron1"/>
    <dgm:cxn modelId="{D8E1D56B-2DFC-4EE3-BA9F-136443776ACE}" type="presParOf" srcId="{7454326E-3657-4673-90A1-24C55801079D}" destId="{CDBC1DA7-C4AE-4A0D-8638-5C1935EC5476}" srcOrd="8" destOrd="0" presId="urn:microsoft.com/office/officeart/2005/8/layout/chevron1"/>
    <dgm:cxn modelId="{BCFA302B-5873-4536-827D-8F741FF2799E}" type="presParOf" srcId="{CDBC1DA7-C4AE-4A0D-8638-5C1935EC5476}" destId="{B5417D67-0DDA-44D7-8FBA-275EA0BE2A9C}" srcOrd="0" destOrd="0" presId="urn:microsoft.com/office/officeart/2005/8/layout/chevron1"/>
    <dgm:cxn modelId="{EF01EE2F-DE78-4321-A847-CC41D35995BE}" type="presParOf" srcId="{CDBC1DA7-C4AE-4A0D-8638-5C1935EC5476}" destId="{D33BDDB9-E93B-4F12-8889-76D8AFFE2DD3}" srcOrd="1" destOrd="0" presId="urn:microsoft.com/office/officeart/2005/8/layout/chevron1"/>
    <dgm:cxn modelId="{4FD1E2CB-73EB-45DF-BD15-2B0B30E92A89}" type="presParOf" srcId="{7454326E-3657-4673-90A1-24C55801079D}" destId="{1B3F4E6F-70BD-4A7E-979E-95CCE31A53E7}" srcOrd="9" destOrd="0" presId="urn:microsoft.com/office/officeart/2005/8/layout/chevron1"/>
    <dgm:cxn modelId="{3D62BFCA-CF88-4FCA-A508-8445B4488578}" type="presParOf" srcId="{7454326E-3657-4673-90A1-24C55801079D}" destId="{1C3A648E-27E7-4680-8B5F-5BBD7DA6F020}" srcOrd="10" destOrd="0" presId="urn:microsoft.com/office/officeart/2005/8/layout/chevron1"/>
    <dgm:cxn modelId="{B6BE6D90-3F86-4831-93FF-F866D38262B9}" type="presParOf" srcId="{1C3A648E-27E7-4680-8B5F-5BBD7DA6F020}" destId="{D0A172B4-AB9A-46AB-B521-557A620AFC2A}" srcOrd="0" destOrd="0" presId="urn:microsoft.com/office/officeart/2005/8/layout/chevron1"/>
    <dgm:cxn modelId="{8810E9E5-9D6C-43E3-B4DF-03F5277B05B9}" type="presParOf" srcId="{1C3A648E-27E7-4680-8B5F-5BBD7DA6F020}" destId="{124AE443-5A3B-46E1-AF12-72F5CD6FA394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3FB77-B7C4-4BF6-838E-1803BBB6BCAC}">
      <dsp:nvSpPr>
        <dsp:cNvPr id="0" name=""/>
        <dsp:cNvSpPr/>
      </dsp:nvSpPr>
      <dsp:spPr>
        <a:xfrm>
          <a:off x="1083318" y="-19178"/>
          <a:ext cx="3575794" cy="3575794"/>
        </a:xfrm>
        <a:prstGeom prst="circularArrow">
          <a:avLst>
            <a:gd name="adj1" fmla="val 5544"/>
            <a:gd name="adj2" fmla="val 330680"/>
            <a:gd name="adj3" fmla="val 13826851"/>
            <a:gd name="adj4" fmla="val 17355048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7CA40-5F5B-42A5-B595-C33A4D7F7F39}">
      <dsp:nvSpPr>
        <dsp:cNvPr id="0" name=""/>
        <dsp:cNvSpPr/>
      </dsp:nvSpPr>
      <dsp:spPr>
        <a:xfrm>
          <a:off x="2052470" y="1190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Task</a:t>
          </a:r>
        </a:p>
      </dsp:txBody>
      <dsp:txXfrm>
        <a:off x="2092438" y="41158"/>
        <a:ext cx="1557554" cy="738809"/>
      </dsp:txXfrm>
    </dsp:sp>
    <dsp:sp modelId="{A63B34E7-B5AC-435C-800C-BC6C42BA8F7D}">
      <dsp:nvSpPr>
        <dsp:cNvPr id="0" name=""/>
        <dsp:cNvSpPr/>
      </dsp:nvSpPr>
      <dsp:spPr>
        <a:xfrm>
          <a:off x="3502697" y="1054842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Feedback</a:t>
          </a:r>
        </a:p>
      </dsp:txBody>
      <dsp:txXfrm>
        <a:off x="3542665" y="1094810"/>
        <a:ext cx="1557554" cy="738809"/>
      </dsp:txXfrm>
    </dsp:sp>
    <dsp:sp modelId="{AB7F6B00-BA6E-4CDB-B656-DA4CCA71C33E}">
      <dsp:nvSpPr>
        <dsp:cNvPr id="0" name=""/>
        <dsp:cNvSpPr/>
      </dsp:nvSpPr>
      <dsp:spPr>
        <a:xfrm>
          <a:off x="2948760" y="2759686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Abadi" panose="020B0604020104020204" pitchFamily="34" charset="0"/>
            </a:rPr>
            <a:t>Reflection</a:t>
          </a:r>
          <a:endParaRPr lang="de-DE" sz="1600" kern="1200" dirty="0">
            <a:latin typeface="Abadi" panose="020B0604020104020204" pitchFamily="34" charset="0"/>
          </a:endParaRPr>
        </a:p>
      </dsp:txBody>
      <dsp:txXfrm>
        <a:off x="2988728" y="2799654"/>
        <a:ext cx="1557554" cy="738809"/>
      </dsp:txXfrm>
    </dsp:sp>
    <dsp:sp modelId="{5323A6AB-0577-491F-9899-7312B6E112BE}">
      <dsp:nvSpPr>
        <dsp:cNvPr id="0" name=""/>
        <dsp:cNvSpPr/>
      </dsp:nvSpPr>
      <dsp:spPr>
        <a:xfrm>
          <a:off x="1156181" y="2759686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Change/Practice</a:t>
          </a:r>
        </a:p>
      </dsp:txBody>
      <dsp:txXfrm>
        <a:off x="1196149" y="2799654"/>
        <a:ext cx="1557554" cy="738809"/>
      </dsp:txXfrm>
    </dsp:sp>
    <dsp:sp modelId="{78FF2E6E-90E8-4DF5-9BFC-26E7DF3F6B0B}">
      <dsp:nvSpPr>
        <dsp:cNvPr id="0" name=""/>
        <dsp:cNvSpPr/>
      </dsp:nvSpPr>
      <dsp:spPr>
        <a:xfrm>
          <a:off x="602243" y="1054842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New Task</a:t>
          </a:r>
        </a:p>
      </dsp:txBody>
      <dsp:txXfrm>
        <a:off x="642211" y="1094810"/>
        <a:ext cx="1557554" cy="738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971C6-F061-4B5D-9393-12C2F7E8D58C}">
      <dsp:nvSpPr>
        <dsp:cNvPr id="0" name=""/>
        <dsp:cNvSpPr/>
      </dsp:nvSpPr>
      <dsp:spPr>
        <a:xfrm>
          <a:off x="2624437" y="1658926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Abadi" panose="020B0604020104020204" pitchFamily="34" charset="0"/>
            </a:rPr>
            <a:t>Effective</a:t>
          </a:r>
          <a:r>
            <a:rPr lang="de-DE" sz="1600" kern="1200" dirty="0">
              <a:latin typeface="Abadi" panose="020B0604020104020204" pitchFamily="34" charset="0"/>
            </a:rPr>
            <a:t> Feedback</a:t>
          </a:r>
        </a:p>
      </dsp:txBody>
      <dsp:txXfrm>
        <a:off x="2809202" y="1843691"/>
        <a:ext cx="892123" cy="892123"/>
      </dsp:txXfrm>
    </dsp:sp>
    <dsp:sp modelId="{7B8A18E3-7AED-4410-8F79-04B617C456C0}">
      <dsp:nvSpPr>
        <dsp:cNvPr id="0" name=""/>
        <dsp:cNvSpPr/>
      </dsp:nvSpPr>
      <dsp:spPr>
        <a:xfrm rot="16200000">
          <a:off x="3064471" y="1450693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3245724" y="1458594"/>
        <a:ext cx="19079" cy="19079"/>
      </dsp:txXfrm>
    </dsp:sp>
    <dsp:sp modelId="{C90F6FC8-E961-4B3E-AB7F-2C3871455A9C}">
      <dsp:nvSpPr>
        <dsp:cNvPr id="0" name=""/>
        <dsp:cNvSpPr/>
      </dsp:nvSpPr>
      <dsp:spPr>
        <a:xfrm>
          <a:off x="2624437" y="1568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Timely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809202" y="200453"/>
        <a:ext cx="892123" cy="892123"/>
      </dsp:txXfrm>
    </dsp:sp>
    <dsp:sp modelId="{8F2D2811-0C1E-49EC-BF27-11F08AEAED78}">
      <dsp:nvSpPr>
        <dsp:cNvPr id="0" name=""/>
        <dsp:cNvSpPr/>
      </dsp:nvSpPr>
      <dsp:spPr>
        <a:xfrm rot="20520000">
          <a:off x="3845877" y="2018418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4027130" y="2026319"/>
        <a:ext cx="19079" cy="19079"/>
      </dsp:txXfrm>
    </dsp:sp>
    <dsp:sp modelId="{761F0959-9A3E-489B-ACA6-C39A2BD32003}">
      <dsp:nvSpPr>
        <dsp:cNvPr id="0" name=""/>
        <dsp:cNvSpPr/>
      </dsp:nvSpPr>
      <dsp:spPr>
        <a:xfrm>
          <a:off x="4187249" y="115113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Specific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4372014" y="1335903"/>
        <a:ext cx="892123" cy="892123"/>
      </dsp:txXfrm>
    </dsp:sp>
    <dsp:sp modelId="{FF1F12CE-59E2-4604-A480-AF95CE5ECF14}">
      <dsp:nvSpPr>
        <dsp:cNvPr id="0" name=""/>
        <dsp:cNvSpPr/>
      </dsp:nvSpPr>
      <dsp:spPr>
        <a:xfrm rot="3240000">
          <a:off x="3547407" y="2937016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3728659" y="2944917"/>
        <a:ext cx="19079" cy="19079"/>
      </dsp:txXfrm>
    </dsp:sp>
    <dsp:sp modelId="{5AA51955-F786-4E9E-B774-C33C297907B9}">
      <dsp:nvSpPr>
        <dsp:cNvPr id="0" name=""/>
        <dsp:cNvSpPr/>
      </dsp:nvSpPr>
      <dsp:spPr>
        <a:xfrm>
          <a:off x="3590308" y="2988334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Balanced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3775073" y="3173099"/>
        <a:ext cx="892123" cy="892123"/>
      </dsp:txXfrm>
    </dsp:sp>
    <dsp:sp modelId="{AE8C41F7-CB00-4AC3-8BCB-63C1D3E31E45}">
      <dsp:nvSpPr>
        <dsp:cNvPr id="0" name=""/>
        <dsp:cNvSpPr/>
      </dsp:nvSpPr>
      <dsp:spPr>
        <a:xfrm rot="7560000">
          <a:off x="2581536" y="2937016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 rot="10800000">
        <a:off x="2762788" y="2944917"/>
        <a:ext cx="19079" cy="19079"/>
      </dsp:txXfrm>
    </dsp:sp>
    <dsp:sp modelId="{FEE17C9B-7EAF-4385-803A-06840466F646}">
      <dsp:nvSpPr>
        <dsp:cNvPr id="0" name=""/>
        <dsp:cNvSpPr/>
      </dsp:nvSpPr>
      <dsp:spPr>
        <a:xfrm>
          <a:off x="1658566" y="2988334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Actionable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843331" y="3173099"/>
        <a:ext cx="892123" cy="892123"/>
      </dsp:txXfrm>
    </dsp:sp>
    <dsp:sp modelId="{F285762A-965C-4A4C-8EE4-14D83A581468}">
      <dsp:nvSpPr>
        <dsp:cNvPr id="0" name=""/>
        <dsp:cNvSpPr/>
      </dsp:nvSpPr>
      <dsp:spPr>
        <a:xfrm rot="11880000">
          <a:off x="2283065" y="2018418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 rot="10800000">
        <a:off x="2464318" y="2026319"/>
        <a:ext cx="19079" cy="19079"/>
      </dsp:txXfrm>
    </dsp:sp>
    <dsp:sp modelId="{46B16452-EACE-4B95-93B1-2C346372CF49}">
      <dsp:nvSpPr>
        <dsp:cNvPr id="0" name=""/>
        <dsp:cNvSpPr/>
      </dsp:nvSpPr>
      <dsp:spPr>
        <a:xfrm>
          <a:off x="1061625" y="115113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Respectful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246390" y="1335903"/>
        <a:ext cx="892123" cy="8921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C5698-818D-4D62-90E3-E85AE638A242}">
      <dsp:nvSpPr>
        <dsp:cNvPr id="0" name=""/>
        <dsp:cNvSpPr/>
      </dsp:nvSpPr>
      <dsp:spPr>
        <a:xfrm>
          <a:off x="5776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Prepare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310540" y="983154"/>
        <a:ext cx="914291" cy="609527"/>
      </dsp:txXfrm>
    </dsp:sp>
    <dsp:sp modelId="{BD6634EB-8BC2-4FD4-9129-9D2EC231DCDD}">
      <dsp:nvSpPr>
        <dsp:cNvPr id="0" name=""/>
        <dsp:cNvSpPr/>
      </dsp:nvSpPr>
      <dsp:spPr>
        <a:xfrm>
          <a:off x="5776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>
              <a:latin typeface="Abadi" panose="020B0604020104020204" pitchFamily="34" charset="0"/>
            </a:rPr>
            <a:t>Take Notes</a:t>
          </a:r>
          <a:endParaRPr lang="de-DE" sz="1500" kern="1200" dirty="0">
            <a:latin typeface="Abadi" panose="020B0604020104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>
              <a:latin typeface="Abadi" panose="020B0604020104020204" pitchFamily="34" charset="0"/>
            </a:rPr>
            <a:t>What‘s</a:t>
          </a:r>
          <a:r>
            <a:rPr lang="de-DE" sz="1500" kern="1200" dirty="0">
              <a:latin typeface="Abadi" panose="020B0604020104020204" pitchFamily="34" charset="0"/>
            </a:rPr>
            <a:t> the </a:t>
          </a:r>
          <a:r>
            <a:rPr lang="de-DE" sz="1500" kern="1200" dirty="0" err="1">
              <a:latin typeface="Abadi" panose="020B0604020104020204" pitchFamily="34" charset="0"/>
            </a:rPr>
            <a:t>goal</a:t>
          </a:r>
          <a:r>
            <a:rPr lang="de-DE" sz="1500" kern="1200" dirty="0">
              <a:latin typeface="Abadi" panose="020B0604020104020204" pitchFamily="34" charset="0"/>
            </a:rPr>
            <a:t>?</a:t>
          </a:r>
        </a:p>
      </dsp:txBody>
      <dsp:txXfrm>
        <a:off x="5776" y="1668872"/>
        <a:ext cx="1219054" cy="959765"/>
      </dsp:txXfrm>
    </dsp:sp>
    <dsp:sp modelId="{62BDFC73-15C2-4D1B-A48E-CBE3B58D280A}">
      <dsp:nvSpPr>
        <dsp:cNvPr id="0" name=""/>
        <dsp:cNvSpPr/>
      </dsp:nvSpPr>
      <dsp:spPr>
        <a:xfrm>
          <a:off x="1313594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Describe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618358" y="983154"/>
        <a:ext cx="914291" cy="609527"/>
      </dsp:txXfrm>
    </dsp:sp>
    <dsp:sp modelId="{2ECAF617-C9AC-491B-AF06-1E5B48D1D3B2}">
      <dsp:nvSpPr>
        <dsp:cNvPr id="0" name=""/>
        <dsp:cNvSpPr/>
      </dsp:nvSpPr>
      <dsp:spPr>
        <a:xfrm>
          <a:off x="1313594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“I </a:t>
          </a:r>
          <a:r>
            <a:rPr lang="de-DE" sz="1500" kern="1200" dirty="0" err="1">
              <a:latin typeface="Abadi" panose="020B0604020104020204" pitchFamily="34" charset="0"/>
            </a:rPr>
            <a:t>noticed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that</a:t>
          </a:r>
          <a:r>
            <a:rPr lang="de-DE" sz="1500" kern="1200" dirty="0">
              <a:latin typeface="Abadi" panose="020B0604020104020204" pitchFamily="34" charset="0"/>
            </a:rPr>
            <a:t>…“</a:t>
          </a:r>
        </a:p>
      </dsp:txBody>
      <dsp:txXfrm>
        <a:off x="1313594" y="1668872"/>
        <a:ext cx="1219054" cy="959765"/>
      </dsp:txXfrm>
    </dsp:sp>
    <dsp:sp modelId="{247A5AB9-0699-47FD-98A8-37DAC226A831}">
      <dsp:nvSpPr>
        <dsp:cNvPr id="0" name=""/>
        <dsp:cNvSpPr/>
      </dsp:nvSpPr>
      <dsp:spPr>
        <a:xfrm>
          <a:off x="2621413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Example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926177" y="983154"/>
        <a:ext cx="914291" cy="609527"/>
      </dsp:txXfrm>
    </dsp:sp>
    <dsp:sp modelId="{4B700787-5370-4017-A4CD-FB1274FF726B}">
      <dsp:nvSpPr>
        <dsp:cNvPr id="0" name=""/>
        <dsp:cNvSpPr/>
      </dsp:nvSpPr>
      <dsp:spPr>
        <a:xfrm>
          <a:off x="2621413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>
              <a:latin typeface="Abadi" panose="020B0604020104020204" pitchFamily="34" charset="0"/>
            </a:rPr>
            <a:t>Example</a:t>
          </a:r>
          <a:r>
            <a:rPr lang="de-DE" sz="1500" kern="1200" dirty="0">
              <a:latin typeface="Abadi" panose="020B0604020104020204" pitchFamily="34" charset="0"/>
            </a:rPr>
            <a:t> from the </a:t>
          </a:r>
          <a:r>
            <a:rPr lang="de-DE" sz="1500" kern="1200" dirty="0" err="1">
              <a:latin typeface="Abadi" panose="020B0604020104020204" pitchFamily="34" charset="0"/>
            </a:rPr>
            <a:t>presentation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621413" y="1668872"/>
        <a:ext cx="1219054" cy="959765"/>
      </dsp:txXfrm>
    </dsp:sp>
    <dsp:sp modelId="{EFBA431A-9DD9-4DFB-B826-1C501D98216E}">
      <dsp:nvSpPr>
        <dsp:cNvPr id="0" name=""/>
        <dsp:cNvSpPr/>
      </dsp:nvSpPr>
      <dsp:spPr>
        <a:xfrm>
          <a:off x="3929232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latin typeface="Abadi" panose="020B0604020104020204" pitchFamily="34" charset="0"/>
            </a:rPr>
            <a:t>Impact</a:t>
          </a:r>
        </a:p>
      </dsp:txBody>
      <dsp:txXfrm>
        <a:off x="4233996" y="983154"/>
        <a:ext cx="914291" cy="609527"/>
      </dsp:txXfrm>
    </dsp:sp>
    <dsp:sp modelId="{A837E235-880D-438E-95AD-D3B2F77E38F0}">
      <dsp:nvSpPr>
        <dsp:cNvPr id="0" name=""/>
        <dsp:cNvSpPr/>
      </dsp:nvSpPr>
      <dsp:spPr>
        <a:xfrm>
          <a:off x="3929232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“This </a:t>
          </a:r>
          <a:r>
            <a:rPr lang="de-DE" sz="1500" kern="1200" dirty="0" err="1">
              <a:latin typeface="Abadi" panose="020B0604020104020204" pitchFamily="34" charset="0"/>
            </a:rPr>
            <a:t>made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it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hard</a:t>
          </a:r>
          <a:r>
            <a:rPr lang="de-DE" sz="1500" kern="1200" dirty="0">
              <a:latin typeface="Abadi" panose="020B0604020104020204" pitchFamily="34" charset="0"/>
            </a:rPr>
            <a:t> to…“</a:t>
          </a:r>
        </a:p>
      </dsp:txBody>
      <dsp:txXfrm>
        <a:off x="3929232" y="1668872"/>
        <a:ext cx="1219054" cy="959765"/>
      </dsp:txXfrm>
    </dsp:sp>
    <dsp:sp modelId="{B5417D67-0DDA-44D7-8FBA-275EA0BE2A9C}">
      <dsp:nvSpPr>
        <dsp:cNvPr id="0" name=""/>
        <dsp:cNvSpPr/>
      </dsp:nvSpPr>
      <dsp:spPr>
        <a:xfrm>
          <a:off x="5237050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latin typeface="Abadi" panose="020B0604020104020204" pitchFamily="34" charset="0"/>
            </a:rPr>
            <a:t>Next </a:t>
          </a:r>
          <a:r>
            <a:rPr lang="de-DE" sz="1500" kern="1200" dirty="0" err="1">
              <a:latin typeface="Abadi" panose="020B0604020104020204" pitchFamily="34" charset="0"/>
            </a:rPr>
            <a:t>step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5541814" y="983154"/>
        <a:ext cx="914291" cy="609527"/>
      </dsp:txXfrm>
    </dsp:sp>
    <dsp:sp modelId="{D33BDDB9-E93B-4F12-8889-76D8AFFE2DD3}">
      <dsp:nvSpPr>
        <dsp:cNvPr id="0" name=""/>
        <dsp:cNvSpPr/>
      </dsp:nvSpPr>
      <dsp:spPr>
        <a:xfrm>
          <a:off x="5237050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“Next time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could</a:t>
          </a:r>
          <a:r>
            <a:rPr lang="de-DE" sz="1500" kern="1200" dirty="0">
              <a:latin typeface="Abadi" panose="020B0604020104020204" pitchFamily="34" charset="0"/>
            </a:rPr>
            <a:t>…“</a:t>
          </a:r>
        </a:p>
      </dsp:txBody>
      <dsp:txXfrm>
        <a:off x="5237050" y="1668872"/>
        <a:ext cx="1219054" cy="959765"/>
      </dsp:txXfrm>
    </dsp:sp>
    <dsp:sp modelId="{D0A172B4-AB9A-46AB-B521-557A620AFC2A}">
      <dsp:nvSpPr>
        <dsp:cNvPr id="0" name=""/>
        <dsp:cNvSpPr/>
      </dsp:nvSpPr>
      <dsp:spPr>
        <a:xfrm>
          <a:off x="6544869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Invite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6849633" y="983154"/>
        <a:ext cx="914291" cy="609527"/>
      </dsp:txXfrm>
    </dsp:sp>
    <dsp:sp modelId="{124AE443-5A3B-46E1-AF12-72F5CD6FA394}">
      <dsp:nvSpPr>
        <dsp:cNvPr id="0" name=""/>
        <dsp:cNvSpPr/>
      </dsp:nvSpPr>
      <dsp:spPr>
        <a:xfrm>
          <a:off x="6544869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“How do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see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it</a:t>
          </a:r>
          <a:r>
            <a:rPr lang="de-DE" sz="1500" kern="1200" dirty="0">
              <a:latin typeface="Abadi" panose="020B0604020104020204" pitchFamily="34" charset="0"/>
            </a:rPr>
            <a:t>?“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“Do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have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any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questions</a:t>
          </a:r>
          <a:r>
            <a:rPr lang="de-DE" sz="1500" kern="1200" dirty="0">
              <a:latin typeface="Abadi" panose="020B0604020104020204" pitchFamily="34" charset="0"/>
            </a:rPr>
            <a:t>?“</a:t>
          </a:r>
        </a:p>
      </dsp:txBody>
      <dsp:txXfrm>
        <a:off x="6544869" y="1668872"/>
        <a:ext cx="1219054" cy="959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/>
          </a:p>
          <a:p>
            <a:pPr marL="400050" lvl="1" indent="0">
              <a:buNone/>
              <a:defRPr/>
            </a:pPr>
            <a:r>
              <a:rPr lang="de-DE"/>
              <a:t>Hannah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One of your questions from last week</a:t>
            </a:r>
          </a:p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Fa­cul­ty stu­dent coun­cils re­pre­sent the in­te­rests of the stu­dents of the re­le­vant fa­cul­ty or the re­spec­tive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pro­gram­mes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of stu­dy, and as con­tact per­sons, are at the dis­po­sal of the stu­dents if they have que­ries, re­marks or is­su­es. Fur­ther­mo­re, they act as a point of con­tact for the De­ans' Of­fices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or­ga­ni­se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stu­dent events. You can find out which support the respective faculty student councils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programme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student councils offer by visiting their websites. Please use the links provided.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25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Your </a:t>
            </a:r>
            <a:r>
              <a:rPr lang="de-DE" dirty="0" err="1"/>
              <a:t>perspective</a:t>
            </a:r>
            <a:r>
              <a:rPr lang="de-DE"/>
              <a:t>-&gt; Start with I….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6293-C070-39E8-6E33-A383E3A9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660864-CEF7-146A-B75D-891D74669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5EBFE4-9D35-CEAC-23FF-D46C4D93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017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499D-8565-3DF3-0BCB-B7E560A4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F31DF7-AC51-3CB6-0EE6-43FC3DD9F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6D7373-B513-F8EE-355C-EFF77AD9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60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D05B-FF1B-A99C-F700-58B3A9EB478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ED0C-3363-5672-E49F-C5583D2A5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A7153-9C0B-7865-BC23-DA1B812C4D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ari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A7EB-E88E-4BA6-F392-3B974CE9C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2861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L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55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02822" y="3194219"/>
            <a:ext cx="6858000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pPr>
              <a:defRPr/>
            </a:pPr>
            <a:r>
              <a:rPr lang="de-DE"/>
              <a:t>Tutor:</a:t>
            </a:r>
            <a:endParaRPr/>
          </a:p>
          <a:p>
            <a:pPr>
              <a:defRPr/>
            </a:pPr>
            <a:r>
              <a:rPr lang="de-DE"/>
              <a:t>Date: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722558" y="-562651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44801" y="-356051"/>
            <a:ext cx="1947126" cy="2034242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40692" y="132781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567218" y="-104473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835409" y="3972913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50930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972000" y="1369414"/>
            <a:ext cx="7200000" cy="324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405768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8338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9720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101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26629" y="-26985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58731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72000" y="1878807"/>
            <a:ext cx="3526181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4629151" y="1878807"/>
            <a:ext cx="3542850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624791" y="2068765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377688" y="2336570"/>
            <a:ext cx="800477" cy="822848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317117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351399" y="2868168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8513894" y="2483256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309959" y="349560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1600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102822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1485260" y="1915657"/>
            <a:ext cx="598450" cy="419877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2257175" y="1768498"/>
            <a:ext cx="502567" cy="502567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3112532" y="862396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700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16.12.25</a:t>
            </a:fld>
            <a:endParaRPr lang="de-DE" sz="1000">
              <a:latin typeface="Arial Narrow"/>
            </a:endParaRPr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16.12.25</a:t>
            </a:fld>
            <a:endParaRPr lang="de-DE" sz="1000">
              <a:latin typeface="Arial Narrow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Edit master title format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Edit master text format</a:t>
            </a:r>
            <a:endParaRPr/>
          </a:p>
          <a:p>
            <a:pPr lvl="1">
              <a:defRPr/>
            </a:pPr>
            <a:r>
              <a:rPr lang="de-DE"/>
              <a:t>Second level</a:t>
            </a:r>
            <a:endParaRPr/>
          </a:p>
          <a:p>
            <a:pPr lvl="2">
              <a:defRPr/>
            </a:pPr>
            <a:r>
              <a:rPr lang="de-DE"/>
              <a:t>Third level</a:t>
            </a:r>
            <a:endParaRPr/>
          </a:p>
          <a:p>
            <a:pPr lvl="3">
              <a:defRPr/>
            </a:pPr>
            <a:r>
              <a:rPr lang="de-DE"/>
              <a:t>Fourth level</a:t>
            </a:r>
            <a:endParaRPr/>
          </a:p>
          <a:p>
            <a:pPr lvl="4">
              <a:defRPr/>
            </a:pPr>
            <a:r>
              <a:rPr lang="de-DE"/>
              <a:t>Fifth level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0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303350" y="1219356"/>
            <a:ext cx="6361577" cy="1828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/>
            </a:pPr>
            <a:r>
              <a:rPr lang="en-GB" sz="3600" dirty="0">
                <a:latin typeface="Abadi"/>
              </a:rPr>
              <a:t>Welcome to the L</a:t>
            </a:r>
            <a:r>
              <a:rPr lang="de-DE" sz="3600" dirty="0" err="1">
                <a:latin typeface="Abadi"/>
              </a:rPr>
              <a:t>ightning</a:t>
            </a:r>
            <a:r>
              <a:rPr lang="de-DE" sz="3600" dirty="0">
                <a:latin typeface="Abadi"/>
              </a:rPr>
              <a:t> Talk </a:t>
            </a:r>
            <a:r>
              <a:rPr lang="de-DE" sz="3600" i="1" dirty="0">
                <a:latin typeface="Abadi"/>
              </a:rPr>
              <a:t>„</a:t>
            </a:r>
            <a:r>
              <a:rPr lang="de-DE" sz="3600" i="1" dirty="0" err="1">
                <a:latin typeface="Abadi"/>
              </a:rPr>
              <a:t>Giving</a:t>
            </a:r>
            <a:r>
              <a:rPr lang="de-DE" sz="3600" i="1" dirty="0">
                <a:latin typeface="Abadi"/>
              </a:rPr>
              <a:t> &amp; </a:t>
            </a:r>
            <a:r>
              <a:rPr lang="de-DE" sz="3600" i="1" dirty="0" err="1">
                <a:latin typeface="Abadi"/>
              </a:rPr>
              <a:t>receiving</a:t>
            </a:r>
            <a:r>
              <a:rPr lang="de-DE" sz="3600" i="1" dirty="0">
                <a:latin typeface="Abadi"/>
              </a:rPr>
              <a:t> </a:t>
            </a:r>
            <a:r>
              <a:rPr lang="de-DE" sz="3600" i="1" dirty="0" err="1">
                <a:latin typeface="Abadi"/>
              </a:rPr>
              <a:t>feedback</a:t>
            </a:r>
            <a:r>
              <a:rPr lang="de-DE" sz="3600" i="1" dirty="0">
                <a:latin typeface="Abadi"/>
              </a:rPr>
              <a:t>“</a:t>
            </a:r>
            <a:endParaRPr lang="en-GB" sz="3600" i="1" dirty="0">
              <a:latin typeface="Abadi"/>
            </a:endParaRP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 bwMode="auto">
          <a:xfrm>
            <a:off x="1479072" y="3528989"/>
            <a:ext cx="6185856" cy="3915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defRPr/>
            </a:pPr>
            <a:r>
              <a:rPr lang="de-DE" sz="2000" dirty="0">
                <a:latin typeface="Abadi"/>
              </a:rPr>
              <a:t>17.12.25</a:t>
            </a:r>
            <a:endParaRPr lang="de-DE" dirty="0"/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de-DE" sz="2000" dirty="0">
                <a:latin typeface="Abadi"/>
              </a:rPr>
              <a:t>Franziska Lindert &amp; Marie Janzen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0BCC-A54B-38A9-FD85-98C65E9F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Agenda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1BF03-E72C-B106-7957-36F4C74B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764" y="1493358"/>
            <a:ext cx="4871083" cy="324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Why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matters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Principles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Giving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Receiving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questions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>
                <a:latin typeface="Abadi" panose="020B0604020104020204" pitchFamily="34" charset="0"/>
                <a:sym typeface="Wingdings" panose="05000000000000000000" pitchFamily="2" charset="2"/>
              </a:rPr>
              <a:t>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97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46F88-4C3B-A329-C9CA-9CA16512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000" dirty="0">
                <a:latin typeface="Abadi"/>
              </a:rPr>
              <a:t>1. </a:t>
            </a:r>
            <a:r>
              <a:rPr lang="de-DE" sz="3000" dirty="0" err="1">
                <a:latin typeface="Abadi"/>
              </a:rPr>
              <a:t>Why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matters</a:t>
            </a:r>
            <a:endParaRPr lang="de-DE" dirty="0">
              <a:latin typeface="Abadi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424A0D9-F3E1-E262-AB71-5815AF95D750}"/>
              </a:ext>
            </a:extLst>
          </p:cNvPr>
          <p:cNvSpPr txBox="1">
            <a:spLocks/>
          </p:cNvSpPr>
          <p:nvPr/>
        </p:nvSpPr>
        <p:spPr>
          <a:xfrm>
            <a:off x="2357764" y="1493358"/>
            <a:ext cx="4871083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Academic &amp; professional </a:t>
            </a:r>
            <a:r>
              <a:rPr lang="de-DE" sz="2000" dirty="0" err="1">
                <a:latin typeface="Abadi" panose="020B0604020104020204" pitchFamily="34" charset="0"/>
              </a:rPr>
              <a:t>growth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Self-</a:t>
            </a:r>
            <a:r>
              <a:rPr lang="de-DE" sz="2000" dirty="0" err="1">
                <a:latin typeface="Abadi" panose="020B0604020104020204" pitchFamily="34" charset="0"/>
              </a:rPr>
              <a:t>reflection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Learning from </a:t>
            </a:r>
            <a:r>
              <a:rPr lang="de-DE" sz="2000" dirty="0" err="1">
                <a:latin typeface="Abadi" panose="020B0604020104020204" pitchFamily="34" charset="0"/>
              </a:rPr>
              <a:t>experience</a:t>
            </a:r>
            <a:r>
              <a:rPr lang="de-DE" sz="2000" dirty="0">
                <a:latin typeface="Abadi" panose="020B0604020104020204" pitchFamily="34" charset="0"/>
              </a:rPr>
              <a:t> (</a:t>
            </a:r>
            <a:r>
              <a:rPr lang="de-DE" sz="2000" dirty="0" err="1">
                <a:latin typeface="Abadi" panose="020B0604020104020204" pitchFamily="34" charset="0"/>
              </a:rPr>
              <a:t>other‘s</a:t>
            </a:r>
            <a:r>
              <a:rPr lang="de-DE" sz="2000" dirty="0">
                <a:latin typeface="Abadi" panose="020B0604020104020204" pitchFamily="34" charset="0"/>
              </a:rPr>
              <a:t> &amp;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own)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Continous</a:t>
            </a:r>
            <a:r>
              <a:rPr lang="de-DE" sz="2000" dirty="0">
                <a:latin typeface="Abadi" panose="020B0604020104020204" pitchFamily="34" charset="0"/>
              </a:rPr>
              <a:t> process</a:t>
            </a: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6B190E5C-4867-57C9-48BB-C45F31731C5D}"/>
              </a:ext>
            </a:extLst>
          </p:cNvPr>
          <p:cNvSpPr/>
          <p:nvPr/>
        </p:nvSpPr>
        <p:spPr bwMode="auto">
          <a:xfrm rot="1296289">
            <a:off x="-835409" y="3972913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00EED43-CFF9-9A94-117B-6509EEEA22D8}"/>
              </a:ext>
            </a:extLst>
          </p:cNvPr>
          <p:cNvSpPr/>
          <p:nvPr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108073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1555-69AA-42E7-DE97-B0711814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2D373-CC61-5813-BA6C-AC07E029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000" dirty="0">
                <a:latin typeface="Abadi"/>
              </a:rPr>
              <a:t>1. </a:t>
            </a:r>
            <a:r>
              <a:rPr lang="de-DE" sz="3000" dirty="0" err="1">
                <a:latin typeface="Abadi"/>
              </a:rPr>
              <a:t>Why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matters</a:t>
            </a:r>
            <a:endParaRPr lang="de-DE" dirty="0">
              <a:latin typeface="Abadi"/>
            </a:endParaRP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0874915-A103-B8EB-449C-EC7DF298C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9438642"/>
              </p:ext>
            </p:extLst>
          </p:nvPr>
        </p:nvGraphicFramePr>
        <p:xfrm>
          <a:off x="1700784" y="1291070"/>
          <a:ext cx="5742432" cy="3579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0534767C-E11D-015B-9E05-DC402B749473}"/>
              </a:ext>
            </a:extLst>
          </p:cNvPr>
          <p:cNvSpPr txBox="1">
            <a:spLocks/>
          </p:cNvSpPr>
          <p:nvPr/>
        </p:nvSpPr>
        <p:spPr bwMode="auto">
          <a:xfrm>
            <a:off x="-2130864" y="3537431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457200">
              <a:lnSpc>
                <a:spcPct val="90000"/>
              </a:lnSpc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loop</a:t>
            </a:r>
            <a:endParaRPr lang="de-DE" dirty="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69270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088AD603-389B-A21C-EEDE-C87184B59C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905162"/>
              </p:ext>
            </p:extLst>
          </p:nvPr>
        </p:nvGraphicFramePr>
        <p:xfrm>
          <a:off x="1316736" y="682752"/>
          <a:ext cx="6510528" cy="4265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759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5F971C6-F061-4B5D-9393-12C2F7E8D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B8A18E3-7AED-4410-8F79-04B617C456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0F6FC8-E961-4B3E-AB7F-2C3871455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F2D2811-0C1E-49EC-BF27-11F08AEAE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1F0959-9A3E-489B-ACA6-C39A2BD320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F1F12CE-59E2-4604-A480-AF95CE5EC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A51955-F786-4E9E-B774-C33C2979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8C41F7-CB00-4AC3-8BCB-63C1D3E31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EE17C9B-7EAF-4385-803A-06840466F6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85762A-965C-4A4C-8EE4-14D83A5814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B16452-EACE-4B95-93B1-2C346372C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Giving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8D323A3-58F1-6FA7-CFFA-05CC6BBD4675}"/>
              </a:ext>
            </a:extLst>
          </p:cNvPr>
          <p:cNvSpPr txBox="1">
            <a:spLocks/>
          </p:cNvSpPr>
          <p:nvPr/>
        </p:nvSpPr>
        <p:spPr>
          <a:xfrm>
            <a:off x="1790804" y="1452966"/>
            <a:ext cx="5814236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Descriptive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language</a:t>
            </a:r>
            <a:r>
              <a:rPr lang="de-DE" sz="2000" dirty="0">
                <a:latin typeface="Abadi" panose="020B0604020104020204" pitchFamily="34" charset="0"/>
              </a:rPr>
              <a:t> (“I </a:t>
            </a:r>
            <a:r>
              <a:rPr lang="de-DE" sz="2000" dirty="0" err="1">
                <a:latin typeface="Abadi" panose="020B0604020104020204" pitchFamily="34" charset="0"/>
              </a:rPr>
              <a:t>noticed</a:t>
            </a:r>
            <a:r>
              <a:rPr lang="de-DE" sz="2000" dirty="0">
                <a:latin typeface="Abadi" panose="020B0604020104020204" pitchFamily="34" charset="0"/>
              </a:rPr>
              <a:t>…“) </a:t>
            </a:r>
            <a:r>
              <a:rPr lang="de-DE" sz="2000" dirty="0" err="1">
                <a:latin typeface="Abadi" panose="020B0604020104020204" pitchFamily="34" charset="0"/>
              </a:rPr>
              <a:t>instead</a:t>
            </a:r>
            <a:r>
              <a:rPr lang="de-DE" sz="2000" dirty="0">
                <a:latin typeface="Abadi" panose="020B0604020104020204" pitchFamily="34" charset="0"/>
              </a:rPr>
              <a:t> of evaluative </a:t>
            </a:r>
            <a:r>
              <a:rPr lang="de-DE" sz="2000" dirty="0" err="1">
                <a:latin typeface="Abadi" panose="020B0604020104020204" pitchFamily="34" charset="0"/>
              </a:rPr>
              <a:t>language</a:t>
            </a:r>
            <a:r>
              <a:rPr lang="de-DE" sz="2000" dirty="0">
                <a:latin typeface="Abadi" panose="020B0604020104020204" pitchFamily="34" charset="0"/>
              </a:rPr>
              <a:t> (“</a:t>
            </a:r>
            <a:r>
              <a:rPr lang="de-DE" sz="2000" dirty="0" err="1">
                <a:latin typeface="Abadi" panose="020B0604020104020204" pitchFamily="34" charset="0"/>
              </a:rPr>
              <a:t>It</a:t>
            </a:r>
            <a:r>
              <a:rPr lang="de-DE" sz="2000" dirty="0">
                <a:latin typeface="Abadi" panose="020B0604020104020204" pitchFamily="34" charset="0"/>
              </a:rPr>
              <a:t> was </a:t>
            </a:r>
            <a:r>
              <a:rPr lang="de-DE" sz="2000" dirty="0" err="1">
                <a:latin typeface="Abadi" panose="020B0604020104020204" pitchFamily="34" charset="0"/>
              </a:rPr>
              <a:t>bad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that</a:t>
            </a:r>
            <a:r>
              <a:rPr lang="de-DE" sz="2000" dirty="0">
                <a:latin typeface="Abadi" panose="020B0604020104020204" pitchFamily="34" charset="0"/>
              </a:rPr>
              <a:t>…“)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Formative (</a:t>
            </a:r>
            <a:r>
              <a:rPr lang="de-DE" sz="2000" dirty="0" err="1">
                <a:latin typeface="Abadi" panose="020B0604020104020204" pitchFamily="34" charset="0"/>
              </a:rPr>
              <a:t>during</a:t>
            </a:r>
            <a:r>
              <a:rPr lang="de-DE" sz="2000" dirty="0">
                <a:latin typeface="Abadi" panose="020B0604020104020204" pitchFamily="34" charset="0"/>
              </a:rPr>
              <a:t> process) vs. summative (after </a:t>
            </a:r>
            <a:r>
              <a:rPr lang="de-DE" sz="2000" dirty="0" err="1">
                <a:latin typeface="Abadi" panose="020B0604020104020204" pitchFamily="34" charset="0"/>
              </a:rPr>
              <a:t>completion</a:t>
            </a:r>
            <a:r>
              <a:rPr lang="de-DE" sz="2000" dirty="0">
                <a:latin typeface="Abadi" panose="020B0604020104020204" pitchFamily="34" charset="0"/>
              </a:rPr>
              <a:t>)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3-2-1 </a:t>
            </a:r>
            <a:r>
              <a:rPr lang="de-DE" sz="2000" dirty="0" err="1">
                <a:latin typeface="Abadi" panose="020B0604020104020204" pitchFamily="34" charset="0"/>
              </a:rPr>
              <a:t>method</a:t>
            </a:r>
            <a:r>
              <a:rPr lang="de-DE" sz="2000" dirty="0">
                <a:latin typeface="Abadi" panose="020B0604020104020204" pitchFamily="34" charset="0"/>
              </a:rPr>
              <a:t>: 3 </a:t>
            </a:r>
            <a:r>
              <a:rPr lang="de-DE" sz="2000" dirty="0" err="1">
                <a:latin typeface="Abadi" panose="020B0604020104020204" pitchFamily="34" charset="0"/>
              </a:rPr>
              <a:t>things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learned</a:t>
            </a:r>
            <a:r>
              <a:rPr lang="de-DE" sz="2000" dirty="0">
                <a:latin typeface="Abadi" panose="020B0604020104020204" pitchFamily="34" charset="0"/>
              </a:rPr>
              <a:t>, 2 possible </a:t>
            </a:r>
            <a:r>
              <a:rPr lang="de-DE" sz="2000" dirty="0" err="1">
                <a:latin typeface="Abadi" panose="020B0604020104020204" pitchFamily="34" charset="0"/>
              </a:rPr>
              <a:t>improvements</a:t>
            </a:r>
            <a:r>
              <a:rPr lang="de-DE" sz="2000" dirty="0">
                <a:latin typeface="Abadi" panose="020B0604020104020204" pitchFamily="34" charset="0"/>
              </a:rPr>
              <a:t>, 1 </a:t>
            </a:r>
            <a:r>
              <a:rPr lang="de-DE" sz="2000" dirty="0" err="1">
                <a:latin typeface="Abadi" panose="020B0604020104020204" pitchFamily="34" charset="0"/>
              </a:rPr>
              <a:t>question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3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7D7E249-54D5-1DE5-98F3-9DD0F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661070"/>
            <a:ext cx="7200000" cy="630000"/>
          </a:xfrm>
        </p:spPr>
        <p:txBody>
          <a:bodyPr>
            <a:normAutofit/>
          </a:bodyPr>
          <a:lstStyle/>
          <a:p>
            <a:pPr algn="ctr"/>
            <a:r>
              <a:rPr lang="de-DE" sz="3000" dirty="0">
                <a:latin typeface="Abadi" panose="020B0604020104020204" pitchFamily="34" charset="0"/>
              </a:rPr>
              <a:t>3. </a:t>
            </a:r>
            <a:r>
              <a:rPr lang="de-DE" sz="3000" dirty="0" err="1">
                <a:latin typeface="Abadi" panose="020B0604020104020204" pitchFamily="34" charset="0"/>
              </a:rPr>
              <a:t>Giving</a:t>
            </a:r>
            <a:r>
              <a:rPr lang="de-DE" sz="3000" dirty="0">
                <a:latin typeface="Abadi" panose="020B0604020104020204" pitchFamily="34" charset="0"/>
              </a:rPr>
              <a:t> </a:t>
            </a:r>
            <a:r>
              <a:rPr lang="de-DE" sz="3000" dirty="0" err="1">
                <a:latin typeface="Abadi" panose="020B0604020104020204" pitchFamily="34" charset="0"/>
              </a:rPr>
              <a:t>feedback</a:t>
            </a:r>
            <a:endParaRPr lang="de-DE" sz="3000" dirty="0">
              <a:latin typeface="Abadi" panose="020B0604020104020204" pitchFamily="34" charset="0"/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67E1EB76-43BB-DA04-44A9-559E90461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0348439"/>
              </p:ext>
            </p:extLst>
          </p:nvPr>
        </p:nvGraphicFramePr>
        <p:xfrm>
          <a:off x="534768" y="976070"/>
          <a:ext cx="8074464" cy="3611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176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CC5698-818D-4D62-90E3-E85AE638A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D6634EB-8BC2-4FD4-9129-9D2EC231D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BDFC73-15C2-4D1B-A48E-CBE3B58D2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ECAF617-C9AC-491B-AF06-1E5B48D1D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7A5AB9-0699-47FD-98A8-37DAC226A8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B700787-5370-4017-A4CD-FB1274FF72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BA431A-9DD9-4DFB-B826-1C501D982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37E235-880D-438E-95AD-D3B2F77E38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417D67-0DDA-44D7-8FBA-275EA0BE2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3BDDB9-E93B-4F12-8889-76D8AFFE2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A172B4-AB9A-46AB-B521-557A620AF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4AE443-5A3B-46E1-AF12-72F5CD6FA3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6908-24AF-01C1-A063-7A670163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A2E20-69DB-5992-4606-B2200637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Receiving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5DD5B7-258E-24E5-9AEB-27D2858B69BA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78F9A9D-9182-078F-69A2-7A05A2584A6F}"/>
              </a:ext>
            </a:extLst>
          </p:cNvPr>
          <p:cNvSpPr txBox="1">
            <a:spLocks/>
          </p:cNvSpPr>
          <p:nvPr/>
        </p:nvSpPr>
        <p:spPr>
          <a:xfrm>
            <a:off x="1507324" y="1452966"/>
            <a:ext cx="6381196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Feedback </a:t>
            </a:r>
            <a:r>
              <a:rPr lang="de-DE" sz="2000" dirty="0" err="1">
                <a:latin typeface="Abadi" panose="020B0604020104020204" pitchFamily="34" charset="0"/>
              </a:rPr>
              <a:t>is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about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work</a:t>
            </a:r>
            <a:r>
              <a:rPr lang="de-DE" sz="2000" dirty="0">
                <a:latin typeface="Abadi" panose="020B0604020104020204" pitchFamily="34" charset="0"/>
              </a:rPr>
              <a:t>, not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personally</a:t>
            </a:r>
            <a:r>
              <a:rPr lang="de-DE" sz="2000" dirty="0">
                <a:latin typeface="Abadi" panose="020B0604020104020204" pitchFamily="34" charset="0"/>
              </a:rPr>
              <a:t>!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Ask </a:t>
            </a:r>
            <a:r>
              <a:rPr lang="de-DE" sz="2000" dirty="0" err="1">
                <a:latin typeface="Abadi" panose="020B0604020104020204" pitchFamily="34" charset="0"/>
              </a:rPr>
              <a:t>clarifying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questions</a:t>
            </a:r>
            <a:r>
              <a:rPr lang="de-DE" sz="2000" dirty="0">
                <a:latin typeface="Abadi" panose="020B0604020104020204" pitchFamily="34" charset="0"/>
              </a:rPr>
              <a:t> (e.g. </a:t>
            </a:r>
            <a:r>
              <a:rPr lang="de-DE" sz="2000" dirty="0" err="1">
                <a:latin typeface="Abadi" panose="020B0604020104020204" pitchFamily="34" charset="0"/>
              </a:rPr>
              <a:t>ask</a:t>
            </a:r>
            <a:r>
              <a:rPr lang="de-DE" sz="2000" dirty="0">
                <a:latin typeface="Abadi" panose="020B0604020104020204" pitchFamily="34" charset="0"/>
              </a:rPr>
              <a:t> for </a:t>
            </a:r>
            <a:r>
              <a:rPr lang="de-DE" sz="2000" dirty="0" err="1">
                <a:latin typeface="Abadi" panose="020B0604020104020204" pitchFamily="34" charset="0"/>
              </a:rPr>
              <a:t>concrete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examples</a:t>
            </a:r>
            <a:r>
              <a:rPr lang="de-DE" sz="20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Discuss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understanding</a:t>
            </a:r>
            <a:r>
              <a:rPr lang="de-DE" sz="2000" dirty="0">
                <a:latin typeface="Abadi" panose="020B0604020104020204" pitchFamily="34" charset="0"/>
              </a:rPr>
              <a:t> (“Do i </a:t>
            </a:r>
            <a:r>
              <a:rPr lang="de-DE" sz="2000" dirty="0" err="1">
                <a:latin typeface="Abadi" panose="020B0604020104020204" pitchFamily="34" charset="0"/>
              </a:rPr>
              <a:t>understand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correctly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that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mean</a:t>
            </a:r>
            <a:r>
              <a:rPr lang="de-DE" sz="2000" dirty="0">
                <a:latin typeface="Abadi" panose="020B0604020104020204" pitchFamily="34" charset="0"/>
              </a:rPr>
              <a:t>…?“)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Reflect</a:t>
            </a:r>
            <a:r>
              <a:rPr lang="de-DE" sz="2000" dirty="0">
                <a:latin typeface="Abadi" panose="020B0604020104020204" pitchFamily="34" charset="0"/>
              </a:rPr>
              <a:t>: How can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use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this</a:t>
            </a:r>
            <a:r>
              <a:rPr lang="de-DE" sz="2000" dirty="0">
                <a:latin typeface="Abadi" panose="020B0604020104020204" pitchFamily="34" charset="0"/>
              </a:rPr>
              <a:t> in </a:t>
            </a:r>
            <a:r>
              <a:rPr lang="de-DE" sz="2000" dirty="0" err="1">
                <a:latin typeface="Abadi" panose="020B0604020104020204" pitchFamily="34" charset="0"/>
              </a:rPr>
              <a:t>future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work</a:t>
            </a:r>
            <a:r>
              <a:rPr lang="de-DE" sz="2000" dirty="0">
                <a:latin typeface="Abadi" panose="020B0604020104020204" pitchFamily="34" charset="0"/>
              </a:rPr>
              <a:t>?</a:t>
            </a:r>
          </a:p>
          <a:p>
            <a:pPr marL="0" indent="0">
              <a:lnSpc>
                <a:spcPct val="150000"/>
              </a:lnSpc>
              <a:buClrTx/>
              <a:buNone/>
            </a:pPr>
            <a:endParaRPr lang="de-DE" sz="2000" dirty="0">
              <a:latin typeface="Abadi" panose="020B0604020104020204" pitchFamily="34" charset="0"/>
            </a:endParaRPr>
          </a:p>
          <a:p>
            <a:pPr marL="0" indent="0">
              <a:lnSpc>
                <a:spcPct val="150000"/>
              </a:lnSpc>
              <a:buClrTx/>
              <a:buNone/>
            </a:pP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9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F626-5EB0-7E47-4A0F-C1E882AC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183B4-B256-F9E6-1556-5EA8A021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Receiving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7441D6E-4E80-3069-81F2-248B772519E0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4D17C9C0-33FB-F3E3-7DCB-7CCF1A482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498426"/>
              </p:ext>
            </p:extLst>
          </p:nvPr>
        </p:nvGraphicFramePr>
        <p:xfrm>
          <a:off x="1054608" y="1452966"/>
          <a:ext cx="7034784" cy="251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392">
                  <a:extLst>
                    <a:ext uri="{9D8B030D-6E8A-4147-A177-3AD203B41FA5}">
                      <a16:colId xmlns:a16="http://schemas.microsoft.com/office/drawing/2014/main" val="2903507267"/>
                    </a:ext>
                  </a:extLst>
                </a:gridCol>
                <a:gridCol w="3517392">
                  <a:extLst>
                    <a:ext uri="{9D8B030D-6E8A-4147-A177-3AD203B41FA5}">
                      <a16:colId xmlns:a16="http://schemas.microsoft.com/office/drawing/2014/main" val="731071309"/>
                    </a:ext>
                  </a:extLst>
                </a:gridCol>
              </a:tblGrid>
              <a:tr h="628511"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Do‘s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Dont‘s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565591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Abadi" panose="020B0604020104020204" pitchFamily="34" charset="0"/>
                        </a:rPr>
                        <a:t>Listening &amp;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taking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notes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Interrupting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96800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Asking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clarifying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questions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Arguing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immediately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795082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Abadi" panose="020B0604020104020204" pitchFamily="34" charset="0"/>
                        </a:rPr>
                        <a:t>Focusing on the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next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steps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Taking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it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personally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22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45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811EDA7-B688-4BCD-D540-EC44BE4387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7EF8201-741B-9843-8D10-47C3AC4A26E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>
                <a:latin typeface="Abadi" panose="020B0604020104020204" pitchFamily="34" charset="0"/>
              </a:rPr>
              <a:t>Any </a:t>
            </a:r>
            <a:r>
              <a:rPr lang="de-DE" err="1">
                <a:latin typeface="Abadi" panose="020B0604020104020204" pitchFamily="34" charset="0"/>
              </a:rPr>
              <a:t>other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questions</a:t>
            </a:r>
            <a:r>
              <a:rPr lang="de-DE">
                <a:latin typeface="Abadi" panose="020B0604020104020204" pitchFamily="34" charset="0"/>
              </a:rPr>
              <a:t>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AF3BCF-9740-3589-5AA3-B5BA7A34165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774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>
                <a:latin typeface="Abadi" panose="020B0604020104020204" pitchFamily="34" charset="0"/>
              </a:rPr>
              <a:t>We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are</a:t>
            </a:r>
            <a:r>
              <a:rPr lang="de-DE" sz="2000">
                <a:latin typeface="Abadi" panose="020B0604020104020204" pitchFamily="34" charset="0"/>
              </a:rPr>
              <a:t> 16 </a:t>
            </a:r>
            <a:r>
              <a:rPr lang="de-DE" sz="2000" err="1">
                <a:latin typeface="Abadi" panose="020B0604020104020204" pitchFamily="34" charset="0"/>
              </a:rPr>
              <a:t>experienced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students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that</a:t>
            </a:r>
            <a:r>
              <a:rPr lang="de-DE" sz="2000">
                <a:latin typeface="Abadi" panose="020B0604020104020204" pitchFamily="34" charset="0"/>
              </a:rPr>
              <a:t> will help </a:t>
            </a:r>
            <a:r>
              <a:rPr lang="de-DE" sz="2000" err="1">
                <a:latin typeface="Abadi" panose="020B0604020104020204" pitchFamily="34" charset="0"/>
              </a:rPr>
              <a:t>you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throughout</a:t>
            </a:r>
            <a:r>
              <a:rPr lang="de-DE" sz="2000">
                <a:latin typeface="Abadi" panose="020B0604020104020204" pitchFamily="34" charset="0"/>
              </a:rPr>
              <a:t> the Leuphana Semester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DDB6CE2-FF6C-7170-9102-E35D9481C5BF}"/>
              </a:ext>
            </a:extLst>
          </p:cNvPr>
          <p:cNvSpPr txBox="1"/>
          <p:nvPr/>
        </p:nvSpPr>
        <p:spPr>
          <a:xfrm>
            <a:off x="2062416" y="2768623"/>
            <a:ext cx="212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>
                <a:latin typeface="Abadi" panose="020B0604020104020204" pitchFamily="34" charset="0"/>
              </a:rPr>
              <a:t>Lightning Talks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7068834-7CA5-0DF3-C205-9810520150E9}"/>
              </a:ext>
            </a:extLst>
          </p:cNvPr>
          <p:cNvSpPr txBox="1"/>
          <p:nvPr/>
        </p:nvSpPr>
        <p:spPr bwMode="auto">
          <a:xfrm>
            <a:off x="5057528" y="2757470"/>
            <a:ext cx="274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/>
            </a:lvl1pPr>
          </a:lstStyle>
          <a:p>
            <a:r>
              <a:rPr lang="de-DE">
                <a:latin typeface="Abadi" panose="020B0604020104020204" pitchFamily="34" charset="0"/>
              </a:rPr>
              <a:t>Help Desk (C25.007)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829B6F5-470D-7BD3-EC44-FFD335CEF88E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Wen., HS 1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14:15 – 14:45 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None/>
              <a:defRPr/>
            </a:pPr>
            <a:endParaRPr lang="de-DE" sz="2000">
              <a:latin typeface="Abadi" panose="020B0604020104020204" pitchFamily="34" charset="0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114D27FD-8038-6D76-0F4D-86611B4B1FFB}"/>
              </a:ext>
            </a:extLst>
          </p:cNvPr>
          <p:cNvSpPr txBox="1">
            <a:spLocks/>
          </p:cNvSpPr>
          <p:nvPr/>
        </p:nvSpPr>
        <p:spPr bwMode="auto">
          <a:xfrm>
            <a:off x="4876799" y="3374950"/>
            <a:ext cx="3430634" cy="169558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>
                <a:latin typeface="Abadi" panose="020B0604020104020204" pitchFamily="34" charset="0"/>
              </a:rPr>
              <a:t>Mo – Thu 12:00 – 16:00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>
                <a:latin typeface="Abadi" panose="020B0604020104020204" pitchFamily="34" charset="0"/>
              </a:rPr>
              <a:t>Individual support</a:t>
            </a:r>
          </a:p>
        </p:txBody>
      </p:sp>
    </p:spTree>
    <p:extLst>
      <p:ext uri="{BB962C8B-B14F-4D97-AF65-F5344CB8AC3E}">
        <p14:creationId xmlns:p14="http://schemas.microsoft.com/office/powerpoint/2010/main" val="336318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38D0-31EB-43F7-C3AD-24BA814F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838" y="3691851"/>
            <a:ext cx="6082321" cy="630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badi" panose="020B0604020104020204" pitchFamily="34" charset="0"/>
              </a:rPr>
              <a:t>January 7</a:t>
            </a:r>
            <a:r>
              <a:rPr lang="en-US" baseline="30000" dirty="0">
                <a:latin typeface="Abadi" panose="020B0604020104020204" pitchFamily="34" charset="0"/>
              </a:rPr>
              <a:t>th</a:t>
            </a:r>
            <a:r>
              <a:rPr lang="en-US" dirty="0">
                <a:latin typeface="Abadi" panose="020B0604020104020204" pitchFamily="34" charset="0"/>
              </a:rPr>
              <a:t>, 14:15, HS 1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>
                <a:latin typeface="Abadi" panose="020B0604020104020204" pitchFamily="34" charset="0"/>
              </a:rPr>
              <a:t>Happy holidays &amp; a happy new year!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C861-25AB-4787-49A7-CD0858C4F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839" y="821649"/>
            <a:ext cx="6082321" cy="192155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latin typeface="Abadi" panose="020B0604020104020204" pitchFamily="34" charset="0"/>
                <a:ea typeface="+mj-ea"/>
                <a:cs typeface="+mj-cs"/>
              </a:rPr>
              <a:t>Next Lightning Talk:</a:t>
            </a:r>
          </a:p>
          <a:p>
            <a:pPr marL="0" indent="0" algn="ctr">
              <a:buNone/>
            </a:pPr>
            <a:endParaRPr lang="en-US" sz="3000" b="1" dirty="0">
              <a:latin typeface="Abadi" panose="020B0604020104020204" pitchFamily="34" charset="0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US" sz="3000" b="1" dirty="0">
                <a:latin typeface="Abadi" panose="020B0604020104020204" pitchFamily="34" charset="0"/>
                <a:ea typeface="+mj-ea"/>
                <a:cs typeface="+mj-cs"/>
              </a:rPr>
              <a:t>AI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8949857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10" ma:contentTypeDescription="Ein neues Dokument erstellen." ma:contentTypeScope="" ma:versionID="ff2a9d185de23128fa250e8049137742">
  <xsd:schema xmlns:xsd="http://www.w3.org/2001/XMLSchema" xmlns:xs="http://www.w3.org/2001/XMLSchema" xmlns:p="http://schemas.microsoft.com/office/2006/metadata/properties" xmlns:ns2="e0647eb4-fdd8-4a76-905c-ef029484ffcd" xmlns:ns3="884d299c-5010-4321-b642-613c40d795bb" targetNamespace="http://schemas.microsoft.com/office/2006/metadata/properties" ma:root="true" ma:fieldsID="d12bf27fcecad8209a811f72c1359d26" ns2:_="" ns3:_="">
    <xsd:import namespace="e0647eb4-fdd8-4a76-905c-ef029484ffcd"/>
    <xsd:import namespace="884d299c-5010-4321-b642-613c40d79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ba07055-5ffd-4acb-bc18-97989f07b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d299c-5010-4321-b642-613c40d79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c1be4-22e4-443a-8f9b-7129b2e79c72}" ma:internalName="TaxCatchAll" ma:showField="CatchAllData" ma:web="884d299c-5010-4321-b642-613c40d79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4d299c-5010-4321-b642-613c40d795bb" xsi:nil="true"/>
    <lcf76f155ced4ddcb4097134ff3c332f xmlns="e0647eb4-fdd8-4a76-905c-ef029484ffc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AAB9E9-D094-45EA-BCF8-804F5FA6D51C}"/>
</file>

<file path=customXml/itemProps2.xml><?xml version="1.0" encoding="utf-8"?>
<ds:datastoreItem xmlns:ds="http://schemas.openxmlformats.org/officeDocument/2006/customXml" ds:itemID="{3E39C8F8-E41B-4391-BECA-F212BD4FD405}">
  <ds:schemaRefs>
    <ds:schemaRef ds:uri="http://schemas.microsoft.com/office/2006/metadata/properties"/>
    <ds:schemaRef ds:uri="http://www.w3.org/2000/xmlns/"/>
    <ds:schemaRef ds:uri="884d299c-5010-4321-b642-613c40d795bb"/>
    <ds:schemaRef ds:uri="http://www.w3.org/2001/XMLSchema-instance"/>
    <ds:schemaRef ds:uri="e0647eb4-fdd8-4a76-905c-ef029484ffc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7944E6-0128-48CE-9C88-06C685DE1F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488</Words>
  <Application>Microsoft Office PowerPoint</Application>
  <PresentationFormat>Bildschirmpräsentation (16:9)</PresentationFormat>
  <Paragraphs>81</Paragraphs>
  <Slides>11</Slides>
  <Notes>7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Benutzerdefiniertes Design</vt:lpstr>
      <vt:lpstr>Welcome to the Lightning Talk „Giving &amp; receiving feedback“</vt:lpstr>
      <vt:lpstr>Agenda</vt:lpstr>
      <vt:lpstr>1. Why feedback matters</vt:lpstr>
      <vt:lpstr>1. Why feedback matters</vt:lpstr>
      <vt:lpstr>PowerPoint-Präsentation</vt:lpstr>
      <vt:lpstr>3. Giving feedback</vt:lpstr>
      <vt:lpstr>3. Giving feedback</vt:lpstr>
      <vt:lpstr>3. Receiving feedback</vt:lpstr>
      <vt:lpstr>3. Receiving feedback</vt:lpstr>
      <vt:lpstr>Any other questions?</vt:lpstr>
      <vt:lpstr>January 7th, 14:15, HS 1  Happy holidays &amp; a happy new year!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>, docId:055957278F8692A8D5317F9593042DCD</cp:keywords>
  <dc:description/>
  <cp:lastModifiedBy>Marie Janzen</cp:lastModifiedBy>
  <cp:revision>5</cp:revision>
  <dcterms:modified xsi:type="dcterms:W3CDTF">2025-12-16T15:17:24Z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  <property fmtid="{D5CDD505-2E9C-101B-9397-08002B2CF9AE}" pid="3" name="MediaServiceImageTags">
    <vt:lpwstr/>
  </property>
</Properties>
</file>