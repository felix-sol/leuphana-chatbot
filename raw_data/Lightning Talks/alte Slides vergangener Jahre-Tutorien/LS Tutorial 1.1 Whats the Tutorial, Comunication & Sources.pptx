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4"/>
  </p:sldMasterIdLst>
  <p:notesMasterIdLst>
    <p:notesMasterId r:id="rId30"/>
  </p:notesMasterIdLst>
  <p:sldIdLst>
    <p:sldId id="256" r:id="rId5"/>
    <p:sldId id="280"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9144000" cy="5143500" type="screen16x9"/>
  <p:notesSz cx="9144000" cy="5143500"/>
  <p:embeddedFontLst>
    <p:embeddedFont>
      <p:font typeface="Arial Narrow" panose="020B0604020202020204" charset="0"/>
      <p:regular r:id="rId31"/>
      <p:bold r:id="rId32"/>
      <p:italic r:id="rId33"/>
      <p:boldItalic r:id="rId34"/>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0A071B-E13B-3D58-2206-02CE5CB02122}" v="40" dt="2025-10-06T07:39:41.1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iane Steiner" userId="S::ariane.steiner@stud.leuphana.de::7db5a556-6c31-40f4-8dd7-55ef11ccf4a1" providerId="AD" clId="Web-{7C0A071B-E13B-3D58-2206-02CE5CB02122}"/>
    <pc:docChg chg="addSld delSld modSld">
      <pc:chgData name="Ariane Steiner" userId="S::ariane.steiner@stud.leuphana.de::7db5a556-6c31-40f4-8dd7-55ef11ccf4a1" providerId="AD" clId="Web-{7C0A071B-E13B-3D58-2206-02CE5CB02122}" dt="2025-10-06T07:39:39.001" v="38"/>
      <pc:docMkLst>
        <pc:docMk/>
      </pc:docMkLst>
      <pc:sldChg chg="modSp">
        <pc:chgData name="Ariane Steiner" userId="S::ariane.steiner@stud.leuphana.de::7db5a556-6c31-40f4-8dd7-55ef11ccf4a1" providerId="AD" clId="Web-{7C0A071B-E13B-3D58-2206-02CE5CB02122}" dt="2025-10-06T07:39:38.704" v="37" actId="20577"/>
        <pc:sldMkLst>
          <pc:docMk/>
          <pc:sldMk cId="0" sldId="256"/>
        </pc:sldMkLst>
        <pc:spChg chg="mod">
          <ac:chgData name="Ariane Steiner" userId="S::ariane.steiner@stud.leuphana.de::7db5a556-6c31-40f4-8dd7-55ef11ccf4a1" providerId="AD" clId="Web-{7C0A071B-E13B-3D58-2206-02CE5CB02122}" dt="2025-10-06T07:39:38.704" v="37" actId="20577"/>
          <ac:spMkLst>
            <pc:docMk/>
            <pc:sldMk cId="0" sldId="256"/>
            <ac:spMk id="121" creationId="{00000000-0000-0000-0000-000000000000}"/>
          </ac:spMkLst>
        </pc:spChg>
      </pc:sldChg>
      <pc:sldChg chg="new">
        <pc:chgData name="Ariane Steiner" userId="S::ariane.steiner@stud.leuphana.de::7db5a556-6c31-40f4-8dd7-55ef11ccf4a1" providerId="AD" clId="Web-{7C0A071B-E13B-3D58-2206-02CE5CB02122}" dt="2025-10-06T07:35:33.951" v="0"/>
        <pc:sldMkLst>
          <pc:docMk/>
          <pc:sldMk cId="2532977025" sldId="280"/>
        </pc:sldMkLst>
      </pc:sldChg>
      <pc:sldChg chg="new del">
        <pc:chgData name="Ariane Steiner" userId="S::ariane.steiner@stud.leuphana.de::7db5a556-6c31-40f4-8dd7-55ef11ccf4a1" providerId="AD" clId="Web-{7C0A071B-E13B-3D58-2206-02CE5CB02122}" dt="2025-10-06T07:39:39.001" v="38"/>
        <pc:sldMkLst>
          <pc:docMk/>
          <pc:sldMk cId="1240208172" sldId="281"/>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F6BC18-8EE0-4AD1-A846-F504BC25CE9B}" type="doc">
      <dgm:prSet loTypeId="urn:microsoft.com/office/officeart/2005/8/layout/default" loCatId="list" qsTypeId="urn:microsoft.com/office/officeart/2005/8/quickstyle/simple1#1" qsCatId="simple" csTypeId="urn:microsoft.com/office/officeart/2005/8/colors/accent1_2" csCatId="accent1" phldr="1"/>
      <dgm:spPr bwMode="auto"/>
      <dgm:t>
        <a:bodyPr/>
        <a:lstStyle/>
        <a:p>
          <a:pPr>
            <a:defRPr/>
          </a:pPr>
          <a:endParaRPr lang="en-US"/>
        </a:p>
      </dgm:t>
    </dgm:pt>
    <dgm:pt modelId="{0C58A5A8-E9FE-4278-9E4A-E8CA9276A14F}">
      <dgm:prSet phldrT=""/>
      <dgm:spPr bwMode="auto"/>
      <dgm:t>
        <a:bodyPr/>
        <a:lstStyle/>
        <a:p>
          <a:pPr>
            <a:defRPr/>
          </a:pPr>
          <a:r>
            <a:rPr lang="de-DE"/>
            <a:t>Scientific reading</a:t>
          </a:r>
          <a:endParaRPr lang="en-US"/>
        </a:p>
      </dgm:t>
    </dgm:pt>
    <dgm:pt modelId="{60589411-121A-43A0-B90F-57B1A2B29CEC}" type="parTrans" cxnId="{B54992CF-095E-4B73-A684-4E308422801A}">
      <dgm:prSet/>
      <dgm:spPr bwMode="auto"/>
      <dgm:t>
        <a:bodyPr/>
        <a:lstStyle/>
        <a:p>
          <a:pPr>
            <a:defRPr/>
          </a:pPr>
          <a:endParaRPr lang="en-US"/>
        </a:p>
      </dgm:t>
    </dgm:pt>
    <dgm:pt modelId="{6F5ECE3C-3E99-4873-8B07-7AB4BDA17C1E}" type="sibTrans" cxnId="{B54992CF-095E-4B73-A684-4E308422801A}">
      <dgm:prSet/>
      <dgm:spPr bwMode="auto"/>
      <dgm:t>
        <a:bodyPr/>
        <a:lstStyle/>
        <a:p>
          <a:pPr>
            <a:defRPr/>
          </a:pPr>
          <a:endParaRPr lang="en-US"/>
        </a:p>
      </dgm:t>
    </dgm:pt>
    <dgm:pt modelId="{0BEB6531-9C43-4D8A-B8BF-4F8CA0E8DA3A}">
      <dgm:prSet phldrT=""/>
      <dgm:spPr bwMode="auto"/>
      <dgm:t>
        <a:bodyPr/>
        <a:lstStyle/>
        <a:p>
          <a:pPr>
            <a:defRPr/>
          </a:pPr>
          <a:r>
            <a:rPr lang="de-DE"/>
            <a:t>Topic identification</a:t>
          </a:r>
          <a:endParaRPr lang="en-US"/>
        </a:p>
      </dgm:t>
    </dgm:pt>
    <dgm:pt modelId="{3B320BAF-1FE0-4BAF-808C-F28506A2C6F1}" type="parTrans" cxnId="{F4EE28CC-3E0A-40A6-A47C-B96CB8DB00C6}">
      <dgm:prSet/>
      <dgm:spPr bwMode="auto"/>
      <dgm:t>
        <a:bodyPr/>
        <a:lstStyle/>
        <a:p>
          <a:pPr>
            <a:defRPr/>
          </a:pPr>
          <a:endParaRPr lang="en-US"/>
        </a:p>
      </dgm:t>
    </dgm:pt>
    <dgm:pt modelId="{A8424591-36FB-4839-A582-AA5705DE7A67}" type="sibTrans" cxnId="{F4EE28CC-3E0A-40A6-A47C-B96CB8DB00C6}">
      <dgm:prSet/>
      <dgm:spPr bwMode="auto"/>
      <dgm:t>
        <a:bodyPr/>
        <a:lstStyle/>
        <a:p>
          <a:pPr>
            <a:defRPr/>
          </a:pPr>
          <a:endParaRPr lang="en-US"/>
        </a:p>
      </dgm:t>
    </dgm:pt>
    <dgm:pt modelId="{290C5993-4CE2-49C1-844D-E05F57894F8F}">
      <dgm:prSet phldrT=""/>
      <dgm:spPr bwMode="auto"/>
      <dgm:t>
        <a:bodyPr/>
        <a:lstStyle/>
        <a:p>
          <a:pPr>
            <a:defRPr/>
          </a:pPr>
          <a:r>
            <a:rPr lang="de-DE"/>
            <a:t>Formulating a question</a:t>
          </a:r>
          <a:endParaRPr lang="en-US"/>
        </a:p>
      </dgm:t>
    </dgm:pt>
    <dgm:pt modelId="{AD3ED405-F38B-4D63-9B27-EA905DF6A3CE}" type="parTrans" cxnId="{48BB1ED5-2BDB-4B90-9020-7A686553D45C}">
      <dgm:prSet/>
      <dgm:spPr bwMode="auto"/>
      <dgm:t>
        <a:bodyPr/>
        <a:lstStyle/>
        <a:p>
          <a:pPr>
            <a:defRPr/>
          </a:pPr>
          <a:endParaRPr lang="en-US"/>
        </a:p>
      </dgm:t>
    </dgm:pt>
    <dgm:pt modelId="{B01E9A89-F307-4AE0-8F32-7E0A30984FBA}" type="sibTrans" cxnId="{48BB1ED5-2BDB-4B90-9020-7A686553D45C}">
      <dgm:prSet/>
      <dgm:spPr bwMode="auto"/>
      <dgm:t>
        <a:bodyPr/>
        <a:lstStyle/>
        <a:p>
          <a:pPr>
            <a:defRPr/>
          </a:pPr>
          <a:endParaRPr lang="en-US"/>
        </a:p>
      </dgm:t>
    </dgm:pt>
    <dgm:pt modelId="{B61C570A-7C79-498E-BE61-BD6C6181375C}">
      <dgm:prSet phldrT=""/>
      <dgm:spPr bwMode="auto"/>
      <dgm:t>
        <a:bodyPr/>
        <a:lstStyle/>
        <a:p>
          <a:pPr>
            <a:defRPr/>
          </a:pPr>
          <a:r>
            <a:rPr lang="de-DE"/>
            <a:t>Organization of group work</a:t>
          </a:r>
          <a:endParaRPr lang="en-US"/>
        </a:p>
      </dgm:t>
    </dgm:pt>
    <dgm:pt modelId="{90B5EAED-E4F8-463A-AC75-10A7FC3D79BA}" type="parTrans" cxnId="{3BF84EF8-D079-4CF7-BA4B-11BC0DB34887}">
      <dgm:prSet/>
      <dgm:spPr bwMode="auto"/>
      <dgm:t>
        <a:bodyPr/>
        <a:lstStyle/>
        <a:p>
          <a:pPr>
            <a:defRPr/>
          </a:pPr>
          <a:endParaRPr lang="en-US"/>
        </a:p>
      </dgm:t>
    </dgm:pt>
    <dgm:pt modelId="{89E07D65-74FF-4A7B-8FF4-CB15F32C8E88}" type="sibTrans" cxnId="{3BF84EF8-D079-4CF7-BA4B-11BC0DB34887}">
      <dgm:prSet/>
      <dgm:spPr bwMode="auto"/>
      <dgm:t>
        <a:bodyPr/>
        <a:lstStyle/>
        <a:p>
          <a:pPr>
            <a:defRPr/>
          </a:pPr>
          <a:endParaRPr lang="en-US"/>
        </a:p>
      </dgm:t>
    </dgm:pt>
    <dgm:pt modelId="{A9A52667-7FF4-4996-BF4B-50B3232C45A3}">
      <dgm:prSet phldrT=""/>
      <dgm:spPr bwMode="auto"/>
      <dgm:t>
        <a:bodyPr/>
        <a:lstStyle/>
        <a:p>
          <a:pPr>
            <a:defRPr/>
          </a:pPr>
          <a:r>
            <a:rPr lang="de-DE"/>
            <a:t>Time management</a:t>
          </a:r>
          <a:endParaRPr lang="en-US"/>
        </a:p>
      </dgm:t>
    </dgm:pt>
    <dgm:pt modelId="{4F9AC6DA-423E-45E4-BC54-4B5A3EE510A0}" type="parTrans" cxnId="{385E6E1F-382D-4E76-8F30-3400E91D29B3}">
      <dgm:prSet/>
      <dgm:spPr bwMode="auto"/>
      <dgm:t>
        <a:bodyPr/>
        <a:lstStyle/>
        <a:p>
          <a:pPr>
            <a:defRPr/>
          </a:pPr>
          <a:endParaRPr lang="en-US"/>
        </a:p>
      </dgm:t>
    </dgm:pt>
    <dgm:pt modelId="{9156F956-A421-4568-940A-19060C921CCE}" type="sibTrans" cxnId="{385E6E1F-382D-4E76-8F30-3400E91D29B3}">
      <dgm:prSet/>
      <dgm:spPr bwMode="auto"/>
      <dgm:t>
        <a:bodyPr/>
        <a:lstStyle/>
        <a:p>
          <a:pPr>
            <a:defRPr/>
          </a:pPr>
          <a:endParaRPr lang="en-US"/>
        </a:p>
      </dgm:t>
    </dgm:pt>
    <dgm:pt modelId="{14784B39-E32A-4E8E-A261-6A60205EDDE6}">
      <dgm:prSet phldrT=""/>
      <dgm:spPr bwMode="auto"/>
      <dgm:t>
        <a:bodyPr/>
        <a:lstStyle/>
        <a:p>
          <a:pPr>
            <a:defRPr/>
          </a:pPr>
          <a:r>
            <a:rPr lang="de-DE"/>
            <a:t>Presentations</a:t>
          </a:r>
          <a:endParaRPr lang="en-US"/>
        </a:p>
      </dgm:t>
    </dgm:pt>
    <dgm:pt modelId="{23867C34-DE67-4CE3-96F3-00E2B3CFD008}" type="parTrans" cxnId="{835B61E8-C093-456B-A21B-1CBE6B130E9E}">
      <dgm:prSet/>
      <dgm:spPr bwMode="auto"/>
      <dgm:t>
        <a:bodyPr/>
        <a:lstStyle/>
        <a:p>
          <a:pPr>
            <a:defRPr/>
          </a:pPr>
          <a:endParaRPr lang="en-US"/>
        </a:p>
      </dgm:t>
    </dgm:pt>
    <dgm:pt modelId="{01C6BE77-1FB5-4F1A-9695-99326D76DF47}" type="sibTrans" cxnId="{835B61E8-C093-456B-A21B-1CBE6B130E9E}">
      <dgm:prSet/>
      <dgm:spPr bwMode="auto"/>
      <dgm:t>
        <a:bodyPr/>
        <a:lstStyle/>
        <a:p>
          <a:pPr>
            <a:defRPr/>
          </a:pPr>
          <a:endParaRPr lang="en-US"/>
        </a:p>
      </dgm:t>
    </dgm:pt>
    <dgm:pt modelId="{0D1DC06F-C132-4CB5-813B-05947F9B2861}">
      <dgm:prSet phldrT=""/>
      <dgm:spPr bwMode="auto"/>
      <dgm:t>
        <a:bodyPr/>
        <a:lstStyle/>
        <a:p>
          <a:pPr>
            <a:defRPr/>
          </a:pPr>
          <a:r>
            <a:rPr lang="de-DE"/>
            <a:t>Correct citation</a:t>
          </a:r>
          <a:endParaRPr lang="en-US"/>
        </a:p>
      </dgm:t>
    </dgm:pt>
    <dgm:pt modelId="{CD434261-66B6-4034-B4C3-8E43AB6CCB0C}" type="parTrans" cxnId="{610070FC-7EB7-4595-8592-E6B9542B1FB2}">
      <dgm:prSet/>
      <dgm:spPr bwMode="auto"/>
      <dgm:t>
        <a:bodyPr/>
        <a:lstStyle/>
        <a:p>
          <a:pPr>
            <a:defRPr/>
          </a:pPr>
          <a:endParaRPr lang="en-US"/>
        </a:p>
      </dgm:t>
    </dgm:pt>
    <dgm:pt modelId="{7468D1BD-CBFB-46A7-98E1-A9AF47010BC6}" type="sibTrans" cxnId="{610070FC-7EB7-4595-8592-E6B9542B1FB2}">
      <dgm:prSet/>
      <dgm:spPr bwMode="auto"/>
      <dgm:t>
        <a:bodyPr/>
        <a:lstStyle/>
        <a:p>
          <a:pPr>
            <a:defRPr/>
          </a:pPr>
          <a:endParaRPr lang="en-US"/>
        </a:p>
      </dgm:t>
    </dgm:pt>
    <dgm:pt modelId="{327A8FE6-8A12-4F00-84C0-546A17045681}">
      <dgm:prSet phldrT=""/>
      <dgm:spPr bwMode="auto"/>
      <dgm:t>
        <a:bodyPr/>
        <a:lstStyle/>
        <a:p>
          <a:pPr>
            <a:defRPr/>
          </a:pPr>
          <a:r>
            <a:rPr lang="de-DE"/>
            <a:t>Literature research</a:t>
          </a:r>
          <a:endParaRPr lang="en-US"/>
        </a:p>
      </dgm:t>
    </dgm:pt>
    <dgm:pt modelId="{19E7BD3B-AF75-4543-84A1-FDE89EB96DDE}" type="parTrans" cxnId="{9195B4D6-348F-46C1-89A6-FDD080A0F2AE}">
      <dgm:prSet/>
      <dgm:spPr bwMode="auto"/>
      <dgm:t>
        <a:bodyPr/>
        <a:lstStyle/>
        <a:p>
          <a:pPr>
            <a:defRPr/>
          </a:pPr>
          <a:endParaRPr lang="en-US"/>
        </a:p>
      </dgm:t>
    </dgm:pt>
    <dgm:pt modelId="{66771251-4389-48FA-B8D2-99220C8B0981}" type="sibTrans" cxnId="{9195B4D6-348F-46C1-89A6-FDD080A0F2AE}">
      <dgm:prSet/>
      <dgm:spPr bwMode="auto"/>
      <dgm:t>
        <a:bodyPr/>
        <a:lstStyle/>
        <a:p>
          <a:pPr>
            <a:defRPr/>
          </a:pPr>
          <a:endParaRPr lang="en-US"/>
        </a:p>
      </dgm:t>
    </dgm:pt>
    <dgm:pt modelId="{D5B8E998-926D-4485-BABA-184ECDDAC295}">
      <dgm:prSet phldrT=""/>
      <dgm:spPr bwMode="auto"/>
      <dgm:t>
        <a:bodyPr/>
        <a:lstStyle/>
        <a:p>
          <a:pPr>
            <a:defRPr/>
          </a:pPr>
          <a:r>
            <a:rPr lang="de-DE"/>
            <a:t>Study for exams</a:t>
          </a:r>
          <a:endParaRPr lang="en-US"/>
        </a:p>
      </dgm:t>
    </dgm:pt>
    <dgm:pt modelId="{B7464D49-52E2-4026-8895-626C88DA9536}" type="parTrans" cxnId="{1E16E817-261E-4EB5-ACA1-78F03857FD28}">
      <dgm:prSet/>
      <dgm:spPr bwMode="auto"/>
      <dgm:t>
        <a:bodyPr/>
        <a:lstStyle/>
        <a:p>
          <a:pPr>
            <a:defRPr/>
          </a:pPr>
          <a:endParaRPr lang="en-US"/>
        </a:p>
      </dgm:t>
    </dgm:pt>
    <dgm:pt modelId="{A23B53AB-9D77-4E7A-9284-A6FEE1094363}" type="sibTrans" cxnId="{1E16E817-261E-4EB5-ACA1-78F03857FD28}">
      <dgm:prSet/>
      <dgm:spPr bwMode="auto"/>
      <dgm:t>
        <a:bodyPr/>
        <a:lstStyle/>
        <a:p>
          <a:pPr>
            <a:defRPr/>
          </a:pPr>
          <a:endParaRPr lang="en-US"/>
        </a:p>
      </dgm:t>
    </dgm:pt>
    <dgm:pt modelId="{084A1B21-C392-45B5-93E3-D08014EA6ED4}">
      <dgm:prSet phldrT=""/>
      <dgm:spPr bwMode="auto"/>
      <dgm:t>
        <a:bodyPr/>
        <a:lstStyle/>
        <a:p>
          <a:pPr>
            <a:defRPr/>
          </a:pPr>
          <a:r>
            <a:rPr lang="de-DE"/>
            <a:t>Structure &amp; writing of written papers</a:t>
          </a:r>
          <a:endParaRPr lang="en-US"/>
        </a:p>
      </dgm:t>
    </dgm:pt>
    <dgm:pt modelId="{1F20A32D-8037-4D64-B9BE-30FA43EC7EC6}" type="parTrans" cxnId="{F0BFD9CE-D626-4CDB-B42A-DB2C5536A3EC}">
      <dgm:prSet/>
      <dgm:spPr bwMode="auto"/>
      <dgm:t>
        <a:bodyPr/>
        <a:lstStyle/>
        <a:p>
          <a:pPr>
            <a:defRPr/>
          </a:pPr>
          <a:endParaRPr lang="en-US"/>
        </a:p>
      </dgm:t>
    </dgm:pt>
    <dgm:pt modelId="{7CC143E1-CB31-4A53-B37B-05EA8B3ADE6F}" type="sibTrans" cxnId="{F0BFD9CE-D626-4CDB-B42A-DB2C5536A3EC}">
      <dgm:prSet/>
      <dgm:spPr bwMode="auto"/>
      <dgm:t>
        <a:bodyPr/>
        <a:lstStyle/>
        <a:p>
          <a:pPr>
            <a:defRPr/>
          </a:pPr>
          <a:endParaRPr lang="en-US"/>
        </a:p>
      </dgm:t>
    </dgm:pt>
    <dgm:pt modelId="{BBB8AB4E-35D5-DC41-A81B-3ED5BA173818}" type="pres">
      <dgm:prSet presAssocID="{45F6BC18-8EE0-4AD1-A846-F504BC25CE9B}" presName="diagram" presStyleCnt="0">
        <dgm:presLayoutVars>
          <dgm:dir/>
          <dgm:resizeHandles val="exact"/>
        </dgm:presLayoutVars>
      </dgm:prSet>
      <dgm:spPr bwMode="auto"/>
    </dgm:pt>
    <dgm:pt modelId="{47E037D4-5D5E-9044-A7F3-4B2703F64FEC}" type="pres">
      <dgm:prSet presAssocID="{0C58A5A8-E9FE-4278-9E4A-E8CA9276A14F}" presName="node" presStyleLbl="node1" presStyleIdx="0" presStyleCnt="10">
        <dgm:presLayoutVars>
          <dgm:bulletEnabled val="1"/>
        </dgm:presLayoutVars>
      </dgm:prSet>
      <dgm:spPr bwMode="auto"/>
    </dgm:pt>
    <dgm:pt modelId="{606FE9E5-8B9B-064F-A8EB-CF3414254F62}" type="pres">
      <dgm:prSet presAssocID="{6F5ECE3C-3E99-4873-8B07-7AB4BDA17C1E}" presName="sibTrans" presStyleCnt="0"/>
      <dgm:spPr bwMode="auto"/>
    </dgm:pt>
    <dgm:pt modelId="{AD16D4E3-887A-8E4A-B3DD-05189DA068C8}" type="pres">
      <dgm:prSet presAssocID="{0BEB6531-9C43-4D8A-B8BF-4F8CA0E8DA3A}" presName="node" presStyleLbl="node1" presStyleIdx="1" presStyleCnt="10">
        <dgm:presLayoutVars>
          <dgm:bulletEnabled val="1"/>
        </dgm:presLayoutVars>
      </dgm:prSet>
      <dgm:spPr bwMode="auto"/>
    </dgm:pt>
    <dgm:pt modelId="{B93B5FC1-BA5D-BE40-A036-E51EF712297D}" type="pres">
      <dgm:prSet presAssocID="{A8424591-36FB-4839-A582-AA5705DE7A67}" presName="sibTrans" presStyleCnt="0"/>
      <dgm:spPr bwMode="auto"/>
    </dgm:pt>
    <dgm:pt modelId="{4715C456-BE43-B847-9BC2-E9C34223541C}" type="pres">
      <dgm:prSet presAssocID="{290C5993-4CE2-49C1-844D-E05F57894F8F}" presName="node" presStyleLbl="node1" presStyleIdx="2" presStyleCnt="10">
        <dgm:presLayoutVars>
          <dgm:bulletEnabled val="1"/>
        </dgm:presLayoutVars>
      </dgm:prSet>
      <dgm:spPr bwMode="auto"/>
    </dgm:pt>
    <dgm:pt modelId="{FEAF9136-FCCF-8F46-9908-311BC79AE693}" type="pres">
      <dgm:prSet presAssocID="{B01E9A89-F307-4AE0-8F32-7E0A30984FBA}" presName="sibTrans" presStyleCnt="0"/>
      <dgm:spPr bwMode="auto"/>
    </dgm:pt>
    <dgm:pt modelId="{78E07B3F-5E2B-8F43-82BA-CF66473DC1DF}" type="pres">
      <dgm:prSet presAssocID="{B61C570A-7C79-498E-BE61-BD6C6181375C}" presName="node" presStyleLbl="node1" presStyleIdx="3" presStyleCnt="10">
        <dgm:presLayoutVars>
          <dgm:bulletEnabled val="1"/>
        </dgm:presLayoutVars>
      </dgm:prSet>
      <dgm:spPr bwMode="auto"/>
    </dgm:pt>
    <dgm:pt modelId="{1653F288-D25E-7C4B-A9B8-39D1D57FF53B}" type="pres">
      <dgm:prSet presAssocID="{89E07D65-74FF-4A7B-8FF4-CB15F32C8E88}" presName="sibTrans" presStyleCnt="0"/>
      <dgm:spPr bwMode="auto"/>
    </dgm:pt>
    <dgm:pt modelId="{AD4E0D35-488B-4541-B7F9-5157E5D07646}" type="pres">
      <dgm:prSet presAssocID="{A9A52667-7FF4-4996-BF4B-50B3232C45A3}" presName="node" presStyleLbl="node1" presStyleIdx="4" presStyleCnt="10">
        <dgm:presLayoutVars>
          <dgm:bulletEnabled val="1"/>
        </dgm:presLayoutVars>
      </dgm:prSet>
      <dgm:spPr bwMode="auto"/>
    </dgm:pt>
    <dgm:pt modelId="{14615B16-E94F-654E-A91A-4C38FBF02CE1}" type="pres">
      <dgm:prSet presAssocID="{9156F956-A421-4568-940A-19060C921CCE}" presName="sibTrans" presStyleCnt="0"/>
      <dgm:spPr bwMode="auto"/>
    </dgm:pt>
    <dgm:pt modelId="{035BD778-1F1C-A04C-95DA-7EC985FED504}" type="pres">
      <dgm:prSet presAssocID="{14784B39-E32A-4E8E-A261-6A60205EDDE6}" presName="node" presStyleLbl="node1" presStyleIdx="5" presStyleCnt="10">
        <dgm:presLayoutVars>
          <dgm:bulletEnabled val="1"/>
        </dgm:presLayoutVars>
      </dgm:prSet>
      <dgm:spPr bwMode="auto"/>
    </dgm:pt>
    <dgm:pt modelId="{88FD0A59-C879-924D-91A1-4AD5E12D5B5A}" type="pres">
      <dgm:prSet presAssocID="{01C6BE77-1FB5-4F1A-9695-99326D76DF47}" presName="sibTrans" presStyleCnt="0"/>
      <dgm:spPr bwMode="auto"/>
    </dgm:pt>
    <dgm:pt modelId="{6B0E03A8-A133-0340-9E06-8E6D709EAE27}" type="pres">
      <dgm:prSet presAssocID="{0D1DC06F-C132-4CB5-813B-05947F9B2861}" presName="node" presStyleLbl="node1" presStyleIdx="6" presStyleCnt="10">
        <dgm:presLayoutVars>
          <dgm:bulletEnabled val="1"/>
        </dgm:presLayoutVars>
      </dgm:prSet>
      <dgm:spPr bwMode="auto"/>
    </dgm:pt>
    <dgm:pt modelId="{7FC09DA0-092A-0B42-91F6-212D12AFA214}" type="pres">
      <dgm:prSet presAssocID="{7468D1BD-CBFB-46A7-98E1-A9AF47010BC6}" presName="sibTrans" presStyleCnt="0"/>
      <dgm:spPr bwMode="auto"/>
    </dgm:pt>
    <dgm:pt modelId="{10386742-C61D-324E-9DF6-9E839FB10322}" type="pres">
      <dgm:prSet presAssocID="{327A8FE6-8A12-4F00-84C0-546A17045681}" presName="node" presStyleLbl="node1" presStyleIdx="7" presStyleCnt="10">
        <dgm:presLayoutVars>
          <dgm:bulletEnabled val="1"/>
        </dgm:presLayoutVars>
      </dgm:prSet>
      <dgm:spPr bwMode="auto"/>
    </dgm:pt>
    <dgm:pt modelId="{DA9560CE-E465-9C4A-B82A-37FA158EFE1E}" type="pres">
      <dgm:prSet presAssocID="{66771251-4389-48FA-B8D2-99220C8B0981}" presName="sibTrans" presStyleCnt="0"/>
      <dgm:spPr bwMode="auto"/>
    </dgm:pt>
    <dgm:pt modelId="{FA932710-5E4D-5A4B-98DF-F9583A360D8C}" type="pres">
      <dgm:prSet presAssocID="{D5B8E998-926D-4485-BABA-184ECDDAC295}" presName="node" presStyleLbl="node1" presStyleIdx="8" presStyleCnt="10">
        <dgm:presLayoutVars>
          <dgm:bulletEnabled val="1"/>
        </dgm:presLayoutVars>
      </dgm:prSet>
      <dgm:spPr bwMode="auto"/>
    </dgm:pt>
    <dgm:pt modelId="{165BDB7A-031D-7C41-AFAA-D7248E814CCA}" type="pres">
      <dgm:prSet presAssocID="{A23B53AB-9D77-4E7A-9284-A6FEE1094363}" presName="sibTrans" presStyleCnt="0"/>
      <dgm:spPr bwMode="auto"/>
    </dgm:pt>
    <dgm:pt modelId="{C69942B4-CE96-F74C-9E7C-34ECCDD528DF}" type="pres">
      <dgm:prSet presAssocID="{084A1B21-C392-45B5-93E3-D08014EA6ED4}" presName="node" presStyleLbl="node1" presStyleIdx="9" presStyleCnt="10">
        <dgm:presLayoutVars>
          <dgm:bulletEnabled val="1"/>
        </dgm:presLayoutVars>
      </dgm:prSet>
      <dgm:spPr bwMode="auto"/>
    </dgm:pt>
  </dgm:ptLst>
  <dgm:cxnLst>
    <dgm:cxn modelId="{1E16E817-261E-4EB5-ACA1-78F03857FD28}" srcId="{45F6BC18-8EE0-4AD1-A846-F504BC25CE9B}" destId="{D5B8E998-926D-4485-BABA-184ECDDAC295}" srcOrd="8" destOrd="0" parTransId="{B7464D49-52E2-4026-8895-626C88DA9536}" sibTransId="{A23B53AB-9D77-4E7A-9284-A6FEE1094363}"/>
    <dgm:cxn modelId="{385E6E1F-382D-4E76-8F30-3400E91D29B3}" srcId="{45F6BC18-8EE0-4AD1-A846-F504BC25CE9B}" destId="{A9A52667-7FF4-4996-BF4B-50B3232C45A3}" srcOrd="4" destOrd="0" parTransId="{4F9AC6DA-423E-45E4-BC54-4B5A3EE510A0}" sibTransId="{9156F956-A421-4568-940A-19060C921CCE}"/>
    <dgm:cxn modelId="{57ED5222-EFF3-0A46-9A1E-90A39871CBB2}" type="presOf" srcId="{084A1B21-C392-45B5-93E3-D08014EA6ED4}" destId="{C69942B4-CE96-F74C-9E7C-34ECCDD528DF}" srcOrd="0" destOrd="0" presId="urn:microsoft.com/office/officeart/2005/8/layout/default"/>
    <dgm:cxn modelId="{EE74983D-EA1D-0C40-8F08-2A160EF60D78}" type="presOf" srcId="{14784B39-E32A-4E8E-A261-6A60205EDDE6}" destId="{035BD778-1F1C-A04C-95DA-7EC985FED504}" srcOrd="0" destOrd="0" presId="urn:microsoft.com/office/officeart/2005/8/layout/default"/>
    <dgm:cxn modelId="{1FBBF043-6ED9-9548-9F4F-53F083A71740}" type="presOf" srcId="{327A8FE6-8A12-4F00-84C0-546A17045681}" destId="{10386742-C61D-324E-9DF6-9E839FB10322}" srcOrd="0" destOrd="0" presId="urn:microsoft.com/office/officeart/2005/8/layout/default"/>
    <dgm:cxn modelId="{03219665-CE47-EF4E-AEFB-2AF87019A9AA}" type="presOf" srcId="{45F6BC18-8EE0-4AD1-A846-F504BC25CE9B}" destId="{BBB8AB4E-35D5-DC41-A81B-3ED5BA173818}" srcOrd="0" destOrd="0" presId="urn:microsoft.com/office/officeart/2005/8/layout/default"/>
    <dgm:cxn modelId="{20754A51-DE7C-0A42-8644-28F6C722DBBF}" type="presOf" srcId="{B61C570A-7C79-498E-BE61-BD6C6181375C}" destId="{78E07B3F-5E2B-8F43-82BA-CF66473DC1DF}" srcOrd="0" destOrd="0" presId="urn:microsoft.com/office/officeart/2005/8/layout/default"/>
    <dgm:cxn modelId="{24C9FA8C-6650-6A46-97DA-8D37DCB4D1A8}" type="presOf" srcId="{290C5993-4CE2-49C1-844D-E05F57894F8F}" destId="{4715C456-BE43-B847-9BC2-E9C34223541C}" srcOrd="0" destOrd="0" presId="urn:microsoft.com/office/officeart/2005/8/layout/default"/>
    <dgm:cxn modelId="{0D80E599-684C-A244-933C-6988124BFEB7}" type="presOf" srcId="{A9A52667-7FF4-4996-BF4B-50B3232C45A3}" destId="{AD4E0D35-488B-4541-B7F9-5157E5D07646}" srcOrd="0" destOrd="0" presId="urn:microsoft.com/office/officeart/2005/8/layout/default"/>
    <dgm:cxn modelId="{850B949F-E177-0344-9221-89709B4FDEDB}" type="presOf" srcId="{D5B8E998-926D-4485-BABA-184ECDDAC295}" destId="{FA932710-5E4D-5A4B-98DF-F9583A360D8C}" srcOrd="0" destOrd="0" presId="urn:microsoft.com/office/officeart/2005/8/layout/default"/>
    <dgm:cxn modelId="{0F08F9B2-9725-0249-84CA-AB86B4DEC02D}" type="presOf" srcId="{0C58A5A8-E9FE-4278-9E4A-E8CA9276A14F}" destId="{47E037D4-5D5E-9044-A7F3-4B2703F64FEC}" srcOrd="0" destOrd="0" presId="urn:microsoft.com/office/officeart/2005/8/layout/default"/>
    <dgm:cxn modelId="{03F2DBB3-2334-9B40-85C6-03BE0E1BCAF0}" type="presOf" srcId="{0D1DC06F-C132-4CB5-813B-05947F9B2861}" destId="{6B0E03A8-A133-0340-9E06-8E6D709EAE27}" srcOrd="0" destOrd="0" presId="urn:microsoft.com/office/officeart/2005/8/layout/default"/>
    <dgm:cxn modelId="{F4EE28CC-3E0A-40A6-A47C-B96CB8DB00C6}" srcId="{45F6BC18-8EE0-4AD1-A846-F504BC25CE9B}" destId="{0BEB6531-9C43-4D8A-B8BF-4F8CA0E8DA3A}" srcOrd="1" destOrd="0" parTransId="{3B320BAF-1FE0-4BAF-808C-F28506A2C6F1}" sibTransId="{A8424591-36FB-4839-A582-AA5705DE7A67}"/>
    <dgm:cxn modelId="{F0BFD9CE-D626-4CDB-B42A-DB2C5536A3EC}" srcId="{45F6BC18-8EE0-4AD1-A846-F504BC25CE9B}" destId="{084A1B21-C392-45B5-93E3-D08014EA6ED4}" srcOrd="9" destOrd="0" parTransId="{1F20A32D-8037-4D64-B9BE-30FA43EC7EC6}" sibTransId="{7CC143E1-CB31-4A53-B37B-05EA8B3ADE6F}"/>
    <dgm:cxn modelId="{B54992CF-095E-4B73-A684-4E308422801A}" srcId="{45F6BC18-8EE0-4AD1-A846-F504BC25CE9B}" destId="{0C58A5A8-E9FE-4278-9E4A-E8CA9276A14F}" srcOrd="0" destOrd="0" parTransId="{60589411-121A-43A0-B90F-57B1A2B29CEC}" sibTransId="{6F5ECE3C-3E99-4873-8B07-7AB4BDA17C1E}"/>
    <dgm:cxn modelId="{48BB1ED5-2BDB-4B90-9020-7A686553D45C}" srcId="{45F6BC18-8EE0-4AD1-A846-F504BC25CE9B}" destId="{290C5993-4CE2-49C1-844D-E05F57894F8F}" srcOrd="2" destOrd="0" parTransId="{AD3ED405-F38B-4D63-9B27-EA905DF6A3CE}" sibTransId="{B01E9A89-F307-4AE0-8F32-7E0A30984FBA}"/>
    <dgm:cxn modelId="{9195B4D6-348F-46C1-89A6-FDD080A0F2AE}" srcId="{45F6BC18-8EE0-4AD1-A846-F504BC25CE9B}" destId="{327A8FE6-8A12-4F00-84C0-546A17045681}" srcOrd="7" destOrd="0" parTransId="{19E7BD3B-AF75-4543-84A1-FDE89EB96DDE}" sibTransId="{66771251-4389-48FA-B8D2-99220C8B0981}"/>
    <dgm:cxn modelId="{835B61E8-C093-456B-A21B-1CBE6B130E9E}" srcId="{45F6BC18-8EE0-4AD1-A846-F504BC25CE9B}" destId="{14784B39-E32A-4E8E-A261-6A60205EDDE6}" srcOrd="5" destOrd="0" parTransId="{23867C34-DE67-4CE3-96F3-00E2B3CFD008}" sibTransId="{01C6BE77-1FB5-4F1A-9695-99326D76DF47}"/>
    <dgm:cxn modelId="{3BF84EF8-D079-4CF7-BA4B-11BC0DB34887}" srcId="{45F6BC18-8EE0-4AD1-A846-F504BC25CE9B}" destId="{B61C570A-7C79-498E-BE61-BD6C6181375C}" srcOrd="3" destOrd="0" parTransId="{90B5EAED-E4F8-463A-AC75-10A7FC3D79BA}" sibTransId="{89E07D65-74FF-4A7B-8FF4-CB15F32C8E88}"/>
    <dgm:cxn modelId="{610070FC-7EB7-4595-8592-E6B9542B1FB2}" srcId="{45F6BC18-8EE0-4AD1-A846-F504BC25CE9B}" destId="{0D1DC06F-C132-4CB5-813B-05947F9B2861}" srcOrd="6" destOrd="0" parTransId="{CD434261-66B6-4034-B4C3-8E43AB6CCB0C}" sibTransId="{7468D1BD-CBFB-46A7-98E1-A9AF47010BC6}"/>
    <dgm:cxn modelId="{FC767AFF-0B6E-024A-A0C1-34C214EA3463}" type="presOf" srcId="{0BEB6531-9C43-4D8A-B8BF-4F8CA0E8DA3A}" destId="{AD16D4E3-887A-8E4A-B3DD-05189DA068C8}" srcOrd="0" destOrd="0" presId="urn:microsoft.com/office/officeart/2005/8/layout/default"/>
    <dgm:cxn modelId="{710B308D-46F6-DF4C-9548-1CC1B9597DB7}" type="presParOf" srcId="{BBB8AB4E-35D5-DC41-A81B-3ED5BA173818}" destId="{47E037D4-5D5E-9044-A7F3-4B2703F64FEC}" srcOrd="0" destOrd="0" presId="urn:microsoft.com/office/officeart/2005/8/layout/default"/>
    <dgm:cxn modelId="{85DB1E01-609F-1543-99CB-F6582F79B730}" type="presParOf" srcId="{BBB8AB4E-35D5-DC41-A81B-3ED5BA173818}" destId="{606FE9E5-8B9B-064F-A8EB-CF3414254F62}" srcOrd="1" destOrd="0" presId="urn:microsoft.com/office/officeart/2005/8/layout/default"/>
    <dgm:cxn modelId="{51E7E9E0-1E3F-2D4B-BB40-26927301B11A}" type="presParOf" srcId="{BBB8AB4E-35D5-DC41-A81B-3ED5BA173818}" destId="{AD16D4E3-887A-8E4A-B3DD-05189DA068C8}" srcOrd="2" destOrd="0" presId="urn:microsoft.com/office/officeart/2005/8/layout/default"/>
    <dgm:cxn modelId="{2021C4BB-761D-3A48-82C0-0A0FA73A668E}" type="presParOf" srcId="{BBB8AB4E-35D5-DC41-A81B-3ED5BA173818}" destId="{B93B5FC1-BA5D-BE40-A036-E51EF712297D}" srcOrd="3" destOrd="0" presId="urn:microsoft.com/office/officeart/2005/8/layout/default"/>
    <dgm:cxn modelId="{300077A5-1F8B-7D48-AEC9-3F9E774484E2}" type="presParOf" srcId="{BBB8AB4E-35D5-DC41-A81B-3ED5BA173818}" destId="{4715C456-BE43-B847-9BC2-E9C34223541C}" srcOrd="4" destOrd="0" presId="urn:microsoft.com/office/officeart/2005/8/layout/default"/>
    <dgm:cxn modelId="{D7D539DD-6819-CC48-8FA1-CDB243A63D81}" type="presParOf" srcId="{BBB8AB4E-35D5-DC41-A81B-3ED5BA173818}" destId="{FEAF9136-FCCF-8F46-9908-311BC79AE693}" srcOrd="5" destOrd="0" presId="urn:microsoft.com/office/officeart/2005/8/layout/default"/>
    <dgm:cxn modelId="{CB063273-4283-474F-9C8C-B2C4846A328B}" type="presParOf" srcId="{BBB8AB4E-35D5-DC41-A81B-3ED5BA173818}" destId="{78E07B3F-5E2B-8F43-82BA-CF66473DC1DF}" srcOrd="6" destOrd="0" presId="urn:microsoft.com/office/officeart/2005/8/layout/default"/>
    <dgm:cxn modelId="{4D1CD31C-A5F2-CB42-B58E-F67D44AB81C9}" type="presParOf" srcId="{BBB8AB4E-35D5-DC41-A81B-3ED5BA173818}" destId="{1653F288-D25E-7C4B-A9B8-39D1D57FF53B}" srcOrd="7" destOrd="0" presId="urn:microsoft.com/office/officeart/2005/8/layout/default"/>
    <dgm:cxn modelId="{76BB6F23-3900-C84A-8518-D794C0F41FE1}" type="presParOf" srcId="{BBB8AB4E-35D5-DC41-A81B-3ED5BA173818}" destId="{AD4E0D35-488B-4541-B7F9-5157E5D07646}" srcOrd="8" destOrd="0" presId="urn:microsoft.com/office/officeart/2005/8/layout/default"/>
    <dgm:cxn modelId="{BB9E3EB9-D6A3-3648-BD3E-0B6D5CC350A5}" type="presParOf" srcId="{BBB8AB4E-35D5-DC41-A81B-3ED5BA173818}" destId="{14615B16-E94F-654E-A91A-4C38FBF02CE1}" srcOrd="9" destOrd="0" presId="urn:microsoft.com/office/officeart/2005/8/layout/default"/>
    <dgm:cxn modelId="{70C35441-CCF9-9B40-A3CE-5FF996C8B36F}" type="presParOf" srcId="{BBB8AB4E-35D5-DC41-A81B-3ED5BA173818}" destId="{035BD778-1F1C-A04C-95DA-7EC985FED504}" srcOrd="10" destOrd="0" presId="urn:microsoft.com/office/officeart/2005/8/layout/default"/>
    <dgm:cxn modelId="{E25B4E92-30DE-7144-957A-30AA2D76D337}" type="presParOf" srcId="{BBB8AB4E-35D5-DC41-A81B-3ED5BA173818}" destId="{88FD0A59-C879-924D-91A1-4AD5E12D5B5A}" srcOrd="11" destOrd="0" presId="urn:microsoft.com/office/officeart/2005/8/layout/default"/>
    <dgm:cxn modelId="{2BC353A0-9555-2643-B864-F7206CD6B725}" type="presParOf" srcId="{BBB8AB4E-35D5-DC41-A81B-3ED5BA173818}" destId="{6B0E03A8-A133-0340-9E06-8E6D709EAE27}" srcOrd="12" destOrd="0" presId="urn:microsoft.com/office/officeart/2005/8/layout/default"/>
    <dgm:cxn modelId="{9DFD9944-EC7E-6542-BB10-981D72812A27}" type="presParOf" srcId="{BBB8AB4E-35D5-DC41-A81B-3ED5BA173818}" destId="{7FC09DA0-092A-0B42-91F6-212D12AFA214}" srcOrd="13" destOrd="0" presId="urn:microsoft.com/office/officeart/2005/8/layout/default"/>
    <dgm:cxn modelId="{94D39130-39E3-2846-B6DC-5E1B6BB27BB4}" type="presParOf" srcId="{BBB8AB4E-35D5-DC41-A81B-3ED5BA173818}" destId="{10386742-C61D-324E-9DF6-9E839FB10322}" srcOrd="14" destOrd="0" presId="urn:microsoft.com/office/officeart/2005/8/layout/default"/>
    <dgm:cxn modelId="{FC51C4AD-17FD-0347-AB6A-E3176AB9E274}" type="presParOf" srcId="{BBB8AB4E-35D5-DC41-A81B-3ED5BA173818}" destId="{DA9560CE-E465-9C4A-B82A-37FA158EFE1E}" srcOrd="15" destOrd="0" presId="urn:microsoft.com/office/officeart/2005/8/layout/default"/>
    <dgm:cxn modelId="{477477A5-9E48-7340-895D-F815336D4243}" type="presParOf" srcId="{BBB8AB4E-35D5-DC41-A81B-3ED5BA173818}" destId="{FA932710-5E4D-5A4B-98DF-F9583A360D8C}" srcOrd="16" destOrd="0" presId="urn:microsoft.com/office/officeart/2005/8/layout/default"/>
    <dgm:cxn modelId="{0611E427-B4BA-E54B-88D6-AF3662981453}" type="presParOf" srcId="{BBB8AB4E-35D5-DC41-A81B-3ED5BA173818}" destId="{165BDB7A-031D-7C41-AFAA-D7248E814CCA}" srcOrd="17" destOrd="0" presId="urn:microsoft.com/office/officeart/2005/8/layout/default"/>
    <dgm:cxn modelId="{91B5D245-6F27-AF42-AB0C-4112A2DEEE5F}" type="presParOf" srcId="{BBB8AB4E-35D5-DC41-A81B-3ED5BA173818}" destId="{C69942B4-CE96-F74C-9E7C-34ECCDD528DF}" srcOrd="1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E037D4-5D5E-9044-A7F3-4B2703F64FEC}">
      <dsp:nvSpPr>
        <dsp:cNvPr id="0" name=""/>
        <dsp:cNvSpPr/>
      </dsp:nvSpPr>
      <dsp:spPr bwMode="auto">
        <a:xfrm>
          <a:off x="122782" y="783"/>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Scientific reading</a:t>
          </a:r>
          <a:endParaRPr lang="en-US" sz="1700" kern="1200"/>
        </a:p>
      </dsp:txBody>
      <dsp:txXfrm>
        <a:off x="122782" y="783"/>
        <a:ext cx="1517020" cy="910212"/>
      </dsp:txXfrm>
    </dsp:sp>
    <dsp:sp modelId="{AD16D4E3-887A-8E4A-B3DD-05189DA068C8}">
      <dsp:nvSpPr>
        <dsp:cNvPr id="0" name=""/>
        <dsp:cNvSpPr/>
      </dsp:nvSpPr>
      <dsp:spPr bwMode="auto">
        <a:xfrm>
          <a:off x="1791504" y="783"/>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Topic identification</a:t>
          </a:r>
          <a:endParaRPr lang="en-US" sz="1700" kern="1200"/>
        </a:p>
      </dsp:txBody>
      <dsp:txXfrm>
        <a:off x="1791504" y="783"/>
        <a:ext cx="1517020" cy="910212"/>
      </dsp:txXfrm>
    </dsp:sp>
    <dsp:sp modelId="{4715C456-BE43-B847-9BC2-E9C34223541C}">
      <dsp:nvSpPr>
        <dsp:cNvPr id="0" name=""/>
        <dsp:cNvSpPr/>
      </dsp:nvSpPr>
      <dsp:spPr bwMode="auto">
        <a:xfrm>
          <a:off x="3460227" y="783"/>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Formulating a question</a:t>
          </a:r>
          <a:endParaRPr lang="en-US" sz="1700" kern="1200"/>
        </a:p>
      </dsp:txBody>
      <dsp:txXfrm>
        <a:off x="3460227" y="783"/>
        <a:ext cx="1517020" cy="910212"/>
      </dsp:txXfrm>
    </dsp:sp>
    <dsp:sp modelId="{78E07B3F-5E2B-8F43-82BA-CF66473DC1DF}">
      <dsp:nvSpPr>
        <dsp:cNvPr id="0" name=""/>
        <dsp:cNvSpPr/>
      </dsp:nvSpPr>
      <dsp:spPr bwMode="auto">
        <a:xfrm>
          <a:off x="5128949" y="783"/>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Organization of group work</a:t>
          </a:r>
          <a:endParaRPr lang="en-US" sz="1700" kern="1200"/>
        </a:p>
      </dsp:txBody>
      <dsp:txXfrm>
        <a:off x="5128949" y="783"/>
        <a:ext cx="1517020" cy="910212"/>
      </dsp:txXfrm>
    </dsp:sp>
    <dsp:sp modelId="{AD4E0D35-488B-4541-B7F9-5157E5D07646}">
      <dsp:nvSpPr>
        <dsp:cNvPr id="0" name=""/>
        <dsp:cNvSpPr/>
      </dsp:nvSpPr>
      <dsp:spPr bwMode="auto">
        <a:xfrm>
          <a:off x="122782" y="1062697"/>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Time management</a:t>
          </a:r>
          <a:endParaRPr lang="en-US" sz="1700" kern="1200"/>
        </a:p>
      </dsp:txBody>
      <dsp:txXfrm>
        <a:off x="122782" y="1062697"/>
        <a:ext cx="1517020" cy="910212"/>
      </dsp:txXfrm>
    </dsp:sp>
    <dsp:sp modelId="{035BD778-1F1C-A04C-95DA-7EC985FED504}">
      <dsp:nvSpPr>
        <dsp:cNvPr id="0" name=""/>
        <dsp:cNvSpPr/>
      </dsp:nvSpPr>
      <dsp:spPr bwMode="auto">
        <a:xfrm>
          <a:off x="1791504" y="1062697"/>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Presentations</a:t>
          </a:r>
          <a:endParaRPr lang="en-US" sz="1700" kern="1200"/>
        </a:p>
      </dsp:txBody>
      <dsp:txXfrm>
        <a:off x="1791504" y="1062697"/>
        <a:ext cx="1517020" cy="910212"/>
      </dsp:txXfrm>
    </dsp:sp>
    <dsp:sp modelId="{6B0E03A8-A133-0340-9E06-8E6D709EAE27}">
      <dsp:nvSpPr>
        <dsp:cNvPr id="0" name=""/>
        <dsp:cNvSpPr/>
      </dsp:nvSpPr>
      <dsp:spPr bwMode="auto">
        <a:xfrm>
          <a:off x="3460227" y="1062697"/>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Correct citation</a:t>
          </a:r>
          <a:endParaRPr lang="en-US" sz="1700" kern="1200"/>
        </a:p>
      </dsp:txBody>
      <dsp:txXfrm>
        <a:off x="3460227" y="1062697"/>
        <a:ext cx="1517020" cy="910212"/>
      </dsp:txXfrm>
    </dsp:sp>
    <dsp:sp modelId="{10386742-C61D-324E-9DF6-9E839FB10322}">
      <dsp:nvSpPr>
        <dsp:cNvPr id="0" name=""/>
        <dsp:cNvSpPr/>
      </dsp:nvSpPr>
      <dsp:spPr bwMode="auto">
        <a:xfrm>
          <a:off x="5128949" y="1062697"/>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Literature research</a:t>
          </a:r>
          <a:endParaRPr lang="en-US" sz="1700" kern="1200"/>
        </a:p>
      </dsp:txBody>
      <dsp:txXfrm>
        <a:off x="5128949" y="1062697"/>
        <a:ext cx="1517020" cy="910212"/>
      </dsp:txXfrm>
    </dsp:sp>
    <dsp:sp modelId="{FA932710-5E4D-5A4B-98DF-F9583A360D8C}">
      <dsp:nvSpPr>
        <dsp:cNvPr id="0" name=""/>
        <dsp:cNvSpPr/>
      </dsp:nvSpPr>
      <dsp:spPr bwMode="auto">
        <a:xfrm>
          <a:off x="1791504" y="2124612"/>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Study for exams</a:t>
          </a:r>
          <a:endParaRPr lang="en-US" sz="1700" kern="1200"/>
        </a:p>
      </dsp:txBody>
      <dsp:txXfrm>
        <a:off x="1791504" y="2124612"/>
        <a:ext cx="1517020" cy="910212"/>
      </dsp:txXfrm>
    </dsp:sp>
    <dsp:sp modelId="{C69942B4-CE96-F74C-9E7C-34ECCDD528DF}">
      <dsp:nvSpPr>
        <dsp:cNvPr id="0" name=""/>
        <dsp:cNvSpPr/>
      </dsp:nvSpPr>
      <dsp:spPr bwMode="auto">
        <a:xfrm>
          <a:off x="3460227" y="2124612"/>
          <a:ext cx="1517020" cy="910212"/>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rgbClr val="000000"/>
        </a:lnRef>
        <a:fillRef idx="1">
          <a:srgbClr val="000000"/>
        </a:fillRef>
        <a:effectRef idx="0">
          <a:srgbClr val="00000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defRPr/>
          </a:pPr>
          <a:r>
            <a:rPr lang="de-DE" sz="1700" kern="1200"/>
            <a:t>Structure &amp; writing of written papers</a:t>
          </a:r>
          <a:endParaRPr lang="en-US" sz="1700" kern="1200"/>
        </a:p>
      </dsp:txBody>
      <dsp:txXfrm>
        <a:off x="3460227" y="2124612"/>
        <a:ext cx="1517020" cy="91021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l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vennNode1">
    <dgm:scene3d>
      <a:camera prst="orthographicFront"/>
      <a:lightRig rig="threePt" dir="t"/>
    </dgm:scene3d>
    <dgm:sp3d/>
    <dgm:txPr/>
    <dgm:style>
      <a:lnRef idx="2">
        <a:srgbClr val="000000"/>
      </a:lnRef>
      <a:fillRef idx="1">
        <a:srgbClr val="000000"/>
      </a:fillRef>
      <a:effectRef idx="0">
        <a:srgbClr val="000000"/>
      </a:effectRef>
      <a:fontRef idx="minor">
        <a:schemeClr val="tx1"/>
      </a:fontRef>
    </dgm:style>
  </dgm:styleLbl>
  <dgm:styleLbl name="align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node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f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ImgPlac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f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bgSibTrans2D1">
    <dgm:scene3d>
      <a:camera prst="orthographicFront"/>
      <a:lightRig rig="threePt" dir="t"/>
    </dgm:scene3d>
    <dgm:sp3d/>
    <dgm:txPr/>
    <dgm:style>
      <a:lnRef idx="0">
        <a:srgbClr val="000000"/>
      </a:lnRef>
      <a:fillRef idx="1">
        <a:srgbClr val="000000"/>
      </a:fillRef>
      <a:effectRef idx="0">
        <a:srgbClr val="000000"/>
      </a:effectRef>
      <a:fontRef idx="minor">
        <a:schemeClr val="lt1"/>
      </a:fontRef>
    </dgm:style>
  </dgm:styleLbl>
  <dgm:styleLbl name="sibTrans1D1">
    <dgm:scene3d>
      <a:camera prst="orthographicFront"/>
      <a:lightRig rig="threePt" dir="t"/>
    </dgm:scene3d>
    <dgm:sp3d/>
    <dgm:txPr/>
    <dgm:style>
      <a:lnRef idx="1">
        <a:srgbClr val="000000"/>
      </a:lnRef>
      <a:fillRef idx="0">
        <a:srgbClr val="000000"/>
      </a:fillRef>
      <a:effectRef idx="0">
        <a:srgbClr val="000000"/>
      </a:effectRef>
      <a:fontRef idx="minor"/>
    </dgm:style>
  </dgm:styleLbl>
  <dgm:styleLbl name="callout">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sst0">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asst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1">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2">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3">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2D4">
    <dgm:scene3d>
      <a:camera prst="orthographicFront"/>
      <a:lightRig rig="threePt" dir="t"/>
    </dgm:scene3d>
    <dgm:sp3d/>
    <dgm:txPr/>
    <dgm:style>
      <a:lnRef idx="2">
        <a:srgbClr val="000000"/>
      </a:lnRef>
      <a:fillRef idx="1">
        <a:srgbClr val="000000"/>
      </a:fillRef>
      <a:effectRef idx="0">
        <a:srgbClr val="000000"/>
      </a:effectRef>
      <a:fontRef idx="minor">
        <a:schemeClr val="lt1"/>
      </a:fontRef>
    </dgm:style>
  </dgm:styleLbl>
  <dgm:styleLbl name="parChTrans1D1">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2">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3">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parChTrans1D4">
    <dgm:scene3d>
      <a:camera prst="orthographicFront"/>
      <a:lightRig rig="threePt" dir="t"/>
    </dgm:scene3d>
    <dgm:sp3d/>
    <dgm:txPr/>
    <dgm:style>
      <a:lnRef idx="2">
        <a:srgbClr val="000000"/>
      </a:lnRef>
      <a:fillRef idx="0">
        <a:srgbClr val="000000"/>
      </a:fillRef>
      <a:effectRef idx="0">
        <a:srgbClr val="000000"/>
      </a:effectRef>
      <a:fontRef idx="minor"/>
    </dgm:style>
  </dgm:styleLbl>
  <dgm:styleLbl name="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con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trAlignAcc1">
    <dgm:scene3d>
      <a:camera prst="orthographicFront"/>
      <a:lightRig rig="threePt" dir="t"/>
    </dgm:scene3d>
    <dgm:sp3d/>
    <dgm:txPr/>
    <dgm:style>
      <a:lnRef idx="1">
        <a:srgbClr val="000000"/>
      </a:lnRef>
      <a:fillRef idx="1">
        <a:srgbClr val="000000"/>
      </a:fillRef>
      <a:effectRef idx="0">
        <a:srgbClr val="000000"/>
      </a:effectRef>
      <a:fontRef idx="minor"/>
    </dgm:style>
  </dgm:styleLbl>
  <dgm:styleLbl name="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F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Align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solidBgAcc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align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AccFollowNode1">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0">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2">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3">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fgAcc4">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dk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trBgShp">
    <dgm:scene3d>
      <a:camera prst="orthographicFront"/>
      <a:lightRig rig="threePt" dir="t"/>
    </dgm:scene3d>
    <dgm:sp3d/>
    <dgm:txPr/>
    <dgm:style>
      <a:lnRef idx="0">
        <a:srgbClr val="000000"/>
      </a:lnRef>
      <a:fillRef idx="1">
        <a:srgbClr val="000000"/>
      </a:fillRef>
      <a:effectRef idx="0">
        <a:srgbClr val="000000"/>
      </a:effectRef>
      <a:fontRef idx="minor"/>
    </dgm:style>
  </dgm:styleLbl>
  <dgm:styleLbl name="fgShp">
    <dgm:scene3d>
      <a:camera prst="orthographicFront"/>
      <a:lightRig rig="threePt" dir="t"/>
    </dgm:scene3d>
    <dgm:sp3d/>
    <dgm:txPr/>
    <dgm:style>
      <a:lnRef idx="2">
        <a:srgbClr val="000000"/>
      </a:lnRef>
      <a:fillRef idx="1">
        <a:srgbClr val="000000"/>
      </a:fillRef>
      <a:effectRef idx="0">
        <a:srgbClr val="000000"/>
      </a:effectRef>
      <a:fontRef idx="minor"/>
    </dgm:style>
  </dgm:styleLbl>
  <dgm:styleLbl name="revTx">
    <dgm:scene3d>
      <a:camera prst="orthographicFront"/>
      <a:lightRig rig="threePt" dir="t"/>
    </dgm:scene3d>
    <dgm:sp3d/>
    <dgm:txPr/>
    <dgm:style>
      <a:lnRef idx="0">
        <a:srgbClr val="000000"/>
      </a:lnRef>
      <a:fillRef idx="0">
        <a:srgbClr val="000000"/>
      </a:fillRef>
      <a:effectRef idx="0">
        <a:srgbClr val="00000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381174"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18" name="Google Shape;118;g35f391192_00: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5f391192_0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400050" lvl="1" indent="0" algn="l">
              <a:spcBef>
                <a:spcPts val="0"/>
              </a:spcBef>
              <a:spcAft>
                <a:spcPts val="0"/>
              </a:spcAft>
              <a:buNone/>
              <a:defRPr/>
            </a:pPr>
            <a:r>
              <a:rPr lang="de-DE"/>
              <a:t>The first session is intended to help students settle into the tutorial and the group. This includes getting to know each other and clarifying important organizational questions as well as presenting the purpose of the tutorial.</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FBF71C9-B1D1-2F3E-4637-A33F591CE0D5}" type="slidenum">
              <a:rPr/>
              <a:t>3</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7A8C36E-F049-4BCB-A144-B95D5F146C59}" type="slidenum">
              <a:rPr/>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If you prefer to use a different game to get to know each other, there are of course no limits to your creativity. Anything that could break the ice is very welcome.</a:t>
            </a:r>
            <a:endParaRPr/>
          </a:p>
          <a:p>
            <a:pPr>
              <a:defRPr/>
            </a:pPr>
            <a:endParaRPr lang="de-DE"/>
          </a:p>
          <a:p>
            <a:pPr marL="0" indent="0">
              <a:buNone/>
              <a:defRPr/>
            </a:pPr>
            <a:r>
              <a:rPr lang="de-DE"/>
              <a:t>Ex: </a:t>
            </a:r>
            <a:r>
              <a:rPr lang="de-DE" sz="1100"/>
              <a:t>Choose an item from your backpack and introduce yourself with</a:t>
            </a:r>
            <a:endParaRPr lang="de-DE"/>
          </a:p>
          <a:p>
            <a:pPr marL="457200" indent="-457200">
              <a:buAutoNum type="arabicPeriod"/>
              <a:defRPr/>
            </a:pPr>
            <a:r>
              <a:rPr lang="de-DE" sz="1100"/>
              <a:t>Who am I?</a:t>
            </a:r>
            <a:endParaRPr lang="de-DE"/>
          </a:p>
          <a:p>
            <a:pPr marL="457200" indent="-457200">
              <a:buAutoNum type="arabicPeriod"/>
              <a:defRPr/>
            </a:pPr>
            <a:r>
              <a:rPr lang="de-DE" sz="1100"/>
              <a:t>What am I studying?</a:t>
            </a:r>
            <a:endParaRPr lang="de-DE"/>
          </a:p>
          <a:p>
            <a:pPr marL="457200" indent="-457200">
              <a:buAutoNum type="arabicPeriod"/>
              <a:defRPr/>
            </a:pPr>
            <a:r>
              <a:rPr lang="de-DE" sz="1100"/>
              <a:t>Why did I choose this item?</a:t>
            </a:r>
            <a:endParaRPr lang="de-DE"/>
          </a:p>
          <a:p>
            <a:pPr>
              <a:defRPr/>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2821038-42DA-F726-FC48-60230A546519}" type="slidenum">
              <a:rPr/>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While the first exercises were very practical and interactive, you are now asked to present the task of the tutorial.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Selection from the topics to be discussed in the tutorial</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Use this slide to collect topics that are on the participants' minds. What would they like to discuss? Talk about what can be included in the tutorial and what needs to be placed elsewhere.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Encourage students to actively participate in the timing of the tutorial throughout the semester. If you have the impression that certain topics are burning and others are not yet so relevant, it is fine to arrange the order accordingly.</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It's best to think about this in advance: How would you like to communicate with the students - e.g. WhatsApp group or exclusively by email?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lgn="l">
              <a:buFont typeface="Arial"/>
              <a:buChar char="•"/>
              <a:defRPr/>
            </a:pPr>
            <a:r>
              <a:rPr lang="de-DE" b="1" i="0" u="none" strike="noStrike">
                <a:solidFill>
                  <a:srgbClr val="000000"/>
                </a:solidFill>
              </a:rPr>
              <a:t>Clear expectations:</a:t>
            </a:r>
            <a:r>
              <a:rPr lang="de-DE" b="0" i="0" u="none" strike="noStrike">
                <a:solidFill>
                  <a:srgbClr val="000000"/>
                </a:solidFill>
              </a:rPr>
              <a:t> A code of conduct sets out the rules of behavior and expectations to ensure a respectful and productive learning environment.</a:t>
            </a:r>
            <a:endParaRPr/>
          </a:p>
          <a:p>
            <a:pPr algn="l">
              <a:buFont typeface="Arial"/>
              <a:buChar char="•"/>
              <a:defRPr/>
            </a:pPr>
            <a:r>
              <a:rPr lang="de-DE" b="1" i="0" u="none" strike="noStrike">
                <a:solidFill>
                  <a:srgbClr val="000000"/>
                </a:solidFill>
              </a:rPr>
              <a:t>Avoidance of conflicts:</a:t>
            </a:r>
            <a:r>
              <a:rPr lang="de-DE" b="0" i="0" u="none" strike="noStrike">
                <a:solidFill>
                  <a:srgbClr val="000000"/>
                </a:solidFill>
              </a:rPr>
              <a:t> It helps to avoid misunderstandings and conflicts by providing clear guidelines for behavior and communication.</a:t>
            </a:r>
            <a:endParaRPr/>
          </a:p>
          <a:p>
            <a:pPr algn="l">
              <a:buFont typeface="Arial"/>
              <a:buChar char="•"/>
              <a:defRPr/>
            </a:pPr>
            <a:r>
              <a:rPr lang="de-DE" b="1" i="0" u="none" strike="noStrike">
                <a:solidFill>
                  <a:srgbClr val="000000"/>
                </a:solidFill>
              </a:rPr>
              <a:t>Promoting cooperation: </a:t>
            </a:r>
            <a:r>
              <a:rPr lang="de-DE" b="0" i="0" u="none" strike="noStrike">
                <a:solidFill>
                  <a:srgbClr val="000000"/>
                </a:solidFill>
              </a:rPr>
              <a:t>Defined rules promote an open and supportive atmosphere that facilitates exchange and cooperation between participants.</a:t>
            </a:r>
            <a:br>
              <a:rPr lang="de-DE" b="0" i="0" u="none" strike="noStrike">
                <a:solidFill>
                  <a:srgbClr val="000000"/>
                </a:solidFill>
              </a:rPr>
            </a:br>
            <a:br>
              <a:rPr lang="de-DE" b="0" i="0" u="none" strike="noStrike">
                <a:solidFill>
                  <a:srgbClr val="000000"/>
                </a:solidFill>
              </a:rPr>
            </a:br>
            <a:br>
              <a:rPr lang="de-DE" b="0" i="0" u="none" strike="noStrike">
                <a:solidFill>
                  <a:srgbClr val="000000"/>
                </a:solidFill>
              </a:rPr>
            </a:br>
            <a:r>
              <a:rPr lang="de-DE" b="1" i="0" u="none" strike="noStrike">
                <a:solidFill>
                  <a:srgbClr val="000000"/>
                </a:solidFill>
              </a:rPr>
              <a:t>Procedure:</a:t>
            </a:r>
            <a:endParaRPr/>
          </a:p>
          <a:p>
            <a:pPr algn="l">
              <a:buFont typeface="+mj-lt"/>
              <a:buAutoNum type="arabicPeriod"/>
              <a:defRPr/>
            </a:pPr>
            <a:r>
              <a:rPr lang="de-DE" b="1" i="0" u="none" strike="noStrike">
                <a:solidFill>
                  <a:srgbClr val="000000"/>
                </a:solidFill>
              </a:rPr>
              <a:t>Introduction </a:t>
            </a:r>
            <a:r>
              <a:rPr lang="de-DE" b="0" i="0" u="none" strike="noStrike">
                <a:solidFill>
                  <a:srgbClr val="000000"/>
                </a:solidFill>
              </a:rPr>
              <a:t>to the purpose of the Code of Conduct and its significance for group work and respectful interaction with one another.</a:t>
            </a:r>
            <a:endParaRPr/>
          </a:p>
          <a:p>
            <a:pPr algn="l">
              <a:buFont typeface="+mj-lt"/>
              <a:buAutoNum type="arabicPeriod"/>
              <a:defRPr/>
            </a:pPr>
            <a:r>
              <a:rPr lang="de-DE" b="1" i="0" u="none" strike="noStrike">
                <a:solidFill>
                  <a:srgbClr val="000000"/>
                </a:solidFill>
              </a:rPr>
              <a:t>Development: </a:t>
            </a:r>
            <a:r>
              <a:rPr lang="de-DE" b="0" i="0" u="none" strike="noStrike">
                <a:solidFill>
                  <a:srgbClr val="000000"/>
                </a:solidFill>
              </a:rPr>
              <a:t>Discuss together with the participants which rules of conduct are important. This can take the form of an open discussion or brainstorming.</a:t>
            </a:r>
            <a:endParaRPr/>
          </a:p>
          <a:p>
            <a:pPr algn="l">
              <a:buFont typeface="+mj-lt"/>
              <a:buAutoNum type="arabicPeriod"/>
              <a:defRPr/>
            </a:pPr>
            <a:r>
              <a:rPr lang="de-DE" b="1" i="0" u="none" strike="noStrike">
                <a:solidFill>
                  <a:srgbClr val="000000"/>
                </a:solidFill>
              </a:rPr>
              <a:t>Formulation: </a:t>
            </a:r>
            <a:r>
              <a:rPr lang="de-DE" b="0" i="0" u="none" strike="noStrike">
                <a:solidFill>
                  <a:srgbClr val="000000"/>
                </a:solidFill>
              </a:rPr>
              <a:t>Draw up a list of rules of conduct and expectations together. Make sure that these are clear, specific and understandable.</a:t>
            </a:r>
            <a:endParaRPr/>
          </a:p>
          <a:p>
            <a:pPr algn="l">
              <a:buFont typeface="+mj-lt"/>
              <a:buAutoNum type="arabicPeriod"/>
              <a:defRPr/>
            </a:pPr>
            <a:r>
              <a:rPr lang="de-DE" b="1" i="0" u="none" strike="noStrike">
                <a:solidFill>
                  <a:srgbClr val="000000"/>
                </a:solidFill>
              </a:rPr>
              <a:t>Documentation: </a:t>
            </a:r>
            <a:r>
              <a:rPr lang="de-DE" b="0" i="0" u="none" strike="noStrike">
                <a:solidFill>
                  <a:srgbClr val="000000"/>
                </a:solidFill>
              </a:rPr>
              <a:t>Record the agreed rules in writing and distribute them to all participants (e.g. by sharing the slides). Make sure that everyone has the opportunity to read and understand the Code of Conduct.</a:t>
            </a:r>
            <a:endParaRPr/>
          </a:p>
          <a:p>
            <a:pPr algn="l">
              <a:buFont typeface="+mj-lt"/>
              <a:buAutoNum type="arabicPeriod"/>
              <a:defRPr/>
            </a:pPr>
            <a:r>
              <a:rPr lang="de-DE" b="1" i="0" u="none" strike="noStrike">
                <a:solidFill>
                  <a:srgbClr val="000000"/>
                </a:solidFill>
              </a:rPr>
              <a:t>Reinforcement: </a:t>
            </a:r>
            <a:r>
              <a:rPr lang="de-DE" b="0" i="0" u="none" strike="noStrike">
                <a:solidFill>
                  <a:srgbClr val="000000"/>
                </a:solidFill>
              </a:rPr>
              <a:t>Refer regularly to the Code of Conduct, especially when questions or conflicts arise. Remind employees of the agreed standards of conduct when necessary.</a:t>
            </a:r>
            <a:endParaRPr/>
          </a:p>
          <a:p>
            <a:pPr algn="l">
              <a:buFont typeface="+mj-lt"/>
              <a:buAutoNum type="arabicPeriod"/>
              <a:defRPr/>
            </a:pPr>
            <a:r>
              <a:rPr lang="de-DE" b="1" i="0" u="none" strike="noStrike">
                <a:solidFill>
                  <a:srgbClr val="000000"/>
                </a:solidFill>
              </a:rPr>
              <a:t>Feedback: </a:t>
            </a:r>
            <a:r>
              <a:rPr lang="de-DE" b="0" i="0" u="none" strike="noStrike">
                <a:solidFill>
                  <a:srgbClr val="000000"/>
                </a:solidFill>
              </a:rPr>
              <a:t>Leave room for feedback and adjustments to the code to further improve it over the course of the semester and adapt it to the needs of the group.</a:t>
            </a:r>
            <a:endParaRPr/>
          </a:p>
          <a:p>
            <a:pPr>
              <a:defRPr/>
            </a:pPr>
            <a:endParaRPr lang="de-D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sz="1100" b="0" i="0" u="none" strike="noStrike" cap="none" spc="0">
                <a:solidFill>
                  <a:srgbClr val="000000"/>
                </a:solidFill>
                <a:latin typeface="Arial"/>
                <a:ea typeface="Arial"/>
                <a:cs typeface="Arial"/>
              </a:rPr>
              <a:t>Discuss with your participants the things that need to be observed at a university. Some may seem intuitive, but in recent years, there have been increasing incidents that have shown this is not always the case.</a:t>
            </a:r>
            <a:endParaRPr lang="de-DE">
              <a:latin typeface="+mj-lt"/>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endParaRPr lang="de-D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a:defRPr/>
            </a:pPr>
            <a:r>
              <a:rPr lang="de-DE"/>
              <a:t>Presentation of important support services at Leuphana</a:t>
            </a:r>
            <a:endParaRPr/>
          </a:p>
          <a:p>
            <a:pPr>
              <a:defRPr/>
            </a:pPr>
            <a:r>
              <a:rPr lang="de-DE"/>
              <a:t>If you can think of any others, please feel free to add them or tell us a little about them.</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23524E2-8050-5E0A-0C34-993264C40E15}" type="slidenum">
              <a:rPr/>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619C4A0-E533-D8C8-96BD-0F369012E409}" type="slidenum">
              <a:rPr/>
              <a:t>21</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F23CBC4-8A84-4A37-FC74-A1D7E548F83E}" type="slidenum">
              <a:rPr/>
              <a:t>22</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4AD6CE0-6167-290C-4EA5-4069EA7735B3}" type="slidenum">
              <a:rPr/>
              <a:t>23</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Folienbildplatzhalter 1"/>
          <p:cNvSpPr>
            <a:spLocks noGrp="1" noRot="1" noChangeAspect="1"/>
          </p:cNvSpPr>
          <p:nvPr>
            <p:ph type="sldImg"/>
          </p:nvPr>
        </p:nvSpPr>
        <p:spPr bwMode="auto">
          <a:xfrm>
            <a:off x="381000" y="685800"/>
            <a:ext cx="6096000" cy="3429000"/>
          </a:xfrm>
        </p:spPr>
      </p:sp>
      <p:sp>
        <p:nvSpPr>
          <p:cNvPr id="3" name="Notizenplatzhalter 2"/>
          <p:cNvSpPr>
            <a:spLocks noGrp="1"/>
          </p:cNvSpPr>
          <p:nvPr>
            <p:ph type="body" idx="1"/>
          </p:nvPr>
        </p:nvSpPr>
        <p:spPr bwMode="auto"/>
        <p:txBody>
          <a:bodyPr/>
          <a:lstStyle/>
          <a:p>
            <a:pPr marL="457200" marR="0" lvl="0" indent="-317500" algn="l" defTabSz="914400">
              <a:lnSpc>
                <a:spcPct val="100000"/>
              </a:lnSpc>
              <a:spcBef>
                <a:spcPts val="0"/>
              </a:spcBef>
              <a:spcAft>
                <a:spcPts val="0"/>
              </a:spcAft>
              <a:buClr>
                <a:srgbClr val="000000"/>
              </a:buClr>
              <a:buSzPts val="1400"/>
              <a:buFont typeface="Arial"/>
              <a:buChar char="●"/>
              <a:defRPr/>
            </a:pPr>
            <a:r>
              <a:rPr lang="de-DE"/>
              <a:t>Please ask if you have any questions about creating a timetable. In Moodle you may find further information on this, including a video and a checklist of all courses to be chosen in the LS and also a flow chart showing the circumstances under which you can change the seminar again. </a:t>
            </a:r>
            <a:endParaRPr/>
          </a:p>
          <a:p>
            <a:pPr>
              <a:defRPr/>
            </a:pPr>
            <a:endParaRPr lang="de-D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a:xfrm>
            <a:off x="381000" y="685800"/>
            <a:ext cx="6096000" cy="3429000"/>
          </a:xfrm>
        </p:spPr>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4.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jpeg"/><Relationship Id="rId5" Type="http://schemas.openxmlformats.org/officeDocument/2006/relationships/image" Target="../media/image5.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png"/><Relationship Id="rId18" Type="http://schemas.openxmlformats.org/officeDocument/2006/relationships/image" Target="../media/image22.png"/><Relationship Id="rId26" Type="http://schemas.openxmlformats.org/officeDocument/2006/relationships/image" Target="../media/image30.png"/><Relationship Id="rId3" Type="http://schemas.openxmlformats.org/officeDocument/2006/relationships/image" Target="../media/image7.png"/><Relationship Id="rId21" Type="http://schemas.openxmlformats.org/officeDocument/2006/relationships/image" Target="../media/image25.png"/><Relationship Id="rId7" Type="http://schemas.openxmlformats.org/officeDocument/2006/relationships/image" Target="../media/image11.png"/><Relationship Id="rId12" Type="http://schemas.openxmlformats.org/officeDocument/2006/relationships/image" Target="../media/image16.png"/><Relationship Id="rId17" Type="http://schemas.openxmlformats.org/officeDocument/2006/relationships/image" Target="../media/image21.png"/><Relationship Id="rId25" Type="http://schemas.openxmlformats.org/officeDocument/2006/relationships/image" Target="../media/image29.png"/><Relationship Id="rId2" Type="http://schemas.openxmlformats.org/officeDocument/2006/relationships/image" Target="../media/image6.png"/><Relationship Id="rId16" Type="http://schemas.openxmlformats.org/officeDocument/2006/relationships/image" Target="../media/image20.png"/><Relationship Id="rId20" Type="http://schemas.openxmlformats.org/officeDocument/2006/relationships/image" Target="../media/image24.png"/><Relationship Id="rId29" Type="http://schemas.openxmlformats.org/officeDocument/2006/relationships/image" Target="../media/image33.png"/><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24" Type="http://schemas.openxmlformats.org/officeDocument/2006/relationships/image" Target="../media/image28.png"/><Relationship Id="rId32" Type="http://schemas.openxmlformats.org/officeDocument/2006/relationships/image" Target="../media/image36.png"/><Relationship Id="rId5" Type="http://schemas.openxmlformats.org/officeDocument/2006/relationships/image" Target="../media/image9.png"/><Relationship Id="rId15" Type="http://schemas.openxmlformats.org/officeDocument/2006/relationships/image" Target="../media/image19.png"/><Relationship Id="rId23" Type="http://schemas.openxmlformats.org/officeDocument/2006/relationships/image" Target="../media/image27.png"/><Relationship Id="rId28" Type="http://schemas.openxmlformats.org/officeDocument/2006/relationships/image" Target="../media/image32.png"/><Relationship Id="rId10" Type="http://schemas.openxmlformats.org/officeDocument/2006/relationships/image" Target="../media/image14.png"/><Relationship Id="rId19" Type="http://schemas.openxmlformats.org/officeDocument/2006/relationships/image" Target="../media/image23.png"/><Relationship Id="rId31" Type="http://schemas.openxmlformats.org/officeDocument/2006/relationships/image" Target="../media/image35.png"/><Relationship Id="rId4" Type="http://schemas.openxmlformats.org/officeDocument/2006/relationships/image" Target="../media/image8.png"/><Relationship Id="rId9" Type="http://schemas.openxmlformats.org/officeDocument/2006/relationships/image" Target="../media/image13.png"/><Relationship Id="rId14" Type="http://schemas.openxmlformats.org/officeDocument/2006/relationships/image" Target="../media/image18.png"/><Relationship Id="rId22" Type="http://schemas.openxmlformats.org/officeDocument/2006/relationships/image" Target="../media/image26.png"/><Relationship Id="rId27" Type="http://schemas.openxmlformats.org/officeDocument/2006/relationships/image" Target="../media/image31.png"/><Relationship Id="rId30" Type="http://schemas.openxmlformats.org/officeDocument/2006/relationships/image" Target="../media/image34.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Master" Target="../slideMasters/slideMaster1.xml"/><Relationship Id="rId4" Type="http://schemas.openxmlformats.org/officeDocument/2006/relationships/image" Target="../media/image39.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preserve="1" userDrawn="1">
  <p:cSld name="Titelfolie">
    <p:spTree>
      <p:nvGrpSpPr>
        <p:cNvPr id="1" name=""/>
        <p:cNvGrpSpPr/>
        <p:nvPr/>
      </p:nvGrpSpPr>
      <p:grpSpPr bwMode="auto">
        <a:xfrm>
          <a:off x="0" y="0"/>
          <a:ext cx="0" cy="0"/>
          <a:chOff x="0" y="0"/>
          <a:chExt cx="0" cy="0"/>
        </a:xfrm>
      </p:grpSpPr>
      <p:sp>
        <p:nvSpPr>
          <p:cNvPr id="2" name="Titel 1"/>
          <p:cNvSpPr>
            <a:spLocks noGrp="1"/>
          </p:cNvSpPr>
          <p:nvPr>
            <p:ph type="ctrTitle" hasCustomPrompt="1"/>
          </p:nvPr>
        </p:nvSpPr>
        <p:spPr bwMode="auto">
          <a:xfrm>
            <a:off x="1102822" y="1205384"/>
            <a:ext cx="6858000" cy="1790700"/>
          </a:xfrm>
        </p:spPr>
        <p:txBody>
          <a:bodyPr anchor="b"/>
          <a:lstStyle>
            <a:lvl1pPr algn="ctr">
              <a:defRPr sz="3000"/>
            </a:lvl1pPr>
          </a:lstStyle>
          <a:p>
            <a:pPr>
              <a:defRPr/>
            </a:pPr>
            <a:r>
              <a:rPr lang="de-DE"/>
              <a:t>Titel</a:t>
            </a:r>
            <a:endParaRPr/>
          </a:p>
        </p:txBody>
      </p:sp>
      <p:sp>
        <p:nvSpPr>
          <p:cNvPr id="3" name="Untertitel 2"/>
          <p:cNvSpPr>
            <a:spLocks noGrp="1"/>
          </p:cNvSpPr>
          <p:nvPr>
            <p:ph type="subTitle" idx="1" hasCustomPrompt="1"/>
          </p:nvPr>
        </p:nvSpPr>
        <p:spPr bwMode="auto">
          <a:xfrm>
            <a:off x="1102822" y="3194219"/>
            <a:ext cx="6858000" cy="391596"/>
          </a:xfrm>
        </p:spPr>
        <p:txBody>
          <a:bodyPr/>
          <a:lstStyle>
            <a:lvl1pPr marL="0" indent="0" algn="ctr">
              <a:buNone/>
              <a:defRPr sz="1200"/>
            </a:lvl1pPr>
            <a:lvl2pPr marL="228600" indent="0" algn="ctr">
              <a:buNone/>
              <a:defRPr sz="1000"/>
            </a:lvl2pPr>
            <a:lvl3pPr marL="457200" indent="0" algn="ctr">
              <a:buNone/>
              <a:defRPr sz="900"/>
            </a:lvl3pPr>
            <a:lvl4pPr marL="685800" indent="0" algn="ctr">
              <a:buNone/>
              <a:defRPr sz="800"/>
            </a:lvl4pPr>
            <a:lvl5pPr marL="914400" indent="0" algn="ctr">
              <a:buNone/>
              <a:defRPr sz="800"/>
            </a:lvl5pPr>
            <a:lvl6pPr marL="1143000" indent="0" algn="ctr">
              <a:buNone/>
              <a:defRPr sz="800"/>
            </a:lvl6pPr>
            <a:lvl7pPr marL="1371600" indent="0" algn="ctr">
              <a:buNone/>
              <a:defRPr sz="800"/>
            </a:lvl7pPr>
            <a:lvl8pPr marL="1600200" indent="0" algn="ctr">
              <a:buNone/>
              <a:defRPr sz="800"/>
            </a:lvl8pPr>
            <a:lvl9pPr marL="1828800" indent="0" algn="ctr">
              <a:buNone/>
              <a:defRPr sz="800"/>
            </a:lvl9pPr>
          </a:lstStyle>
          <a:p>
            <a:pPr>
              <a:defRPr/>
            </a:pPr>
            <a:r>
              <a:rPr lang="de-DE"/>
              <a:t>Tutor:</a:t>
            </a:r>
            <a:endParaRPr/>
          </a:p>
          <a:p>
            <a:pPr>
              <a:defRPr/>
            </a:pPr>
            <a:r>
              <a:rPr lang="de-DE"/>
              <a:t>Date: </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8">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preserve="1" userDrawn="1">
  <p:cSld name="Agenda">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nchor="b"/>
          <a:lstStyle>
            <a:lvl1pPr>
              <a:defRPr sz="3000"/>
            </a:lvl1pPr>
          </a:lstStyle>
          <a:p>
            <a:pPr>
              <a:defRPr/>
            </a:pPr>
            <a:r>
              <a:rPr lang="de-DE"/>
              <a:t>Agenda</a:t>
            </a:r>
            <a:endParaRPr/>
          </a:p>
        </p:txBody>
      </p:sp>
      <p:sp>
        <p:nvSpPr>
          <p:cNvPr id="17"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30" name="Freeform 10"/>
          <p:cNvSpPr/>
          <p:nvPr userDrawn="1"/>
        </p:nvSpPr>
        <p:spPr bwMode="auto">
          <a:xfrm rot="-2487859">
            <a:off x="1009333" y="253259"/>
            <a:ext cx="1404703" cy="132166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31" name="Freeform 2"/>
          <p:cNvSpPr/>
          <p:nvPr userDrawn="1"/>
        </p:nvSpPr>
        <p:spPr bwMode="auto">
          <a:xfrm>
            <a:off x="-281392" y="2212337"/>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700"/>
          </a:p>
        </p:txBody>
      </p:sp>
      <p:sp>
        <p:nvSpPr>
          <p:cNvPr id="32"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700"/>
          </a:p>
        </p:txBody>
      </p:sp>
      <p:sp>
        <p:nvSpPr>
          <p:cNvPr id="33" name="Freeform 4"/>
          <p:cNvSpPr/>
          <p:nvPr userDrawn="1"/>
        </p:nvSpPr>
        <p:spPr bwMode="auto">
          <a:xfrm>
            <a:off x="-883" y="-130302"/>
            <a:ext cx="1947126" cy="2034242"/>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700"/>
          </a:p>
        </p:txBody>
      </p:sp>
      <p:sp>
        <p:nvSpPr>
          <p:cNvPr id="34" name="Freeform 5"/>
          <p:cNvSpPr/>
          <p:nvPr userDrawn="1"/>
        </p:nvSpPr>
        <p:spPr bwMode="auto">
          <a:xfrm rot="16008410">
            <a:off x="7499118" y="493623"/>
            <a:ext cx="1736763" cy="1457318"/>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700"/>
          </a:p>
        </p:txBody>
      </p:sp>
      <p:sp>
        <p:nvSpPr>
          <p:cNvPr id="35" name="Freeform 6"/>
          <p:cNvSpPr/>
          <p:nvPr userDrawn="1"/>
        </p:nvSpPr>
        <p:spPr bwMode="auto">
          <a:xfrm rot="7860678">
            <a:off x="63273" y="3613160"/>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700"/>
          </a:p>
        </p:txBody>
      </p:sp>
      <p:sp>
        <p:nvSpPr>
          <p:cNvPr id="36"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700"/>
          </a:p>
        </p:txBody>
      </p:sp>
      <p:sp>
        <p:nvSpPr>
          <p:cNvPr id="38" name="Freeform 9"/>
          <p:cNvSpPr/>
          <p:nvPr userDrawn="1"/>
        </p:nvSpPr>
        <p:spPr bwMode="auto">
          <a:xfrm rot="1296289">
            <a:off x="7274238" y="-352704"/>
            <a:ext cx="1600562" cy="1594025"/>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700"/>
          </a:p>
        </p:txBody>
      </p:sp>
      <p:sp>
        <p:nvSpPr>
          <p:cNvPr id="39"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40" name="Freeform 11"/>
          <p:cNvSpPr/>
          <p:nvPr userDrawn="1"/>
        </p:nvSpPr>
        <p:spPr bwMode="auto">
          <a:xfrm rot="1296289">
            <a:off x="-183369" y="3910726"/>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700"/>
          </a:p>
        </p:txBody>
      </p:sp>
      <p:sp>
        <p:nvSpPr>
          <p:cNvPr id="41" name="Freeform 12"/>
          <p:cNvSpPr/>
          <p:nvPr userDrawn="1"/>
        </p:nvSpPr>
        <p:spPr bwMode="auto">
          <a:xfrm rot="2046247">
            <a:off x="8525253" y="-281905"/>
            <a:ext cx="1079111" cy="1432462"/>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700"/>
          </a:p>
        </p:txBody>
      </p:sp>
      <p:sp>
        <p:nvSpPr>
          <p:cNvPr id="3" name="Inhaltsplatzhalter 2"/>
          <p:cNvSpPr>
            <a:spLocks noGrp="1"/>
          </p:cNvSpPr>
          <p:nvPr>
            <p:ph idx="1" hasCustomPrompt="1"/>
          </p:nvPr>
        </p:nvSpPr>
        <p:spPr bwMode="auto">
          <a:xfrm>
            <a:off x="2333380" y="1359246"/>
            <a:ext cx="4871083" cy="3240000"/>
          </a:xfrm>
        </p:spPr>
        <p:txBody>
          <a:bodyPr/>
          <a:lstStyle>
            <a:lvl1pPr marL="257175" indent="-257175">
              <a:buFont typeface="+mj-lt"/>
              <a:buAutoNum type="arabicPeriod"/>
              <a:defRPr sz="1800"/>
            </a:lvl1pPr>
            <a:lvl2pPr marL="485775" indent="-257175">
              <a:buFont typeface="+mj-lt"/>
              <a:buAutoNum type="romanLcPeriod"/>
              <a:defRPr sz="1800"/>
            </a:lvl2pPr>
          </a:lstStyle>
          <a:p>
            <a:pPr lvl="0">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0">
              <a:defRPr/>
            </a:pPr>
            <a:r>
              <a:rPr lang="de-DE"/>
              <a:t>  </a:t>
            </a:r>
            <a:endParaRPr/>
          </a:p>
          <a:p>
            <a:pPr lvl="1">
              <a:defRPr/>
            </a:pPr>
            <a:r>
              <a:rPr lang="de-DE"/>
              <a:t> </a:t>
            </a:r>
            <a:endParaRPr/>
          </a:p>
          <a:p>
            <a:pPr lvl="1">
              <a:defRPr/>
            </a:pPr>
            <a:r>
              <a:rPr lang="de-DE"/>
              <a:t> </a:t>
            </a:r>
            <a:endParaRPr/>
          </a:p>
          <a:p>
            <a:pPr lvl="1">
              <a:defRPr/>
            </a:pPr>
            <a:r>
              <a:rPr lang="de-DE"/>
              <a:t> </a:t>
            </a:r>
            <a:endParaRPr/>
          </a:p>
          <a:p>
            <a:pPr lvl="0">
              <a:defRPr/>
            </a:pPr>
            <a:r>
              <a:rPr lang="de-DE"/>
              <a:t> </a:t>
            </a:r>
            <a:endParaRPr/>
          </a:p>
          <a:p>
            <a:pPr lvl="0">
              <a:defRPr/>
            </a:pPr>
            <a:endParaRPr lang="de-D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preserve="1" userDrawn="1">
  <p:cSld name="Check-In">
    <p:spTree>
      <p:nvGrpSpPr>
        <p:cNvPr id="1" name=""/>
        <p:cNvGrpSpPr/>
        <p:nvPr/>
      </p:nvGrpSpPr>
      <p:grpSpPr bwMode="auto">
        <a:xfrm>
          <a:off x="0" y="0"/>
          <a:ext cx="0" cy="0"/>
          <a:chOff x="0" y="0"/>
          <a:chExt cx="0" cy="0"/>
        </a:xfrm>
      </p:grpSpPr>
      <p:sp>
        <p:nvSpPr>
          <p:cNvPr id="4" name="Rechteck 3"/>
          <p:cNvSpPr/>
          <p:nvPr userDrawn="1"/>
        </p:nvSpPr>
        <p:spPr bwMode="auto">
          <a:xfrm>
            <a:off x="947588" y="1091697"/>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241837"/>
          </a:xfrm>
        </p:spPr>
        <p:txBody>
          <a:bodyPr lIns="90000" anchor="ctr"/>
          <a:lstStyle>
            <a:lvl1pPr>
              <a:defRPr sz="3000"/>
            </a:lvl1pPr>
          </a:lstStyle>
          <a:p>
            <a:pPr>
              <a:defRPr/>
            </a:pPr>
            <a:r>
              <a:rPr lang="de-DE"/>
              <a:t>Check-In</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obj" preserve="1" userDrawn="1">
  <p:cSld name="Textfoli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650930"/>
            <a:ext cx="7200000" cy="630000"/>
          </a:xfrm>
        </p:spPr>
        <p:txBody>
          <a:bodyPr/>
          <a:lstStyle/>
          <a:p>
            <a:pPr>
              <a:defRPr/>
            </a:pPr>
            <a:r>
              <a:rPr lang="de-DE"/>
              <a:t>Überschrift</a:t>
            </a:r>
            <a:endParaRPr/>
          </a:p>
        </p:txBody>
      </p:sp>
      <p:sp>
        <p:nvSpPr>
          <p:cNvPr id="3" name="Inhaltsplatzhalter 2"/>
          <p:cNvSpPr>
            <a:spLocks noGrp="1"/>
          </p:cNvSpPr>
          <p:nvPr>
            <p:ph idx="1"/>
          </p:nvPr>
        </p:nvSpPr>
        <p:spPr bwMode="auto">
          <a:xfrm>
            <a:off x="972000" y="1369414"/>
            <a:ext cx="7200000" cy="32400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7" name="Freeform 2"/>
          <p:cNvSpPr/>
          <p:nvPr userDrawn="1"/>
        </p:nvSpPr>
        <p:spPr bwMode="auto">
          <a:xfrm>
            <a:off x="-403070" y="-401868"/>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042686" cy="101614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385884" y="108129"/>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823310" y="-18835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310651">
            <a:off x="-405768" y="1869879"/>
            <a:ext cx="1254981" cy="104779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8659208" y="1141819"/>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secHead" preserve="1" userDrawn="1">
  <p:cSld name="Abschnitts-&#10;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53400" y="1085850"/>
            <a:ext cx="7200000" cy="1977806"/>
          </a:xfrm>
        </p:spPr>
        <p:txBody>
          <a:bodyPr lIns="90000" anchor="b"/>
          <a:lstStyle>
            <a:lvl1pPr>
              <a:defRPr sz="3000"/>
            </a:lvl1pPr>
          </a:lstStyle>
          <a:p>
            <a:pPr>
              <a:defRPr/>
            </a:pPr>
            <a:r>
              <a:rPr lang="de-DE"/>
              <a:t>Überschrift</a:t>
            </a:r>
            <a:endParaRPr/>
          </a:p>
        </p:txBody>
      </p:sp>
      <p:sp>
        <p:nvSpPr>
          <p:cNvPr id="3" name="Textplatzhalter 2"/>
          <p:cNvSpPr>
            <a:spLocks noGrp="1"/>
          </p:cNvSpPr>
          <p:nvPr>
            <p:ph type="body" idx="1"/>
          </p:nvPr>
        </p:nvSpPr>
        <p:spPr bwMode="auto">
          <a:xfrm>
            <a:off x="953400" y="3245645"/>
            <a:ext cx="7200000" cy="1039907"/>
          </a:xfrm>
        </p:spPr>
        <p:txBody>
          <a:bodyPr lIns="90000"/>
          <a:lstStyle>
            <a:lvl1pPr marL="0" indent="0">
              <a:buNone/>
              <a:defRPr sz="1200">
                <a:solidFill>
                  <a:schemeClr val="tx1">
                    <a:tint val="82000"/>
                  </a:schemeClr>
                </a:solidFill>
              </a:defRPr>
            </a:lvl1pPr>
            <a:lvl2pPr marL="228600" indent="0">
              <a:buNone/>
              <a:defRPr sz="1000">
                <a:solidFill>
                  <a:schemeClr val="tx1">
                    <a:tint val="82000"/>
                  </a:schemeClr>
                </a:solidFill>
              </a:defRPr>
            </a:lvl2pPr>
            <a:lvl3pPr marL="457200" indent="0">
              <a:buNone/>
              <a:defRPr sz="900">
                <a:solidFill>
                  <a:schemeClr val="tx1">
                    <a:tint val="82000"/>
                  </a:schemeClr>
                </a:solidFill>
              </a:defRPr>
            </a:lvl3pPr>
            <a:lvl4pPr marL="685800" indent="0">
              <a:buNone/>
              <a:defRPr sz="800">
                <a:solidFill>
                  <a:schemeClr val="tx1">
                    <a:tint val="82000"/>
                  </a:schemeClr>
                </a:solidFill>
              </a:defRPr>
            </a:lvl4pPr>
            <a:lvl5pPr marL="914400" indent="0">
              <a:buNone/>
              <a:defRPr sz="800">
                <a:solidFill>
                  <a:schemeClr val="tx1">
                    <a:tint val="82000"/>
                  </a:schemeClr>
                </a:solidFill>
              </a:defRPr>
            </a:lvl5pPr>
            <a:lvl6pPr marL="1143000" indent="0">
              <a:buNone/>
              <a:defRPr sz="800">
                <a:solidFill>
                  <a:schemeClr val="tx1">
                    <a:tint val="82000"/>
                  </a:schemeClr>
                </a:solidFill>
              </a:defRPr>
            </a:lvl6pPr>
            <a:lvl7pPr marL="1371600" indent="0">
              <a:buNone/>
              <a:defRPr sz="800">
                <a:solidFill>
                  <a:schemeClr val="tx1">
                    <a:tint val="82000"/>
                  </a:schemeClr>
                </a:solidFill>
              </a:defRPr>
            </a:lvl7pPr>
            <a:lvl8pPr marL="1600200" indent="0">
              <a:buNone/>
              <a:defRPr sz="800">
                <a:solidFill>
                  <a:schemeClr val="tx1">
                    <a:tint val="82000"/>
                  </a:schemeClr>
                </a:solidFill>
              </a:defRPr>
            </a:lvl8pPr>
            <a:lvl9pPr marL="1828800" indent="0">
              <a:buNone/>
              <a:defRPr sz="800">
                <a:solidFill>
                  <a:schemeClr val="tx1">
                    <a:tint val="82000"/>
                  </a:schemeClr>
                </a:solidFill>
              </a:defRPr>
            </a:lvl9pPr>
          </a:lstStyle>
          <a:p>
            <a:pPr lvl="0">
              <a:defRPr/>
            </a:pPr>
            <a:r>
              <a:rPr lang="de-DE"/>
              <a:t>Mastertextformat bearbeiten</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Pause">
    <p:spTree>
      <p:nvGrpSpPr>
        <p:cNvPr id="1" name=""/>
        <p:cNvGrpSpPr/>
        <p:nvPr/>
      </p:nvGrpSpPr>
      <p:grpSpPr bwMode="auto">
        <a:xfrm>
          <a:off x="0" y="0"/>
          <a:ext cx="0" cy="0"/>
          <a:chOff x="0" y="0"/>
          <a:chExt cx="0" cy="0"/>
        </a:xfrm>
      </p:grpSpPr>
      <p:sp>
        <p:nvSpPr>
          <p:cNvPr id="6" name="Rechteck 5"/>
          <p:cNvSpPr/>
          <p:nvPr userDrawn="1"/>
        </p:nvSpPr>
        <p:spPr bwMode="auto">
          <a:xfrm>
            <a:off x="953400" y="1085850"/>
            <a:ext cx="7200000" cy="3199702"/>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199702"/>
          </a:xfrm>
        </p:spPr>
        <p:txBody>
          <a:bodyPr lIns="90000" anchor="ctr"/>
          <a:lstStyle>
            <a:lvl1pPr>
              <a:defRPr sz="3000"/>
            </a:lvl1pPr>
          </a:lstStyle>
          <a:p>
            <a:pPr>
              <a:defRPr/>
            </a:pPr>
            <a:r>
              <a:rPr lang="de-DE"/>
              <a:t>PAUSE</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preserve="1" userDrawn="1">
  <p:cSld name="Energizer">
    <p:spTree>
      <p:nvGrpSpPr>
        <p:cNvPr id="1" name=""/>
        <p:cNvGrpSpPr/>
        <p:nvPr/>
      </p:nvGrpSpPr>
      <p:grpSpPr bwMode="auto">
        <a:xfrm>
          <a:off x="0" y="0"/>
          <a:ext cx="0" cy="0"/>
          <a:chOff x="0" y="0"/>
          <a:chExt cx="0" cy="0"/>
        </a:xfrm>
      </p:grpSpPr>
      <p:sp>
        <p:nvSpPr>
          <p:cNvPr id="4" name="Rechteck 3"/>
          <p:cNvSpPr/>
          <p:nvPr userDrawn="1"/>
        </p:nvSpPr>
        <p:spPr bwMode="auto">
          <a:xfrm>
            <a:off x="953400" y="1085850"/>
            <a:ext cx="7200000" cy="319970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title" hasCustomPrompt="1"/>
          </p:nvPr>
        </p:nvSpPr>
        <p:spPr bwMode="auto">
          <a:xfrm>
            <a:off x="953400" y="1085850"/>
            <a:ext cx="7200000" cy="3199702"/>
          </a:xfrm>
        </p:spPr>
        <p:txBody>
          <a:bodyPr lIns="90000" anchor="ctr"/>
          <a:lstStyle>
            <a:lvl1pPr>
              <a:defRPr sz="3000"/>
            </a:lvl1pPr>
          </a:lstStyle>
          <a:p>
            <a:pPr>
              <a:defRPr/>
            </a:pPr>
            <a:r>
              <a:rPr lang="de-DE"/>
              <a:t>ENERGIZER</a:t>
            </a:r>
            <a:endParaRPr/>
          </a:p>
        </p:txBody>
      </p:sp>
      <p:sp>
        <p:nvSpPr>
          <p:cNvPr id="7"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422215" y="-96554"/>
            <a:ext cx="1155614" cy="1481110"/>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04959" y="92321"/>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7624200" y="126860"/>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520063" y="-41671"/>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277241" y="4338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548383" y="-24378"/>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11"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twoObj" preserve="1" userDrawn="1">
  <p:cSld name="Zwei Inhalte">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683382"/>
            <a:ext cx="7200000" cy="630000"/>
          </a:xfrm>
        </p:spPr>
        <p:txBody>
          <a:bodyPr/>
          <a:lstStyle/>
          <a:p>
            <a:pPr>
              <a:defRPr/>
            </a:pPr>
            <a:r>
              <a:rPr lang="de-DE"/>
              <a:t>Überschrift</a:t>
            </a:r>
            <a:endParaRPr/>
          </a:p>
        </p:txBody>
      </p:sp>
      <p:sp>
        <p:nvSpPr>
          <p:cNvPr id="3" name="Inhaltsplatzhalter 2"/>
          <p:cNvSpPr>
            <a:spLocks noGrp="1"/>
          </p:cNvSpPr>
          <p:nvPr>
            <p:ph sz="half" idx="1"/>
          </p:nvPr>
        </p:nvSpPr>
        <p:spPr bwMode="auto">
          <a:xfrm>
            <a:off x="972000" y="1369218"/>
            <a:ext cx="3561900" cy="32639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Inhaltsplatzhalter 3"/>
          <p:cNvSpPr>
            <a:spLocks noGrp="1"/>
          </p:cNvSpPr>
          <p:nvPr>
            <p:ph sz="half" idx="2"/>
          </p:nvPr>
        </p:nvSpPr>
        <p:spPr bwMode="auto">
          <a:xfrm>
            <a:off x="4610100" y="1369218"/>
            <a:ext cx="3561900" cy="3263900"/>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8"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11" name="Freeform 5"/>
          <p:cNvSpPr/>
          <p:nvPr userDrawn="1"/>
        </p:nvSpPr>
        <p:spPr bwMode="auto">
          <a:xfrm>
            <a:off x="-120597" y="73093"/>
            <a:ext cx="1042686" cy="1016145"/>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6"/>
          <p:cNvSpPr/>
          <p:nvPr userDrawn="1"/>
        </p:nvSpPr>
        <p:spPr bwMode="auto">
          <a:xfrm rot="7860678">
            <a:off x="334366" y="465464"/>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6" name="Freeform 10"/>
          <p:cNvSpPr/>
          <p:nvPr userDrawn="1"/>
        </p:nvSpPr>
        <p:spPr bwMode="auto">
          <a:xfrm rot="-2487859">
            <a:off x="826629" y="-26985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1"/>
          <p:cNvSpPr/>
          <p:nvPr userDrawn="1"/>
        </p:nvSpPr>
        <p:spPr bwMode="auto">
          <a:xfrm rot="1296289">
            <a:off x="-203778" y="425211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0"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21" name="Freeform 5"/>
          <p:cNvSpPr/>
          <p:nvPr userDrawn="1"/>
        </p:nvSpPr>
        <p:spPr bwMode="auto">
          <a:xfrm rot="16008410">
            <a:off x="8200771" y="357236"/>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22" name="Freeform 7"/>
          <p:cNvSpPr/>
          <p:nvPr userDrawn="1"/>
        </p:nvSpPr>
        <p:spPr bwMode="auto">
          <a:xfrm rot="7860678">
            <a:off x="8458522" y="3343840"/>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23" name="Freeform 9"/>
          <p:cNvSpPr/>
          <p:nvPr userDrawn="1"/>
        </p:nvSpPr>
        <p:spPr bwMode="auto">
          <a:xfrm rot="1296289">
            <a:off x="7692175" y="-272960"/>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24"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25" name="Freeform 12"/>
          <p:cNvSpPr/>
          <p:nvPr userDrawn="1"/>
        </p:nvSpPr>
        <p:spPr bwMode="auto">
          <a:xfrm rot="2046247">
            <a:off x="8861597" y="-178740"/>
            <a:ext cx="853546" cy="968131"/>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Vergleich">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587312"/>
            <a:ext cx="7200000" cy="630000"/>
          </a:xfrm>
        </p:spPr>
        <p:txBody>
          <a:bodyPr/>
          <a:lstStyle/>
          <a:p>
            <a:pPr>
              <a:defRPr/>
            </a:pPr>
            <a:r>
              <a:rPr lang="de-DE"/>
              <a:t>Überschrift</a:t>
            </a:r>
            <a:endParaRPr/>
          </a:p>
        </p:txBody>
      </p:sp>
      <p:sp>
        <p:nvSpPr>
          <p:cNvPr id="3" name="Textplatzhalter 2"/>
          <p:cNvSpPr>
            <a:spLocks noGrp="1"/>
          </p:cNvSpPr>
          <p:nvPr>
            <p:ph type="body" idx="1"/>
          </p:nvPr>
        </p:nvSpPr>
        <p:spPr bwMode="auto">
          <a:xfrm>
            <a:off x="972000" y="1261269"/>
            <a:ext cx="3526181"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defRPr/>
            </a:pPr>
            <a:r>
              <a:rPr lang="de-DE"/>
              <a:t>Mastertextformat bearbeiten</a:t>
            </a:r>
            <a:endParaRPr/>
          </a:p>
        </p:txBody>
      </p:sp>
      <p:sp>
        <p:nvSpPr>
          <p:cNvPr id="4" name="Inhaltsplatzhalter 3"/>
          <p:cNvSpPr>
            <a:spLocks noGrp="1"/>
          </p:cNvSpPr>
          <p:nvPr>
            <p:ph sz="half" idx="2"/>
          </p:nvPr>
        </p:nvSpPr>
        <p:spPr bwMode="auto">
          <a:xfrm>
            <a:off x="972000" y="1878807"/>
            <a:ext cx="3526181" cy="276383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5" name="Textplatzhalter 4"/>
          <p:cNvSpPr>
            <a:spLocks noGrp="1"/>
          </p:cNvSpPr>
          <p:nvPr>
            <p:ph type="body" sz="quarter" idx="3"/>
          </p:nvPr>
        </p:nvSpPr>
        <p:spPr bwMode="auto">
          <a:xfrm>
            <a:off x="4629151" y="1261269"/>
            <a:ext cx="3542850" cy="617538"/>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defRPr/>
            </a:pPr>
            <a:r>
              <a:rPr lang="de-DE"/>
              <a:t>Mastertextformat bearbeiten</a:t>
            </a:r>
            <a:endParaRPr/>
          </a:p>
        </p:txBody>
      </p:sp>
      <p:sp>
        <p:nvSpPr>
          <p:cNvPr id="6" name="Inhaltsplatzhalter 5"/>
          <p:cNvSpPr>
            <a:spLocks noGrp="1"/>
          </p:cNvSpPr>
          <p:nvPr>
            <p:ph sz="quarter" idx="4"/>
          </p:nvPr>
        </p:nvSpPr>
        <p:spPr bwMode="auto">
          <a:xfrm>
            <a:off x="4629151" y="1878807"/>
            <a:ext cx="3542850" cy="2763838"/>
          </a:xfrm>
        </p:spPr>
        <p:txBody>
          <a:body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11"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12" name="Freeform 4"/>
          <p:cNvSpPr/>
          <p:nvPr userDrawn="1"/>
        </p:nvSpPr>
        <p:spPr bwMode="auto">
          <a:xfrm>
            <a:off x="8302970" y="3145869"/>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5" name="Freeform 7"/>
          <p:cNvSpPr/>
          <p:nvPr userDrawn="1"/>
        </p:nvSpPr>
        <p:spPr bwMode="auto">
          <a:xfrm rot="7860678">
            <a:off x="8336347" y="2932849"/>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6" name="Freeform 8"/>
          <p:cNvSpPr/>
          <p:nvPr userDrawn="1"/>
        </p:nvSpPr>
        <p:spPr bwMode="auto">
          <a:xfrm rot="-458312">
            <a:off x="8355052" y="526573"/>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7" name="Freeform 9"/>
          <p:cNvSpPr/>
          <p:nvPr userDrawn="1"/>
        </p:nvSpPr>
        <p:spPr bwMode="auto">
          <a:xfrm rot="1296289">
            <a:off x="7695168" y="-263701"/>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20" name="Freeform 12"/>
          <p:cNvSpPr/>
          <p:nvPr userDrawn="1"/>
        </p:nvSpPr>
        <p:spPr bwMode="auto">
          <a:xfrm rot="7628196">
            <a:off x="8578643" y="65966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21"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2" name="Freeform 2"/>
          <p:cNvSpPr/>
          <p:nvPr userDrawn="1"/>
        </p:nvSpPr>
        <p:spPr bwMode="auto">
          <a:xfrm>
            <a:off x="-624791" y="2068765"/>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23"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4" name="Freeform 6"/>
          <p:cNvSpPr/>
          <p:nvPr userDrawn="1"/>
        </p:nvSpPr>
        <p:spPr bwMode="auto">
          <a:xfrm rot="7860678">
            <a:off x="-377688" y="2336570"/>
            <a:ext cx="800477" cy="822848"/>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24" name="Freeform 10"/>
          <p:cNvSpPr/>
          <p:nvPr userDrawn="1"/>
        </p:nvSpPr>
        <p:spPr bwMode="auto">
          <a:xfrm rot="-2487859">
            <a:off x="377291" y="-103887"/>
            <a:ext cx="941388" cy="842478"/>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25" name="Freeform 4"/>
          <p:cNvSpPr/>
          <p:nvPr userDrawn="1"/>
        </p:nvSpPr>
        <p:spPr bwMode="auto">
          <a:xfrm>
            <a:off x="-306763" y="-466327"/>
            <a:ext cx="1304903" cy="1296699"/>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titleOnly" preserve="1" userDrawn="1">
  <p:cSld name="Nur Titel">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p:txBody>
          <a:bodyPr/>
          <a:lstStyle/>
          <a:p>
            <a:pPr>
              <a:defRPr/>
            </a:pPr>
            <a:r>
              <a:rPr lang="de-DE"/>
              <a:t>Überschrift</a:t>
            </a:r>
            <a:endParaRPr/>
          </a:p>
        </p:txBody>
      </p:sp>
      <p:sp>
        <p:nvSpPr>
          <p:cNvPr id="17"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30" name="Freeform 10"/>
          <p:cNvSpPr/>
          <p:nvPr userDrawn="1"/>
        </p:nvSpPr>
        <p:spPr bwMode="auto">
          <a:xfrm rot="-2487859">
            <a:off x="317117" y="-65398"/>
            <a:ext cx="1050461" cy="101020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31" name="Freeform 2"/>
          <p:cNvSpPr/>
          <p:nvPr userDrawn="1"/>
        </p:nvSpPr>
        <p:spPr bwMode="auto">
          <a:xfrm>
            <a:off x="46472" y="301604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4"/>
            <a:stretch/>
          </a:blipFill>
        </p:spPr>
        <p:txBody>
          <a:bodyPr/>
          <a:lstStyle/>
          <a:p>
            <a:pPr>
              <a:defRPr/>
            </a:pPr>
            <a:endParaRPr lang="de-DE" sz="700"/>
          </a:p>
        </p:txBody>
      </p:sp>
      <p:sp>
        <p:nvSpPr>
          <p:cNvPr id="32"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4"/>
            <a:stretch/>
          </a:blipFill>
        </p:spPr>
        <p:txBody>
          <a:bodyPr/>
          <a:lstStyle/>
          <a:p>
            <a:pPr>
              <a:defRPr/>
            </a:pPr>
            <a:endParaRPr lang="de-DE" sz="700"/>
          </a:p>
        </p:txBody>
      </p:sp>
      <p:sp>
        <p:nvSpPr>
          <p:cNvPr id="33" name="Freeform 4"/>
          <p:cNvSpPr/>
          <p:nvPr userDrawn="1"/>
        </p:nvSpPr>
        <p:spPr bwMode="auto">
          <a:xfrm>
            <a:off x="-408800" y="-370708"/>
            <a:ext cx="1456094" cy="1554857"/>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5"/>
            <a:stretch/>
          </a:blipFill>
        </p:spPr>
        <p:txBody>
          <a:bodyPr/>
          <a:lstStyle/>
          <a:p>
            <a:pPr>
              <a:defRPr/>
            </a:pPr>
            <a:endParaRPr lang="de-DE" sz="700"/>
          </a:p>
        </p:txBody>
      </p:sp>
      <p:sp>
        <p:nvSpPr>
          <p:cNvPr id="34" name="Freeform 5"/>
          <p:cNvSpPr/>
          <p:nvPr userDrawn="1"/>
        </p:nvSpPr>
        <p:spPr bwMode="auto">
          <a:xfrm rot="16008410">
            <a:off x="7916997" y="356402"/>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5"/>
            <a:stretch/>
          </a:blipFill>
        </p:spPr>
        <p:txBody>
          <a:bodyPr/>
          <a:lstStyle/>
          <a:p>
            <a:pPr>
              <a:defRPr/>
            </a:pPr>
            <a:endParaRPr lang="de-DE" sz="700"/>
          </a:p>
        </p:txBody>
      </p:sp>
      <p:sp>
        <p:nvSpPr>
          <p:cNvPr id="35" name="Freeform 6"/>
          <p:cNvSpPr/>
          <p:nvPr userDrawn="1"/>
        </p:nvSpPr>
        <p:spPr bwMode="auto">
          <a:xfrm rot="7860678">
            <a:off x="63273" y="3613160"/>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6"/>
            <a:stretch/>
          </a:blipFill>
        </p:spPr>
        <p:txBody>
          <a:bodyPr/>
          <a:lstStyle/>
          <a:p>
            <a:pPr>
              <a:defRPr/>
            </a:pPr>
            <a:endParaRPr lang="de-DE" sz="700"/>
          </a:p>
        </p:txBody>
      </p:sp>
      <p:sp>
        <p:nvSpPr>
          <p:cNvPr id="36"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6"/>
            <a:stretch/>
          </a:blipFill>
        </p:spPr>
        <p:txBody>
          <a:bodyPr/>
          <a:lstStyle/>
          <a:p>
            <a:pPr>
              <a:defRPr/>
            </a:pPr>
            <a:endParaRPr lang="de-DE" sz="700"/>
          </a:p>
        </p:txBody>
      </p:sp>
      <p:sp>
        <p:nvSpPr>
          <p:cNvPr id="38" name="Freeform 9"/>
          <p:cNvSpPr/>
          <p:nvPr userDrawn="1"/>
        </p:nvSpPr>
        <p:spPr bwMode="auto">
          <a:xfrm rot="1296289">
            <a:off x="7692175" y="-272960"/>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3"/>
            <a:stretch/>
          </a:blipFill>
        </p:spPr>
        <p:txBody>
          <a:bodyPr/>
          <a:lstStyle/>
          <a:p>
            <a:pPr>
              <a:defRPr/>
            </a:pPr>
            <a:endParaRPr lang="de-DE" sz="700"/>
          </a:p>
        </p:txBody>
      </p:sp>
      <p:sp>
        <p:nvSpPr>
          <p:cNvPr id="39" name="Freeform 10"/>
          <p:cNvSpPr/>
          <p:nvPr userDrawn="1"/>
        </p:nvSpPr>
        <p:spPr bwMode="auto">
          <a:xfrm rot="-2487859">
            <a:off x="8476227" y="2383742"/>
            <a:ext cx="1016862" cy="809877"/>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3"/>
            <a:stretch/>
          </a:blipFill>
        </p:spPr>
        <p:txBody>
          <a:bodyPr/>
          <a:lstStyle/>
          <a:p>
            <a:pPr>
              <a:defRPr/>
            </a:pPr>
            <a:endParaRPr lang="de-DE" sz="700"/>
          </a:p>
        </p:txBody>
      </p:sp>
      <p:sp>
        <p:nvSpPr>
          <p:cNvPr id="40" name="Freeform 11"/>
          <p:cNvSpPr/>
          <p:nvPr userDrawn="1"/>
        </p:nvSpPr>
        <p:spPr bwMode="auto">
          <a:xfrm rot="1296289">
            <a:off x="148477" y="3943212"/>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3"/>
            <a:stretch/>
          </a:blipFill>
        </p:spPr>
        <p:txBody>
          <a:bodyPr/>
          <a:lstStyle/>
          <a:p>
            <a:pPr>
              <a:defRPr/>
            </a:pPr>
            <a:endParaRPr lang="de-DE" sz="700"/>
          </a:p>
        </p:txBody>
      </p:sp>
      <p:sp>
        <p:nvSpPr>
          <p:cNvPr id="41" name="Freeform 12"/>
          <p:cNvSpPr/>
          <p:nvPr userDrawn="1"/>
        </p:nvSpPr>
        <p:spPr bwMode="auto">
          <a:xfrm rot="2046247">
            <a:off x="8861597" y="-178740"/>
            <a:ext cx="853546" cy="968131"/>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blank" preserve="1" userDrawn="1">
  <p:cSld name="Leer">
    <p:spTree>
      <p:nvGrpSpPr>
        <p:cNvPr id="1" name=""/>
        <p:cNvGrpSpPr/>
        <p:nvPr/>
      </p:nvGrpSpPr>
      <p:grpSpPr bwMode="auto">
        <a:xfrm>
          <a:off x="0" y="0"/>
          <a:ext cx="0" cy="0"/>
          <a:chOff x="0" y="0"/>
          <a:chExt cx="0" cy="0"/>
        </a:xfrm>
      </p:grpSpPr>
      <p:sp>
        <p:nvSpPr>
          <p:cNvPr id="17" name="Freeform 10"/>
          <p:cNvSpPr/>
          <p:nvPr userDrawn="1"/>
        </p:nvSpPr>
        <p:spPr bwMode="auto">
          <a:xfrm rot="-2487859">
            <a:off x="924497" y="-196079"/>
            <a:ext cx="1050461" cy="1010206"/>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700"/>
          </a:p>
        </p:txBody>
      </p:sp>
      <p:sp>
        <p:nvSpPr>
          <p:cNvPr id="5" name="Freeform 2"/>
          <p:cNvSpPr/>
          <p:nvPr userDrawn="1"/>
        </p:nvSpPr>
        <p:spPr bwMode="auto">
          <a:xfrm>
            <a:off x="175579" y="2794604"/>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700"/>
          </a:p>
        </p:txBody>
      </p:sp>
      <p:sp>
        <p:nvSpPr>
          <p:cNvPr id="6"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700"/>
          </a:p>
        </p:txBody>
      </p:sp>
      <p:sp>
        <p:nvSpPr>
          <p:cNvPr id="7" name="Freeform 4"/>
          <p:cNvSpPr/>
          <p:nvPr userDrawn="1"/>
        </p:nvSpPr>
        <p:spPr bwMode="auto">
          <a:xfrm>
            <a:off x="-408800" y="-370708"/>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4"/>
            <a:stretch/>
          </a:blipFill>
        </p:spPr>
        <p:txBody>
          <a:bodyPr/>
          <a:lstStyle/>
          <a:p>
            <a:pPr>
              <a:defRPr/>
            </a:pPr>
            <a:endParaRPr lang="de-DE" sz="700"/>
          </a:p>
        </p:txBody>
      </p:sp>
      <p:sp>
        <p:nvSpPr>
          <p:cNvPr id="8" name="Freeform 5"/>
          <p:cNvSpPr/>
          <p:nvPr userDrawn="1"/>
        </p:nvSpPr>
        <p:spPr bwMode="auto">
          <a:xfrm rot="16008410">
            <a:off x="7679348" y="1225890"/>
            <a:ext cx="1173794" cy="1152696"/>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9" name="Freeform 6"/>
          <p:cNvSpPr/>
          <p:nvPr userDrawn="1"/>
        </p:nvSpPr>
        <p:spPr bwMode="auto">
          <a:xfrm rot="7860678">
            <a:off x="351399" y="2868168"/>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700"/>
          </a:p>
        </p:txBody>
      </p:sp>
      <p:sp>
        <p:nvSpPr>
          <p:cNvPr id="10"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700"/>
          </a:p>
        </p:txBody>
      </p:sp>
      <p:sp>
        <p:nvSpPr>
          <p:cNvPr id="11" name="Freeform 8"/>
          <p:cNvSpPr/>
          <p:nvPr userDrawn="1"/>
        </p:nvSpPr>
        <p:spPr bwMode="auto">
          <a:xfrm rot="-458312">
            <a:off x="7870781" y="494660"/>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700"/>
          </a:p>
        </p:txBody>
      </p:sp>
      <p:sp>
        <p:nvSpPr>
          <p:cNvPr id="12" name="Freeform 9"/>
          <p:cNvSpPr/>
          <p:nvPr userDrawn="1"/>
        </p:nvSpPr>
        <p:spPr bwMode="auto">
          <a:xfrm rot="1296289">
            <a:off x="7415292" y="-128621"/>
            <a:ext cx="1265998" cy="1077324"/>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2"/>
            <a:stretch/>
          </a:blipFill>
        </p:spPr>
        <p:txBody>
          <a:bodyPr/>
          <a:lstStyle/>
          <a:p>
            <a:pPr>
              <a:defRPr/>
            </a:pPr>
            <a:endParaRPr lang="de-DE" sz="700"/>
          </a:p>
        </p:txBody>
      </p:sp>
      <p:sp>
        <p:nvSpPr>
          <p:cNvPr id="13" name="Freeform 10"/>
          <p:cNvSpPr/>
          <p:nvPr userDrawn="1"/>
        </p:nvSpPr>
        <p:spPr bwMode="auto">
          <a:xfrm rot="-2487859">
            <a:off x="8513894" y="2483256"/>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2"/>
            <a:stretch/>
          </a:blipFill>
        </p:spPr>
        <p:txBody>
          <a:bodyPr/>
          <a:lstStyle/>
          <a:p>
            <a:pPr>
              <a:defRPr/>
            </a:pPr>
            <a:endParaRPr lang="de-DE" sz="700"/>
          </a:p>
        </p:txBody>
      </p:sp>
      <p:sp>
        <p:nvSpPr>
          <p:cNvPr id="14" name="Freeform 11"/>
          <p:cNvSpPr/>
          <p:nvPr userDrawn="1"/>
        </p:nvSpPr>
        <p:spPr bwMode="auto">
          <a:xfrm rot="1296289">
            <a:off x="309959" y="3495606"/>
            <a:ext cx="1647048" cy="1377039"/>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2"/>
            <a:stretch/>
          </a:blipFill>
        </p:spPr>
        <p:txBody>
          <a:bodyPr/>
          <a:lstStyle/>
          <a:p>
            <a:pPr>
              <a:defRPr/>
            </a:pPr>
            <a:endParaRPr lang="de-DE" sz="700"/>
          </a:p>
        </p:txBody>
      </p:sp>
      <p:sp>
        <p:nvSpPr>
          <p:cNvPr id="15" name="Freeform 12"/>
          <p:cNvSpPr/>
          <p:nvPr userDrawn="1"/>
        </p:nvSpPr>
        <p:spPr bwMode="auto">
          <a:xfrm rot="2046247">
            <a:off x="8106435" y="541755"/>
            <a:ext cx="1106586" cy="1136869"/>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700"/>
          </a:p>
        </p:txBody>
      </p:sp>
      <p:sp>
        <p:nvSpPr>
          <p:cNvPr id="16"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type="objTx" preserve="1" userDrawn="1">
  <p:cSld name="Inhalt mit Überschrift">
    <p:spTree>
      <p:nvGrpSpPr>
        <p:cNvPr id="1" name=""/>
        <p:cNvGrpSpPr/>
        <p:nvPr/>
      </p:nvGrpSpPr>
      <p:grpSpPr bwMode="auto">
        <a:xfrm>
          <a:off x="0" y="0"/>
          <a:ext cx="0" cy="0"/>
          <a:chOff x="0" y="0"/>
          <a:chExt cx="0" cy="0"/>
        </a:xfrm>
      </p:grpSpPr>
      <p:sp>
        <p:nvSpPr>
          <p:cNvPr id="2" name="Titel 1"/>
          <p:cNvSpPr>
            <a:spLocks noGrp="1"/>
          </p:cNvSpPr>
          <p:nvPr>
            <p:ph type="title" hasCustomPrompt="1"/>
          </p:nvPr>
        </p:nvSpPr>
        <p:spPr bwMode="auto">
          <a:xfrm>
            <a:off x="972000" y="740569"/>
            <a:ext cx="2617783" cy="630000"/>
          </a:xfrm>
        </p:spPr>
        <p:txBody>
          <a:bodyPr anchor="b"/>
          <a:lstStyle>
            <a:lvl1pPr>
              <a:defRPr sz="1600"/>
            </a:lvl1pPr>
          </a:lstStyle>
          <a:p>
            <a:pPr>
              <a:defRPr/>
            </a:pPr>
            <a:r>
              <a:rPr lang="de-DE"/>
              <a:t>Überschrift</a:t>
            </a:r>
            <a:endParaRPr/>
          </a:p>
        </p:txBody>
      </p:sp>
      <p:sp>
        <p:nvSpPr>
          <p:cNvPr id="3" name="Inhaltsplatzhalter 2"/>
          <p:cNvSpPr>
            <a:spLocks noGrp="1"/>
          </p:cNvSpPr>
          <p:nvPr>
            <p:ph idx="1"/>
          </p:nvPr>
        </p:nvSpPr>
        <p:spPr bwMode="auto">
          <a:xfrm>
            <a:off x="3887787" y="740569"/>
            <a:ext cx="4284213" cy="3655219"/>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defRPr/>
            </a:pPr>
            <a:r>
              <a:rPr lang="de-DE"/>
              <a:t>Mastertextformat bearbeiten</a:t>
            </a:r>
            <a:endParaRPr/>
          </a:p>
          <a:p>
            <a:pPr lvl="1">
              <a:defRPr/>
            </a:pPr>
            <a:r>
              <a:rPr lang="de-DE"/>
              <a:t>Zweite Ebene</a:t>
            </a:r>
            <a:endParaRPr/>
          </a:p>
          <a:p>
            <a:pPr lvl="2">
              <a:defRPr/>
            </a:pPr>
            <a:r>
              <a:rPr lang="de-DE"/>
              <a:t>Dritte Ebene</a:t>
            </a:r>
            <a:endParaRPr/>
          </a:p>
          <a:p>
            <a:pPr lvl="3">
              <a:defRPr/>
            </a:pPr>
            <a:r>
              <a:rPr lang="de-DE"/>
              <a:t>Vierte Ebene</a:t>
            </a:r>
            <a:endParaRPr/>
          </a:p>
          <a:p>
            <a:pPr lvl="4">
              <a:defRPr/>
            </a:pPr>
            <a:r>
              <a:rPr lang="de-DE"/>
              <a:t>Fünfte Ebene</a:t>
            </a:r>
            <a:endParaRPr/>
          </a:p>
        </p:txBody>
      </p:sp>
      <p:sp>
        <p:nvSpPr>
          <p:cNvPr id="4" name="Textplatzhalter 3"/>
          <p:cNvSpPr>
            <a:spLocks noGrp="1"/>
          </p:cNvSpPr>
          <p:nvPr>
            <p:ph type="body" sz="half" idx="2"/>
          </p:nvPr>
        </p:nvSpPr>
        <p:spPr bwMode="auto">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defRPr/>
            </a:pPr>
            <a:r>
              <a:rPr lang="de-DE"/>
              <a:t>Mastertextformat bearbeiten</a:t>
            </a:r>
            <a:endParaRPr/>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
            <a:stretch/>
          </a:blipFill>
        </p:spPr>
        <p:txBody>
          <a:bodyPr/>
          <a:lstStyle/>
          <a:p>
            <a:pPr>
              <a:defRPr/>
            </a:pPr>
            <a:endParaRPr lang="de-DE" sz="700"/>
          </a:p>
        </p:txBody>
      </p:sp>
      <p:sp>
        <p:nvSpPr>
          <p:cNvPr id="22"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3"/>
            <a:stretch/>
          </a:blipFill>
        </p:spPr>
        <p:txBody>
          <a:bodyPr/>
          <a:lstStyle/>
          <a:p>
            <a:pPr>
              <a:defRPr/>
            </a:pPr>
            <a:endParaRPr lang="de-DE" sz="700"/>
          </a:p>
        </p:txBody>
      </p:sp>
      <p:sp>
        <p:nvSpPr>
          <p:cNvPr id="23"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3"/>
            <a:stretch/>
          </a:blipFill>
        </p:spPr>
        <p:txBody>
          <a:bodyPr/>
          <a:lstStyle/>
          <a:p>
            <a:pPr>
              <a:defRPr/>
            </a:pPr>
            <a:endParaRPr lang="de-DE" sz="700"/>
          </a:p>
        </p:txBody>
      </p:sp>
      <p:sp>
        <p:nvSpPr>
          <p:cNvPr id="24" name="Freeform 5"/>
          <p:cNvSpPr/>
          <p:nvPr userDrawn="1"/>
        </p:nvSpPr>
        <p:spPr bwMode="auto">
          <a:xfrm>
            <a:off x="-172348" y="-51867"/>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25" name="Freeform 6"/>
          <p:cNvSpPr/>
          <p:nvPr userDrawn="1"/>
        </p:nvSpPr>
        <p:spPr bwMode="auto">
          <a:xfrm rot="7860678">
            <a:off x="92445" y="8538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5"/>
            <a:stretch/>
          </a:blipFill>
        </p:spPr>
        <p:txBody>
          <a:bodyPr/>
          <a:lstStyle/>
          <a:p>
            <a:pPr>
              <a:defRPr/>
            </a:pPr>
            <a:endParaRPr lang="de-DE" sz="700"/>
          </a:p>
        </p:txBody>
      </p:sp>
      <p:sp>
        <p:nvSpPr>
          <p:cNvPr id="26" name="Freeform 8"/>
          <p:cNvSpPr/>
          <p:nvPr userDrawn="1"/>
        </p:nvSpPr>
        <p:spPr bwMode="auto">
          <a:xfrm rot="-458312">
            <a:off x="8464614" y="-142622"/>
            <a:ext cx="1577896" cy="1921634"/>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3"/>
            <a:stretch/>
          </a:blipFill>
        </p:spPr>
        <p:txBody>
          <a:bodyPr/>
          <a:lstStyle/>
          <a:p>
            <a:pPr>
              <a:defRPr/>
            </a:pPr>
            <a:endParaRPr lang="de-DE" sz="700"/>
          </a:p>
        </p:txBody>
      </p:sp>
      <p:sp>
        <p:nvSpPr>
          <p:cNvPr id="27" name="Freeform 9"/>
          <p:cNvSpPr/>
          <p:nvPr userDrawn="1"/>
        </p:nvSpPr>
        <p:spPr bwMode="auto">
          <a:xfrm rot="1296289">
            <a:off x="7714580" y="-12777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6"/>
            <a:stretch/>
          </a:blipFill>
        </p:spPr>
        <p:txBody>
          <a:bodyPr/>
          <a:lstStyle/>
          <a:p>
            <a:pPr>
              <a:defRPr/>
            </a:pPr>
            <a:endParaRPr lang="de-DE" sz="700"/>
          </a:p>
        </p:txBody>
      </p:sp>
      <p:sp>
        <p:nvSpPr>
          <p:cNvPr id="28" name="Freeform 10"/>
          <p:cNvSpPr/>
          <p:nvPr userDrawn="1"/>
        </p:nvSpPr>
        <p:spPr bwMode="auto">
          <a:xfrm rot="-2487859">
            <a:off x="871470" y="-5358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6"/>
            <a:stretch/>
          </a:blipFill>
        </p:spPr>
        <p:txBody>
          <a:bodyPr/>
          <a:lstStyle/>
          <a:p>
            <a:pPr>
              <a:defRPr/>
            </a:pPr>
            <a:endParaRPr lang="de-DE" sz="700"/>
          </a:p>
        </p:txBody>
      </p:sp>
      <p:sp>
        <p:nvSpPr>
          <p:cNvPr id="29" name="Freeform 11"/>
          <p:cNvSpPr/>
          <p:nvPr userDrawn="1"/>
        </p:nvSpPr>
        <p:spPr bwMode="auto">
          <a:xfrm rot="1296289">
            <a:off x="-539000" y="2932679"/>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6"/>
            <a:stretch/>
          </a:blipFill>
        </p:spPr>
        <p:txBody>
          <a:bodyPr/>
          <a:lstStyle/>
          <a:p>
            <a:pPr>
              <a:defRPr/>
            </a:pPr>
            <a:endParaRPr lang="de-DE" sz="700"/>
          </a:p>
        </p:txBody>
      </p:sp>
      <p:sp>
        <p:nvSpPr>
          <p:cNvPr id="30" name="Freeform 12"/>
          <p:cNvSpPr/>
          <p:nvPr userDrawn="1"/>
        </p:nvSpPr>
        <p:spPr bwMode="auto">
          <a:xfrm rot="1597264">
            <a:off x="8671394" y="60427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5"/>
            <a:stretch/>
          </a:blipFill>
        </p:spPr>
        <p:txBody>
          <a:bodyPr/>
          <a:lstStyle/>
          <a:p>
            <a:pPr>
              <a:defRPr/>
            </a:pPr>
            <a:endParaRPr lang="de-DE" sz="700"/>
          </a:p>
        </p:txBody>
      </p:sp>
      <p:sp>
        <p:nvSpPr>
          <p:cNvPr id="31" name="Freeform 5"/>
          <p:cNvSpPr/>
          <p:nvPr userDrawn="1"/>
        </p:nvSpPr>
        <p:spPr bwMode="auto">
          <a:xfrm rot="7999432">
            <a:off x="8522608" y="3367698"/>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4"/>
            <a:stretch/>
          </a:blipFill>
        </p:spPr>
        <p:txBody>
          <a:bodyPr/>
          <a:lstStyle/>
          <a:p>
            <a:pPr>
              <a:defRPr/>
            </a:pPr>
            <a:endParaRPr lang="de-DE" sz="700"/>
          </a:p>
        </p:txBody>
      </p:sp>
      <p:sp>
        <p:nvSpPr>
          <p:cNvPr id="32" name="Freeform 7"/>
          <p:cNvSpPr/>
          <p:nvPr userDrawn="1"/>
        </p:nvSpPr>
        <p:spPr bwMode="auto">
          <a:xfrm rot="7860678">
            <a:off x="8125978" y="4092803"/>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5"/>
            <a:stretch/>
          </a:blipFill>
        </p:spPr>
        <p:txBody>
          <a:bodyPr/>
          <a:lstStyle/>
          <a:p>
            <a:pPr>
              <a:defRPr/>
            </a:pPr>
            <a:endParaRPr lang="de-DE" sz="7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Bild mit Überschrift">
    <p:spTree>
      <p:nvGrpSpPr>
        <p:cNvPr id="1" name=""/>
        <p:cNvGrpSpPr/>
        <p:nvPr/>
      </p:nvGrpSpPr>
      <p:grpSpPr bwMode="auto">
        <a:xfrm>
          <a:off x="0" y="0"/>
          <a:ext cx="0" cy="0"/>
          <a:chOff x="0" y="0"/>
          <a:chExt cx="0" cy="0"/>
        </a:xfrm>
      </p:grpSpPr>
      <p:sp>
        <p:nvSpPr>
          <p:cNvPr id="3" name="Bildplatzhalter 2"/>
          <p:cNvSpPr>
            <a:spLocks noGrp="1"/>
          </p:cNvSpPr>
          <p:nvPr>
            <p:ph type="pic" idx="1"/>
          </p:nvPr>
        </p:nvSpPr>
        <p:spPr bwMode="auto">
          <a:xfrm>
            <a:off x="3887788" y="740569"/>
            <a:ext cx="4284212" cy="3655219"/>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pPr>
              <a:defRPr/>
            </a:pPr>
            <a:endParaRPr lang="de-DE"/>
          </a:p>
        </p:txBody>
      </p:sp>
      <p:sp>
        <p:nvSpPr>
          <p:cNvPr id="8" name="Freeform 2"/>
          <p:cNvSpPr/>
          <p:nvPr userDrawn="1"/>
        </p:nvSpPr>
        <p:spPr bwMode="auto">
          <a:xfrm>
            <a:off x="-494409" y="3653516"/>
            <a:ext cx="1249582" cy="1197327"/>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9"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11" name="Freeform 5"/>
          <p:cNvSpPr/>
          <p:nvPr userDrawn="1"/>
        </p:nvSpPr>
        <p:spPr bwMode="auto">
          <a:xfrm>
            <a:off x="-172348" y="-51867"/>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2" name="Freeform 6"/>
          <p:cNvSpPr/>
          <p:nvPr userDrawn="1"/>
        </p:nvSpPr>
        <p:spPr bwMode="auto">
          <a:xfrm rot="7860678">
            <a:off x="92445" y="8538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4" name="Freeform 8"/>
          <p:cNvSpPr/>
          <p:nvPr userDrawn="1"/>
        </p:nvSpPr>
        <p:spPr bwMode="auto">
          <a:xfrm rot="-458312">
            <a:off x="8464614" y="-142622"/>
            <a:ext cx="1577896" cy="1921634"/>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5" name="Freeform 9"/>
          <p:cNvSpPr/>
          <p:nvPr userDrawn="1"/>
        </p:nvSpPr>
        <p:spPr bwMode="auto">
          <a:xfrm rot="1296289">
            <a:off x="7714580" y="-127772"/>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6" name="Freeform 10"/>
          <p:cNvSpPr/>
          <p:nvPr userDrawn="1"/>
        </p:nvSpPr>
        <p:spPr bwMode="auto">
          <a:xfrm rot="-2487859">
            <a:off x="871470" y="-53583"/>
            <a:ext cx="881884" cy="747195"/>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7" name="Freeform 11"/>
          <p:cNvSpPr/>
          <p:nvPr userDrawn="1"/>
        </p:nvSpPr>
        <p:spPr bwMode="auto">
          <a:xfrm rot="1296289">
            <a:off x="-539000" y="2932679"/>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8" name="Freeform 12"/>
          <p:cNvSpPr/>
          <p:nvPr userDrawn="1"/>
        </p:nvSpPr>
        <p:spPr bwMode="auto">
          <a:xfrm rot="1597264">
            <a:off x="8671394" y="604272"/>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
        <p:nvSpPr>
          <p:cNvPr id="19"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6"/>
            <a:stretch/>
          </a:blipFill>
        </p:spPr>
        <p:txBody>
          <a:bodyPr/>
          <a:lstStyle/>
          <a:p>
            <a:pPr>
              <a:defRPr/>
            </a:pPr>
            <a:endParaRPr lang="de-DE" sz="700"/>
          </a:p>
        </p:txBody>
      </p:sp>
      <p:sp>
        <p:nvSpPr>
          <p:cNvPr id="20" name="Titel 1"/>
          <p:cNvSpPr txBox="1"/>
          <p:nvPr userDrawn="1"/>
        </p:nvSpPr>
        <p:spPr bwMode="auto">
          <a:xfrm>
            <a:off x="972000" y="740569"/>
            <a:ext cx="2617783" cy="630000"/>
          </a:xfrm>
          <a:prstGeom prst="rect">
            <a:avLst/>
          </a:prstGeom>
        </p:spPr>
        <p:txBody>
          <a:bodyPr vert="horz" lIns="45720" tIns="22860" rIns="45720" bIns="22860" rtlCol="0" anchor="b">
            <a:normAutofit/>
          </a:bodyPr>
          <a:lstStyle>
            <a:lvl1pPr algn="l" defTabSz="914400">
              <a:lnSpc>
                <a:spcPct val="90000"/>
              </a:lnSpc>
              <a:spcBef>
                <a:spcPts val="0"/>
              </a:spcBef>
              <a:buNone/>
              <a:defRPr sz="3200">
                <a:solidFill>
                  <a:schemeClr val="tx1"/>
                </a:solidFill>
                <a:latin typeface="+mj-lt"/>
                <a:ea typeface="+mj-ea"/>
                <a:cs typeface="+mj-cs"/>
              </a:defRPr>
            </a:lvl1pPr>
          </a:lstStyle>
          <a:p>
            <a:pPr>
              <a:defRPr/>
            </a:pPr>
            <a:r>
              <a:rPr lang="de-DE" sz="1600"/>
              <a:t>Überschrift</a:t>
            </a:r>
            <a:endParaRPr/>
          </a:p>
        </p:txBody>
      </p:sp>
      <p:sp>
        <p:nvSpPr>
          <p:cNvPr id="22" name="Textplatzhalter 3"/>
          <p:cNvSpPr>
            <a:spLocks noGrp="1"/>
          </p:cNvSpPr>
          <p:nvPr>
            <p:ph type="body" sz="half" idx="11"/>
          </p:nvPr>
        </p:nvSpPr>
        <p:spPr bwMode="auto">
          <a:xfrm>
            <a:off x="972000" y="1543050"/>
            <a:ext cx="2607019" cy="2859088"/>
          </a:xfrm>
        </p:spPr>
        <p:txBody>
          <a:bodyPr/>
          <a:lstStyle>
            <a:lvl1pPr marL="0" indent="0">
              <a:buNone/>
              <a:defRPr sz="800"/>
            </a:lvl1pPr>
            <a:lvl2pPr marL="228600" indent="0">
              <a:buNone/>
              <a:defRPr sz="700"/>
            </a:lvl2pPr>
            <a:lvl3pPr marL="457200" indent="0">
              <a:buNone/>
              <a:defRPr sz="600"/>
            </a:lvl3pPr>
            <a:lvl4pPr marL="685800" indent="0">
              <a:buNone/>
              <a:defRPr sz="500"/>
            </a:lvl4pPr>
            <a:lvl5pPr marL="914400" indent="0">
              <a:buNone/>
              <a:defRPr sz="500"/>
            </a:lvl5pPr>
            <a:lvl6pPr marL="1143000" indent="0">
              <a:buNone/>
              <a:defRPr sz="500"/>
            </a:lvl6pPr>
            <a:lvl7pPr marL="1371600" indent="0">
              <a:buNone/>
              <a:defRPr sz="500"/>
            </a:lvl7pPr>
            <a:lvl8pPr marL="1600200" indent="0">
              <a:buNone/>
              <a:defRPr sz="500"/>
            </a:lvl8pPr>
            <a:lvl9pPr marL="1828800" indent="0">
              <a:buNone/>
              <a:defRPr sz="500"/>
            </a:lvl9pPr>
          </a:lstStyle>
          <a:p>
            <a:pPr lvl="0">
              <a:defRPr/>
            </a:pPr>
            <a:r>
              <a:rPr lang="de-DE"/>
              <a:t>Mastertextformat bearbeiten</a:t>
            </a:r>
            <a:endParaRPr/>
          </a:p>
        </p:txBody>
      </p:sp>
      <p:sp>
        <p:nvSpPr>
          <p:cNvPr id="24" name="Freeform 5"/>
          <p:cNvSpPr/>
          <p:nvPr userDrawn="1"/>
        </p:nvSpPr>
        <p:spPr bwMode="auto">
          <a:xfrm rot="7999432">
            <a:off x="8522608" y="3367698"/>
            <a:ext cx="1398987" cy="1267883"/>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3" name="Freeform 7"/>
          <p:cNvSpPr/>
          <p:nvPr userDrawn="1"/>
        </p:nvSpPr>
        <p:spPr bwMode="auto">
          <a:xfrm rot="7860678">
            <a:off x="8125978" y="4092803"/>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Fragen">
    <p:spTree>
      <p:nvGrpSpPr>
        <p:cNvPr id="1" name=""/>
        <p:cNvGrpSpPr/>
        <p:nvPr/>
      </p:nvGrpSpPr>
      <p:grpSpPr bwMode="auto">
        <a:xfrm>
          <a:off x="0" y="0"/>
          <a:ext cx="0" cy="0"/>
          <a:chOff x="0" y="0"/>
          <a:chExt cx="0" cy="0"/>
        </a:xfrm>
      </p:grpSpPr>
      <p:sp>
        <p:nvSpPr>
          <p:cNvPr id="4" name="Rechteck 3"/>
          <p:cNvSpPr/>
          <p:nvPr userDrawn="1"/>
        </p:nvSpPr>
        <p:spPr bwMode="auto">
          <a:xfrm>
            <a:off x="1093141" y="1201564"/>
            <a:ext cx="6858000" cy="3118967"/>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ctrTitle" hasCustomPrompt="1"/>
          </p:nvPr>
        </p:nvSpPr>
        <p:spPr bwMode="auto">
          <a:xfrm>
            <a:off x="1102822" y="1205384"/>
            <a:ext cx="6858000" cy="3115147"/>
          </a:xfrm>
        </p:spPr>
        <p:txBody>
          <a:bodyPr anchor="ctr"/>
          <a:lstStyle>
            <a:lvl1pPr algn="ctr">
              <a:defRPr sz="3000"/>
            </a:lvl1pPr>
          </a:lstStyle>
          <a:p>
            <a:pPr>
              <a:defRPr/>
            </a:pPr>
            <a:r>
              <a:rPr lang="de-DE"/>
              <a:t>Gibt es offene Fragen?</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8">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Abschied">
    <p:spTree>
      <p:nvGrpSpPr>
        <p:cNvPr id="1" name=""/>
        <p:cNvGrpSpPr/>
        <p:nvPr/>
      </p:nvGrpSpPr>
      <p:grpSpPr bwMode="auto">
        <a:xfrm>
          <a:off x="0" y="0"/>
          <a:ext cx="0" cy="0"/>
          <a:chOff x="0" y="0"/>
          <a:chExt cx="0" cy="0"/>
        </a:xfrm>
      </p:grpSpPr>
      <p:sp>
        <p:nvSpPr>
          <p:cNvPr id="4" name="Rechteck 3"/>
          <p:cNvSpPr/>
          <p:nvPr userDrawn="1"/>
        </p:nvSpPr>
        <p:spPr bwMode="auto">
          <a:xfrm>
            <a:off x="1102822" y="1197109"/>
            <a:ext cx="6858000" cy="3118967"/>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defRPr/>
            </a:pPr>
            <a:endParaRPr lang="de-DE" sz="700"/>
          </a:p>
        </p:txBody>
      </p:sp>
      <p:sp>
        <p:nvSpPr>
          <p:cNvPr id="2" name="Titel 1"/>
          <p:cNvSpPr>
            <a:spLocks noGrp="1"/>
          </p:cNvSpPr>
          <p:nvPr>
            <p:ph type="ctrTitle" hasCustomPrompt="1"/>
          </p:nvPr>
        </p:nvSpPr>
        <p:spPr bwMode="auto">
          <a:xfrm>
            <a:off x="1102822" y="1205384"/>
            <a:ext cx="6858000" cy="3110692"/>
          </a:xfrm>
        </p:spPr>
        <p:txBody>
          <a:bodyPr anchor="ctr"/>
          <a:lstStyle>
            <a:lvl1pPr algn="ctr">
              <a:defRPr sz="3000"/>
            </a:lvl1pPr>
          </a:lstStyle>
          <a:p>
            <a:pPr>
              <a:defRPr/>
            </a:pPr>
            <a:r>
              <a:rPr lang="de-DE"/>
              <a:t>Schön das Ihr da wart!</a:t>
            </a:r>
            <a:br>
              <a:rPr lang="de-DE"/>
            </a:br>
            <a:r>
              <a:rPr lang="de-DE"/>
              <a:t>Bis nächste Woche </a:t>
            </a:r>
            <a:endParaRPr/>
          </a:p>
        </p:txBody>
      </p:sp>
      <p:sp>
        <p:nvSpPr>
          <p:cNvPr id="7" name="Freeform 2"/>
          <p:cNvSpPr/>
          <p:nvPr userDrawn="1"/>
        </p:nvSpPr>
        <p:spPr bwMode="auto">
          <a:xfrm>
            <a:off x="-631546" y="2102047"/>
            <a:ext cx="1249582" cy="2757382"/>
          </a:xfrm>
          <a:custGeom>
            <a:avLst/>
            <a:gdLst/>
            <a:ahLst/>
            <a:cxnLst/>
            <a:rect l="l" t="t" r="r" b="b"/>
            <a:pathLst>
              <a:path w="2499164" h="2394654" extrusionOk="0">
                <a:moveTo>
                  <a:pt x="0" y="0"/>
                </a:moveTo>
                <a:lnTo>
                  <a:pt x="2499165" y="0"/>
                </a:lnTo>
                <a:lnTo>
                  <a:pt x="2499165" y="2394654"/>
                </a:lnTo>
                <a:lnTo>
                  <a:pt x="0" y="2394654"/>
                </a:lnTo>
                <a:lnTo>
                  <a:pt x="0" y="0"/>
                </a:lnTo>
                <a:close/>
              </a:path>
            </a:pathLst>
          </a:custGeom>
          <a:blipFill>
            <a:blip r:embed="rId2"/>
            <a:stretch/>
          </a:blipFill>
        </p:spPr>
        <p:txBody>
          <a:bodyPr/>
          <a:lstStyle/>
          <a:p>
            <a:pPr>
              <a:defRPr/>
            </a:pPr>
            <a:endParaRPr lang="de-DE" sz="700"/>
          </a:p>
        </p:txBody>
      </p:sp>
      <p:sp>
        <p:nvSpPr>
          <p:cNvPr id="8" name="Freeform 3"/>
          <p:cNvSpPr/>
          <p:nvPr userDrawn="1"/>
        </p:nvSpPr>
        <p:spPr bwMode="auto">
          <a:xfrm rot="4680788">
            <a:off x="8128709" y="4135491"/>
            <a:ext cx="1317917" cy="1262805"/>
          </a:xfrm>
          <a:custGeom>
            <a:avLst/>
            <a:gdLst/>
            <a:ahLst/>
            <a:cxnLst/>
            <a:rect l="l" t="t" r="r" b="b"/>
            <a:pathLst>
              <a:path w="2635834" h="2525609" extrusionOk="0">
                <a:moveTo>
                  <a:pt x="0" y="0"/>
                </a:moveTo>
                <a:lnTo>
                  <a:pt x="2635835" y="0"/>
                </a:lnTo>
                <a:lnTo>
                  <a:pt x="2635835" y="2525608"/>
                </a:lnTo>
                <a:lnTo>
                  <a:pt x="0" y="2525608"/>
                </a:lnTo>
                <a:lnTo>
                  <a:pt x="0" y="0"/>
                </a:lnTo>
                <a:close/>
              </a:path>
            </a:pathLst>
          </a:custGeom>
          <a:blipFill>
            <a:blip r:embed="rId2"/>
            <a:stretch/>
          </a:blipFill>
        </p:spPr>
        <p:txBody>
          <a:bodyPr/>
          <a:lstStyle/>
          <a:p>
            <a:pPr>
              <a:defRPr/>
            </a:pPr>
            <a:endParaRPr lang="de-DE" sz="700"/>
          </a:p>
        </p:txBody>
      </p:sp>
      <p:sp>
        <p:nvSpPr>
          <p:cNvPr id="9" name="Freeform 4"/>
          <p:cNvSpPr/>
          <p:nvPr userDrawn="1"/>
        </p:nvSpPr>
        <p:spPr bwMode="auto">
          <a:xfrm>
            <a:off x="7716851" y="3566735"/>
            <a:ext cx="1752955" cy="1708334"/>
          </a:xfrm>
          <a:custGeom>
            <a:avLst/>
            <a:gdLst/>
            <a:ahLst/>
            <a:cxnLst/>
            <a:rect l="l" t="t" r="r" b="b"/>
            <a:pathLst>
              <a:path w="3505909" h="3416667" extrusionOk="0">
                <a:moveTo>
                  <a:pt x="0" y="0"/>
                </a:moveTo>
                <a:lnTo>
                  <a:pt x="3505909" y="0"/>
                </a:lnTo>
                <a:lnTo>
                  <a:pt x="3505909" y="3416668"/>
                </a:lnTo>
                <a:lnTo>
                  <a:pt x="0" y="3416668"/>
                </a:lnTo>
                <a:lnTo>
                  <a:pt x="0" y="0"/>
                </a:lnTo>
                <a:close/>
              </a:path>
            </a:pathLst>
          </a:custGeom>
          <a:blipFill>
            <a:blip r:embed="rId3"/>
            <a:stretch/>
          </a:blipFill>
        </p:spPr>
        <p:txBody>
          <a:bodyPr/>
          <a:lstStyle/>
          <a:p>
            <a:pPr>
              <a:defRPr/>
            </a:pPr>
            <a:endParaRPr lang="de-DE" sz="700"/>
          </a:p>
        </p:txBody>
      </p:sp>
      <p:sp>
        <p:nvSpPr>
          <p:cNvPr id="10" name="Freeform 5"/>
          <p:cNvSpPr/>
          <p:nvPr userDrawn="1"/>
        </p:nvSpPr>
        <p:spPr bwMode="auto">
          <a:xfrm>
            <a:off x="-120597" y="73093"/>
            <a:ext cx="1406614" cy="1390931"/>
          </a:xfrm>
          <a:custGeom>
            <a:avLst/>
            <a:gdLst/>
            <a:ahLst/>
            <a:cxnLst/>
            <a:rect l="l" t="t" r="r" b="b"/>
            <a:pathLst>
              <a:path w="2085371" h="2032289" extrusionOk="0">
                <a:moveTo>
                  <a:pt x="0" y="0"/>
                </a:moveTo>
                <a:lnTo>
                  <a:pt x="2085371" y="0"/>
                </a:lnTo>
                <a:lnTo>
                  <a:pt x="2085371" y="2032289"/>
                </a:lnTo>
                <a:lnTo>
                  <a:pt x="0" y="2032289"/>
                </a:lnTo>
                <a:lnTo>
                  <a:pt x="0" y="0"/>
                </a:lnTo>
                <a:close/>
              </a:path>
            </a:pathLst>
          </a:custGeom>
          <a:blipFill>
            <a:blip r:embed="rId3"/>
            <a:stretch/>
          </a:blipFill>
        </p:spPr>
        <p:txBody>
          <a:bodyPr/>
          <a:lstStyle/>
          <a:p>
            <a:pPr>
              <a:defRPr/>
            </a:pPr>
            <a:endParaRPr lang="de-DE" sz="700"/>
          </a:p>
        </p:txBody>
      </p:sp>
      <p:sp>
        <p:nvSpPr>
          <p:cNvPr id="11" name="Freeform 6"/>
          <p:cNvSpPr/>
          <p:nvPr userDrawn="1"/>
        </p:nvSpPr>
        <p:spPr bwMode="auto">
          <a:xfrm rot="7860678">
            <a:off x="31650" y="157853"/>
            <a:ext cx="800477" cy="745172"/>
          </a:xfrm>
          <a:custGeom>
            <a:avLst/>
            <a:gdLst/>
            <a:ahLst/>
            <a:cxnLst/>
            <a:rect l="l" t="t" r="r" b="b"/>
            <a:pathLst>
              <a:path w="1600955" h="1490343" extrusionOk="0">
                <a:moveTo>
                  <a:pt x="0" y="0"/>
                </a:moveTo>
                <a:lnTo>
                  <a:pt x="1600954" y="0"/>
                </a:lnTo>
                <a:lnTo>
                  <a:pt x="1600954" y="1490343"/>
                </a:lnTo>
                <a:lnTo>
                  <a:pt x="0" y="1490343"/>
                </a:lnTo>
                <a:lnTo>
                  <a:pt x="0" y="0"/>
                </a:lnTo>
                <a:close/>
              </a:path>
            </a:pathLst>
          </a:custGeom>
          <a:blipFill>
            <a:blip r:embed="rId4"/>
            <a:stretch/>
          </a:blipFill>
        </p:spPr>
        <p:txBody>
          <a:bodyPr/>
          <a:lstStyle/>
          <a:p>
            <a:pPr>
              <a:defRPr/>
            </a:pPr>
            <a:endParaRPr lang="de-DE" sz="700"/>
          </a:p>
        </p:txBody>
      </p:sp>
      <p:sp>
        <p:nvSpPr>
          <p:cNvPr id="12" name="Freeform 7"/>
          <p:cNvSpPr/>
          <p:nvPr userDrawn="1"/>
        </p:nvSpPr>
        <p:spPr bwMode="auto">
          <a:xfrm rot="7860678">
            <a:off x="7965339" y="3691202"/>
            <a:ext cx="1121852" cy="1044342"/>
          </a:xfrm>
          <a:custGeom>
            <a:avLst/>
            <a:gdLst/>
            <a:ahLst/>
            <a:cxnLst/>
            <a:rect l="l" t="t" r="r" b="b"/>
            <a:pathLst>
              <a:path w="2243704" h="2088684" extrusionOk="0">
                <a:moveTo>
                  <a:pt x="0" y="0"/>
                </a:moveTo>
                <a:lnTo>
                  <a:pt x="2243704" y="0"/>
                </a:lnTo>
                <a:lnTo>
                  <a:pt x="2243704" y="2088684"/>
                </a:lnTo>
                <a:lnTo>
                  <a:pt x="0" y="2088684"/>
                </a:lnTo>
                <a:lnTo>
                  <a:pt x="0" y="0"/>
                </a:lnTo>
                <a:close/>
              </a:path>
            </a:pathLst>
          </a:custGeom>
          <a:blipFill>
            <a:blip r:embed="rId4"/>
            <a:stretch/>
          </a:blipFill>
        </p:spPr>
        <p:txBody>
          <a:bodyPr/>
          <a:lstStyle/>
          <a:p>
            <a:pPr>
              <a:defRPr/>
            </a:pPr>
            <a:endParaRPr lang="de-DE" sz="700"/>
          </a:p>
        </p:txBody>
      </p:sp>
      <p:sp>
        <p:nvSpPr>
          <p:cNvPr id="13" name="Freeform 8"/>
          <p:cNvSpPr/>
          <p:nvPr userDrawn="1"/>
        </p:nvSpPr>
        <p:spPr bwMode="auto">
          <a:xfrm rot="-458312">
            <a:off x="8134661" y="-239338"/>
            <a:ext cx="1577896" cy="1511911"/>
          </a:xfrm>
          <a:custGeom>
            <a:avLst/>
            <a:gdLst/>
            <a:ahLst/>
            <a:cxnLst/>
            <a:rect l="l" t="t" r="r" b="b"/>
            <a:pathLst>
              <a:path w="3155791" h="3023821" extrusionOk="0">
                <a:moveTo>
                  <a:pt x="0" y="0"/>
                </a:moveTo>
                <a:lnTo>
                  <a:pt x="3155790" y="0"/>
                </a:lnTo>
                <a:lnTo>
                  <a:pt x="3155790" y="3023821"/>
                </a:lnTo>
                <a:lnTo>
                  <a:pt x="0" y="3023821"/>
                </a:lnTo>
                <a:lnTo>
                  <a:pt x="0" y="0"/>
                </a:lnTo>
                <a:close/>
              </a:path>
            </a:pathLst>
          </a:custGeom>
          <a:blipFill>
            <a:blip r:embed="rId2"/>
            <a:stretch/>
          </a:blipFill>
        </p:spPr>
        <p:txBody>
          <a:bodyPr/>
          <a:lstStyle/>
          <a:p>
            <a:pPr>
              <a:defRPr/>
            </a:pPr>
            <a:endParaRPr lang="de-DE" sz="700"/>
          </a:p>
        </p:txBody>
      </p:sp>
      <p:sp>
        <p:nvSpPr>
          <p:cNvPr id="14" name="Freeform 9"/>
          <p:cNvSpPr/>
          <p:nvPr userDrawn="1"/>
        </p:nvSpPr>
        <p:spPr bwMode="auto">
          <a:xfrm rot="1296289">
            <a:off x="8160002" y="756299"/>
            <a:ext cx="1132800" cy="959791"/>
          </a:xfrm>
          <a:custGeom>
            <a:avLst/>
            <a:gdLst/>
            <a:ahLst/>
            <a:cxnLst/>
            <a:rect l="l" t="t" r="r" b="b"/>
            <a:pathLst>
              <a:path w="2265599" h="1919581" extrusionOk="0">
                <a:moveTo>
                  <a:pt x="0" y="0"/>
                </a:moveTo>
                <a:lnTo>
                  <a:pt x="2265600" y="0"/>
                </a:lnTo>
                <a:lnTo>
                  <a:pt x="2265600" y="1919581"/>
                </a:lnTo>
                <a:lnTo>
                  <a:pt x="0" y="1919581"/>
                </a:lnTo>
                <a:lnTo>
                  <a:pt x="0" y="0"/>
                </a:lnTo>
                <a:close/>
              </a:path>
            </a:pathLst>
          </a:custGeom>
          <a:blipFill>
            <a:blip r:embed="rId5"/>
            <a:stretch/>
          </a:blipFill>
        </p:spPr>
        <p:txBody>
          <a:bodyPr/>
          <a:lstStyle/>
          <a:p>
            <a:pPr>
              <a:defRPr/>
            </a:pPr>
            <a:endParaRPr lang="de-DE" sz="700"/>
          </a:p>
        </p:txBody>
      </p:sp>
      <p:sp>
        <p:nvSpPr>
          <p:cNvPr id="15" name="Freeform 10"/>
          <p:cNvSpPr/>
          <p:nvPr userDrawn="1"/>
        </p:nvSpPr>
        <p:spPr bwMode="auto">
          <a:xfrm rot="-2487859">
            <a:off x="897473" y="-138746"/>
            <a:ext cx="1080876" cy="901059"/>
          </a:xfrm>
          <a:custGeom>
            <a:avLst/>
            <a:gdLst/>
            <a:ahLst/>
            <a:cxnLst/>
            <a:rect l="l" t="t" r="r" b="b"/>
            <a:pathLst>
              <a:path w="1763767" h="1494392" extrusionOk="0">
                <a:moveTo>
                  <a:pt x="0" y="0"/>
                </a:moveTo>
                <a:lnTo>
                  <a:pt x="1763767" y="0"/>
                </a:lnTo>
                <a:lnTo>
                  <a:pt x="1763767" y="1494392"/>
                </a:lnTo>
                <a:lnTo>
                  <a:pt x="0" y="1494392"/>
                </a:lnTo>
                <a:lnTo>
                  <a:pt x="0" y="0"/>
                </a:lnTo>
                <a:close/>
              </a:path>
            </a:pathLst>
          </a:custGeom>
          <a:blipFill>
            <a:blip r:embed="rId5"/>
            <a:stretch/>
          </a:blipFill>
        </p:spPr>
        <p:txBody>
          <a:bodyPr/>
          <a:lstStyle/>
          <a:p>
            <a:pPr>
              <a:defRPr/>
            </a:pPr>
            <a:endParaRPr lang="de-DE" sz="700"/>
          </a:p>
        </p:txBody>
      </p:sp>
      <p:sp>
        <p:nvSpPr>
          <p:cNvPr id="16" name="Freeform 11"/>
          <p:cNvSpPr/>
          <p:nvPr userDrawn="1"/>
        </p:nvSpPr>
        <p:spPr bwMode="auto">
          <a:xfrm rot="1296289">
            <a:off x="-184880" y="3939896"/>
            <a:ext cx="1215140" cy="1029555"/>
          </a:xfrm>
          <a:custGeom>
            <a:avLst/>
            <a:gdLst/>
            <a:ahLst/>
            <a:cxnLst/>
            <a:rect l="l" t="t" r="r" b="b"/>
            <a:pathLst>
              <a:path w="2430280" h="2059110" extrusionOk="0">
                <a:moveTo>
                  <a:pt x="0" y="0"/>
                </a:moveTo>
                <a:lnTo>
                  <a:pt x="2430281" y="0"/>
                </a:lnTo>
                <a:lnTo>
                  <a:pt x="2430281" y="2059110"/>
                </a:lnTo>
                <a:lnTo>
                  <a:pt x="0" y="2059110"/>
                </a:lnTo>
                <a:lnTo>
                  <a:pt x="0" y="0"/>
                </a:lnTo>
                <a:close/>
              </a:path>
            </a:pathLst>
          </a:custGeom>
          <a:blipFill>
            <a:blip r:embed="rId5"/>
            <a:stretch/>
          </a:blipFill>
        </p:spPr>
        <p:txBody>
          <a:bodyPr/>
          <a:lstStyle/>
          <a:p>
            <a:pPr>
              <a:defRPr/>
            </a:pPr>
            <a:endParaRPr lang="de-DE" sz="700"/>
          </a:p>
        </p:txBody>
      </p:sp>
      <p:sp>
        <p:nvSpPr>
          <p:cNvPr id="17" name="Freeform 12"/>
          <p:cNvSpPr/>
          <p:nvPr userDrawn="1"/>
        </p:nvSpPr>
        <p:spPr bwMode="auto">
          <a:xfrm rot="7628196">
            <a:off x="7650425" y="279861"/>
            <a:ext cx="969584" cy="902595"/>
          </a:xfrm>
          <a:custGeom>
            <a:avLst/>
            <a:gdLst/>
            <a:ahLst/>
            <a:cxnLst/>
            <a:rect l="l" t="t" r="r" b="b"/>
            <a:pathLst>
              <a:path w="1939168" h="1805189" extrusionOk="0">
                <a:moveTo>
                  <a:pt x="0" y="0"/>
                </a:moveTo>
                <a:lnTo>
                  <a:pt x="1939169" y="0"/>
                </a:lnTo>
                <a:lnTo>
                  <a:pt x="1939169" y="1805189"/>
                </a:lnTo>
                <a:lnTo>
                  <a:pt x="0" y="1805189"/>
                </a:lnTo>
                <a:lnTo>
                  <a:pt x="0" y="0"/>
                </a:lnTo>
                <a:close/>
              </a:path>
            </a:pathLst>
          </a:custGeom>
          <a:blipFill>
            <a:blip r:embed="rId4"/>
            <a:stretch/>
          </a:blipFill>
        </p:spPr>
        <p:txBody>
          <a:bodyPr/>
          <a:lstStyle/>
          <a:p>
            <a:pPr>
              <a:defRPr/>
            </a:pPr>
            <a:endParaRPr lang="de-DE" sz="70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Icons">
    <p:spTree>
      <p:nvGrpSpPr>
        <p:cNvPr id="1" name=""/>
        <p:cNvGrpSpPr/>
        <p:nvPr/>
      </p:nvGrpSpPr>
      <p:grpSpPr bwMode="auto">
        <a:xfrm>
          <a:off x="0" y="0"/>
          <a:ext cx="0" cy="0"/>
          <a:chOff x="0" y="0"/>
          <a:chExt cx="0" cy="0"/>
        </a:xfrm>
      </p:grpSpPr>
      <p:pic>
        <p:nvPicPr>
          <p:cNvPr id="6" name="Grafik 5"/>
          <p:cNvPicPr>
            <a:picLocks noChangeAspect="1"/>
          </p:cNvPicPr>
          <p:nvPr userDrawn="1"/>
        </p:nvPicPr>
        <p:blipFill>
          <a:blip r:embed="rId2"/>
          <a:stretch/>
        </p:blipFill>
        <p:spPr bwMode="auto">
          <a:xfrm>
            <a:off x="7938453" y="2403662"/>
            <a:ext cx="1186907" cy="796382"/>
          </a:xfrm>
          <a:prstGeom prst="rect">
            <a:avLst/>
          </a:prstGeom>
        </p:spPr>
      </p:pic>
      <p:pic>
        <p:nvPicPr>
          <p:cNvPr id="18" name="Grafik 17"/>
          <p:cNvPicPr>
            <a:picLocks noChangeAspect="1"/>
          </p:cNvPicPr>
          <p:nvPr userDrawn="1"/>
        </p:nvPicPr>
        <p:blipFill>
          <a:blip r:embed="rId3"/>
          <a:stretch/>
        </p:blipFill>
        <p:spPr bwMode="auto">
          <a:xfrm>
            <a:off x="6010783" y="3445901"/>
            <a:ext cx="751320" cy="796382"/>
          </a:xfrm>
          <a:prstGeom prst="rect">
            <a:avLst/>
          </a:prstGeom>
        </p:spPr>
      </p:pic>
      <p:pic>
        <p:nvPicPr>
          <p:cNvPr id="19" name="Grafik 18"/>
          <p:cNvPicPr>
            <a:picLocks noChangeAspect="1"/>
          </p:cNvPicPr>
          <p:nvPr userDrawn="1"/>
        </p:nvPicPr>
        <p:blipFill>
          <a:blip r:embed="rId4"/>
          <a:stretch/>
        </p:blipFill>
        <p:spPr bwMode="auto">
          <a:xfrm>
            <a:off x="6819900" y="3319345"/>
            <a:ext cx="974652" cy="796382"/>
          </a:xfrm>
          <a:prstGeom prst="rect">
            <a:avLst/>
          </a:prstGeom>
        </p:spPr>
      </p:pic>
      <p:pic>
        <p:nvPicPr>
          <p:cNvPr id="20" name="Grafik 19"/>
          <p:cNvPicPr>
            <a:picLocks noChangeAspect="1"/>
          </p:cNvPicPr>
          <p:nvPr userDrawn="1"/>
        </p:nvPicPr>
        <p:blipFill>
          <a:blip r:embed="rId5"/>
          <a:stretch/>
        </p:blipFill>
        <p:spPr bwMode="auto">
          <a:xfrm>
            <a:off x="4838862" y="3461046"/>
            <a:ext cx="1129342" cy="796382"/>
          </a:xfrm>
          <a:prstGeom prst="rect">
            <a:avLst/>
          </a:prstGeom>
        </p:spPr>
      </p:pic>
      <p:pic>
        <p:nvPicPr>
          <p:cNvPr id="21" name="Grafik 20"/>
          <p:cNvPicPr>
            <a:picLocks noChangeAspect="1"/>
          </p:cNvPicPr>
          <p:nvPr userDrawn="1"/>
        </p:nvPicPr>
        <p:blipFill>
          <a:blip r:embed="rId6"/>
          <a:stretch/>
        </p:blipFill>
        <p:spPr bwMode="auto">
          <a:xfrm>
            <a:off x="5663452" y="2532242"/>
            <a:ext cx="1016933" cy="796382"/>
          </a:xfrm>
          <a:prstGeom prst="rect">
            <a:avLst/>
          </a:prstGeom>
        </p:spPr>
      </p:pic>
      <p:pic>
        <p:nvPicPr>
          <p:cNvPr id="22" name="Grafik 21"/>
          <p:cNvPicPr>
            <a:picLocks noChangeAspect="1"/>
          </p:cNvPicPr>
          <p:nvPr userDrawn="1"/>
        </p:nvPicPr>
        <p:blipFill>
          <a:blip r:embed="rId7"/>
          <a:stretch/>
        </p:blipFill>
        <p:spPr bwMode="auto">
          <a:xfrm>
            <a:off x="7242634" y="1610492"/>
            <a:ext cx="887671" cy="796382"/>
          </a:xfrm>
          <a:prstGeom prst="rect">
            <a:avLst/>
          </a:prstGeom>
        </p:spPr>
      </p:pic>
      <p:pic>
        <p:nvPicPr>
          <p:cNvPr id="23" name="Grafik 22"/>
          <p:cNvPicPr>
            <a:picLocks noChangeAspect="1"/>
          </p:cNvPicPr>
          <p:nvPr userDrawn="1"/>
        </p:nvPicPr>
        <p:blipFill>
          <a:blip r:embed="rId8"/>
          <a:stretch/>
        </p:blipFill>
        <p:spPr bwMode="auto">
          <a:xfrm>
            <a:off x="8110215" y="4263375"/>
            <a:ext cx="1040121" cy="796382"/>
          </a:xfrm>
          <a:prstGeom prst="rect">
            <a:avLst/>
          </a:prstGeom>
        </p:spPr>
      </p:pic>
      <p:pic>
        <p:nvPicPr>
          <p:cNvPr id="24" name="Grafik 23"/>
          <p:cNvPicPr>
            <a:picLocks noChangeAspect="1"/>
          </p:cNvPicPr>
          <p:nvPr userDrawn="1"/>
        </p:nvPicPr>
        <p:blipFill>
          <a:blip r:embed="rId9"/>
          <a:stretch/>
        </p:blipFill>
        <p:spPr bwMode="auto">
          <a:xfrm>
            <a:off x="1174630" y="2400004"/>
            <a:ext cx="1096610" cy="796382"/>
          </a:xfrm>
          <a:prstGeom prst="rect">
            <a:avLst/>
          </a:prstGeom>
        </p:spPr>
      </p:pic>
      <p:pic>
        <p:nvPicPr>
          <p:cNvPr id="25" name="Grafik 24" descr="Ein Bild, das Mann, stehend, Schnee, haltend enthält.&#10;&#10;Automatisch generierte Beschreibung"/>
          <p:cNvPicPr>
            <a:picLocks noChangeAspect="1"/>
          </p:cNvPicPr>
          <p:nvPr userDrawn="1"/>
        </p:nvPicPr>
        <p:blipFill>
          <a:blip r:embed="rId10"/>
          <a:stretch/>
        </p:blipFill>
        <p:spPr bwMode="auto">
          <a:xfrm>
            <a:off x="8046601" y="1573302"/>
            <a:ext cx="1078758" cy="796382"/>
          </a:xfrm>
          <a:prstGeom prst="rect">
            <a:avLst/>
          </a:prstGeom>
        </p:spPr>
      </p:pic>
      <p:grpSp>
        <p:nvGrpSpPr>
          <p:cNvPr id="27" name="Google Shape;418;p40"/>
          <p:cNvGrpSpPr>
            <a:grpSpLocks noChangeAspect="1"/>
          </p:cNvGrpSpPr>
          <p:nvPr userDrawn="1"/>
        </p:nvGrpSpPr>
        <p:grpSpPr bwMode="auto">
          <a:xfrm>
            <a:off x="1485260" y="1915657"/>
            <a:ext cx="598450" cy="419877"/>
            <a:chOff x="559275" y="1683950"/>
            <a:chExt cx="466500" cy="327300"/>
          </a:xfrm>
        </p:grpSpPr>
        <p:sp>
          <p:nvSpPr>
            <p:cNvPr id="28" name="Google Shape;419;p40"/>
            <p:cNvSpPr/>
            <p:nvPr/>
          </p:nvSpPr>
          <p:spPr bwMode="auto">
            <a:xfrm>
              <a:off x="559275" y="1683950"/>
              <a:ext cx="466500" cy="197850"/>
            </a:xfrm>
            <a:custGeom>
              <a:avLst/>
              <a:gdLst/>
              <a:ahLst/>
              <a:cxnLst/>
              <a:rect l="l" t="t" r="r" b="b"/>
              <a:pathLst>
                <a:path w="18660" h="7914" extrusionOk="0">
                  <a:moveTo>
                    <a:pt x="391" y="1"/>
                  </a:moveTo>
                  <a:lnTo>
                    <a:pt x="293" y="50"/>
                  </a:lnTo>
                  <a:lnTo>
                    <a:pt x="220" y="74"/>
                  </a:lnTo>
                  <a:lnTo>
                    <a:pt x="147" y="147"/>
                  </a:lnTo>
                  <a:lnTo>
                    <a:pt x="74" y="221"/>
                  </a:lnTo>
                  <a:lnTo>
                    <a:pt x="49" y="294"/>
                  </a:lnTo>
                  <a:lnTo>
                    <a:pt x="0" y="392"/>
                  </a:lnTo>
                  <a:lnTo>
                    <a:pt x="0" y="489"/>
                  </a:lnTo>
                  <a:lnTo>
                    <a:pt x="0" y="1173"/>
                  </a:lnTo>
                  <a:lnTo>
                    <a:pt x="9330" y="7914"/>
                  </a:lnTo>
                  <a:lnTo>
                    <a:pt x="18659" y="1173"/>
                  </a:lnTo>
                  <a:lnTo>
                    <a:pt x="18659" y="489"/>
                  </a:lnTo>
                  <a:lnTo>
                    <a:pt x="18659" y="392"/>
                  </a:lnTo>
                  <a:lnTo>
                    <a:pt x="18611" y="294"/>
                  </a:lnTo>
                  <a:lnTo>
                    <a:pt x="18586" y="221"/>
                  </a:lnTo>
                  <a:lnTo>
                    <a:pt x="18513" y="147"/>
                  </a:lnTo>
                  <a:lnTo>
                    <a:pt x="18440" y="74"/>
                  </a:lnTo>
                  <a:lnTo>
                    <a:pt x="18366" y="50"/>
                  </a:lnTo>
                  <a:lnTo>
                    <a:pt x="1826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29" name="Google Shape;420;p40"/>
            <p:cNvSpPr/>
            <p:nvPr/>
          </p:nvSpPr>
          <p:spPr bwMode="auto">
            <a:xfrm>
              <a:off x="559275" y="1727925"/>
              <a:ext cx="466500" cy="283325"/>
            </a:xfrm>
            <a:custGeom>
              <a:avLst/>
              <a:gdLst/>
              <a:ahLst/>
              <a:cxnLst/>
              <a:rect l="l" t="t" r="r" b="b"/>
              <a:pathLst>
                <a:path w="18660" h="11333" extrusionOk="0">
                  <a:moveTo>
                    <a:pt x="0" y="0"/>
                  </a:moveTo>
                  <a:lnTo>
                    <a:pt x="0" y="10844"/>
                  </a:lnTo>
                  <a:lnTo>
                    <a:pt x="0" y="10917"/>
                  </a:lnTo>
                  <a:lnTo>
                    <a:pt x="5129" y="7230"/>
                  </a:lnTo>
                  <a:lnTo>
                    <a:pt x="5227" y="7181"/>
                  </a:lnTo>
                  <a:lnTo>
                    <a:pt x="5325" y="7181"/>
                  </a:lnTo>
                  <a:lnTo>
                    <a:pt x="5398" y="7205"/>
                  </a:lnTo>
                  <a:lnTo>
                    <a:pt x="5471" y="7278"/>
                  </a:lnTo>
                  <a:lnTo>
                    <a:pt x="5520" y="7376"/>
                  </a:lnTo>
                  <a:lnTo>
                    <a:pt x="5520" y="7474"/>
                  </a:lnTo>
                  <a:lnTo>
                    <a:pt x="5471" y="7547"/>
                  </a:lnTo>
                  <a:lnTo>
                    <a:pt x="5422" y="7620"/>
                  </a:lnTo>
                  <a:lnTo>
                    <a:pt x="318" y="11308"/>
                  </a:lnTo>
                  <a:lnTo>
                    <a:pt x="415" y="11333"/>
                  </a:lnTo>
                  <a:lnTo>
                    <a:pt x="18244" y="11333"/>
                  </a:lnTo>
                  <a:lnTo>
                    <a:pt x="18342" y="11308"/>
                  </a:lnTo>
                  <a:lnTo>
                    <a:pt x="13238" y="7620"/>
                  </a:lnTo>
                  <a:lnTo>
                    <a:pt x="13189" y="7547"/>
                  </a:lnTo>
                  <a:lnTo>
                    <a:pt x="13140" y="7474"/>
                  </a:lnTo>
                  <a:lnTo>
                    <a:pt x="13140" y="7376"/>
                  </a:lnTo>
                  <a:lnTo>
                    <a:pt x="13189" y="7278"/>
                  </a:lnTo>
                  <a:lnTo>
                    <a:pt x="13262" y="7205"/>
                  </a:lnTo>
                  <a:lnTo>
                    <a:pt x="13335" y="7181"/>
                  </a:lnTo>
                  <a:lnTo>
                    <a:pt x="13433" y="7181"/>
                  </a:lnTo>
                  <a:lnTo>
                    <a:pt x="13531" y="7230"/>
                  </a:lnTo>
                  <a:lnTo>
                    <a:pt x="18659" y="10917"/>
                  </a:lnTo>
                  <a:lnTo>
                    <a:pt x="18659" y="10844"/>
                  </a:lnTo>
                  <a:lnTo>
                    <a:pt x="18659" y="0"/>
                  </a:lnTo>
                  <a:lnTo>
                    <a:pt x="9476" y="6643"/>
                  </a:lnTo>
                  <a:lnTo>
                    <a:pt x="9403" y="6692"/>
                  </a:lnTo>
                  <a:lnTo>
                    <a:pt x="9257" y="6692"/>
                  </a:lnTo>
                  <a:lnTo>
                    <a:pt x="9183" y="6643"/>
                  </a:lnTo>
                  <a:lnTo>
                    <a:pt x="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0" name="Google Shape;421;p40"/>
          <p:cNvGrpSpPr>
            <a:grpSpLocks noChangeAspect="1"/>
          </p:cNvGrpSpPr>
          <p:nvPr userDrawn="1"/>
        </p:nvGrpSpPr>
        <p:grpSpPr bwMode="auto">
          <a:xfrm>
            <a:off x="455258" y="371497"/>
            <a:ext cx="602899" cy="590266"/>
            <a:chOff x="1233350" y="1619250"/>
            <a:chExt cx="466500" cy="456725"/>
          </a:xfrm>
        </p:grpSpPr>
        <p:sp>
          <p:nvSpPr>
            <p:cNvPr id="31" name="Google Shape;422;p40"/>
            <p:cNvSpPr/>
            <p:nvPr/>
          </p:nvSpPr>
          <p:spPr bwMode="auto">
            <a:xfrm>
              <a:off x="1233350" y="1619250"/>
              <a:ext cx="466500" cy="456725"/>
            </a:xfrm>
            <a:custGeom>
              <a:avLst/>
              <a:gdLst/>
              <a:ahLst/>
              <a:cxnLst/>
              <a:rect l="l" t="t" r="r" b="b"/>
              <a:pathLst>
                <a:path w="18660" h="18269" extrusionOk="0">
                  <a:moveTo>
                    <a:pt x="14923" y="5080"/>
                  </a:moveTo>
                  <a:lnTo>
                    <a:pt x="14923" y="9037"/>
                  </a:lnTo>
                  <a:lnTo>
                    <a:pt x="17316" y="7913"/>
                  </a:lnTo>
                  <a:lnTo>
                    <a:pt x="9476" y="13579"/>
                  </a:lnTo>
                  <a:lnTo>
                    <a:pt x="9403" y="13604"/>
                  </a:lnTo>
                  <a:lnTo>
                    <a:pt x="9330" y="13628"/>
                  </a:lnTo>
                  <a:lnTo>
                    <a:pt x="9257" y="13604"/>
                  </a:lnTo>
                  <a:lnTo>
                    <a:pt x="9183" y="13579"/>
                  </a:lnTo>
                  <a:lnTo>
                    <a:pt x="1344" y="7913"/>
                  </a:lnTo>
                  <a:lnTo>
                    <a:pt x="3737" y="9037"/>
                  </a:lnTo>
                  <a:lnTo>
                    <a:pt x="3737" y="5080"/>
                  </a:lnTo>
                  <a:close/>
                  <a:moveTo>
                    <a:pt x="9330" y="0"/>
                  </a:moveTo>
                  <a:lnTo>
                    <a:pt x="0" y="6741"/>
                  </a:lnTo>
                  <a:lnTo>
                    <a:pt x="0" y="17780"/>
                  </a:lnTo>
                  <a:lnTo>
                    <a:pt x="0" y="17853"/>
                  </a:lnTo>
                  <a:lnTo>
                    <a:pt x="5129" y="14165"/>
                  </a:lnTo>
                  <a:lnTo>
                    <a:pt x="5227" y="14117"/>
                  </a:lnTo>
                  <a:lnTo>
                    <a:pt x="5325" y="14117"/>
                  </a:lnTo>
                  <a:lnTo>
                    <a:pt x="5398" y="14141"/>
                  </a:lnTo>
                  <a:lnTo>
                    <a:pt x="5471" y="14214"/>
                  </a:lnTo>
                  <a:lnTo>
                    <a:pt x="5520" y="14312"/>
                  </a:lnTo>
                  <a:lnTo>
                    <a:pt x="5520" y="14385"/>
                  </a:lnTo>
                  <a:lnTo>
                    <a:pt x="5471" y="14483"/>
                  </a:lnTo>
                  <a:lnTo>
                    <a:pt x="5422" y="14556"/>
                  </a:lnTo>
                  <a:lnTo>
                    <a:pt x="318" y="18244"/>
                  </a:lnTo>
                  <a:lnTo>
                    <a:pt x="416" y="18244"/>
                  </a:lnTo>
                  <a:lnTo>
                    <a:pt x="489" y="18268"/>
                  </a:lnTo>
                  <a:lnTo>
                    <a:pt x="18171" y="18268"/>
                  </a:lnTo>
                  <a:lnTo>
                    <a:pt x="18244" y="18244"/>
                  </a:lnTo>
                  <a:lnTo>
                    <a:pt x="18342" y="18244"/>
                  </a:lnTo>
                  <a:lnTo>
                    <a:pt x="13238" y="14556"/>
                  </a:lnTo>
                  <a:lnTo>
                    <a:pt x="13189" y="14483"/>
                  </a:lnTo>
                  <a:lnTo>
                    <a:pt x="13140" y="14385"/>
                  </a:lnTo>
                  <a:lnTo>
                    <a:pt x="13140" y="14312"/>
                  </a:lnTo>
                  <a:lnTo>
                    <a:pt x="13189" y="14214"/>
                  </a:lnTo>
                  <a:lnTo>
                    <a:pt x="13262" y="14141"/>
                  </a:lnTo>
                  <a:lnTo>
                    <a:pt x="13335" y="14117"/>
                  </a:lnTo>
                  <a:lnTo>
                    <a:pt x="13433" y="14117"/>
                  </a:lnTo>
                  <a:lnTo>
                    <a:pt x="13531" y="14165"/>
                  </a:lnTo>
                  <a:lnTo>
                    <a:pt x="18660" y="17853"/>
                  </a:lnTo>
                  <a:lnTo>
                    <a:pt x="18660" y="17780"/>
                  </a:lnTo>
                  <a:lnTo>
                    <a:pt x="18660" y="6741"/>
                  </a:lnTo>
                  <a:lnTo>
                    <a:pt x="9330"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2" name="Google Shape;423;p40"/>
            <p:cNvSpPr/>
            <p:nvPr/>
          </p:nvSpPr>
          <p:spPr bwMode="auto">
            <a:xfrm>
              <a:off x="1382325" y="1792025"/>
              <a:ext cx="168550" cy="12250"/>
            </a:xfrm>
            <a:custGeom>
              <a:avLst/>
              <a:gdLst/>
              <a:ahLst/>
              <a:cxnLst/>
              <a:rect l="l" t="t" r="r" b="b"/>
              <a:pathLst>
                <a:path w="6742" h="490" extrusionOk="0">
                  <a:moveTo>
                    <a:pt x="147" y="1"/>
                  </a:move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3" name="Google Shape;424;p40"/>
            <p:cNvSpPr/>
            <p:nvPr/>
          </p:nvSpPr>
          <p:spPr bwMode="auto">
            <a:xfrm>
              <a:off x="1382325" y="1825000"/>
              <a:ext cx="168550" cy="12250"/>
            </a:xfrm>
            <a:custGeom>
              <a:avLst/>
              <a:gdLst/>
              <a:ahLst/>
              <a:cxnLst/>
              <a:rect l="l" t="t" r="r" b="b"/>
              <a:pathLst>
                <a:path w="6742" h="490" extrusionOk="0">
                  <a:moveTo>
                    <a:pt x="245" y="1"/>
                  </a:moveTo>
                  <a:lnTo>
                    <a:pt x="147" y="25"/>
                  </a:lnTo>
                  <a:lnTo>
                    <a:pt x="74" y="74"/>
                  </a:lnTo>
                  <a:lnTo>
                    <a:pt x="25" y="147"/>
                  </a:lnTo>
                  <a:lnTo>
                    <a:pt x="1" y="245"/>
                  </a:lnTo>
                  <a:lnTo>
                    <a:pt x="25" y="343"/>
                  </a:lnTo>
                  <a:lnTo>
                    <a:pt x="74" y="416"/>
                  </a:lnTo>
                  <a:lnTo>
                    <a:pt x="147" y="465"/>
                  </a:lnTo>
                  <a:lnTo>
                    <a:pt x="245" y="489"/>
                  </a:lnTo>
                  <a:lnTo>
                    <a:pt x="6497" y="489"/>
                  </a:lnTo>
                  <a:lnTo>
                    <a:pt x="6595" y="465"/>
                  </a:lnTo>
                  <a:lnTo>
                    <a:pt x="6668" y="416"/>
                  </a:lnTo>
                  <a:lnTo>
                    <a:pt x="6717" y="343"/>
                  </a:lnTo>
                  <a:lnTo>
                    <a:pt x="6741" y="245"/>
                  </a:lnTo>
                  <a:lnTo>
                    <a:pt x="6717" y="147"/>
                  </a:lnTo>
                  <a:lnTo>
                    <a:pt x="6668" y="74"/>
                  </a:lnTo>
                  <a:lnTo>
                    <a:pt x="6595" y="25"/>
                  </a:lnTo>
                  <a:lnTo>
                    <a:pt x="649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4" name="Google Shape;425;p40"/>
            <p:cNvSpPr/>
            <p:nvPr/>
          </p:nvSpPr>
          <p:spPr bwMode="auto">
            <a:xfrm>
              <a:off x="1382325" y="1858575"/>
              <a:ext cx="70850" cy="12250"/>
            </a:xfrm>
            <a:custGeom>
              <a:avLst/>
              <a:gdLst/>
              <a:ahLst/>
              <a:cxnLst/>
              <a:rect l="l" t="t" r="r" b="b"/>
              <a:pathLst>
                <a:path w="2834" h="490" extrusionOk="0">
                  <a:moveTo>
                    <a:pt x="245" y="1"/>
                  </a:moveTo>
                  <a:lnTo>
                    <a:pt x="147" y="25"/>
                  </a:lnTo>
                  <a:lnTo>
                    <a:pt x="74" y="74"/>
                  </a:lnTo>
                  <a:lnTo>
                    <a:pt x="25" y="147"/>
                  </a:lnTo>
                  <a:lnTo>
                    <a:pt x="1" y="245"/>
                  </a:lnTo>
                  <a:lnTo>
                    <a:pt x="25" y="343"/>
                  </a:lnTo>
                  <a:lnTo>
                    <a:pt x="74" y="416"/>
                  </a:lnTo>
                  <a:lnTo>
                    <a:pt x="147" y="465"/>
                  </a:lnTo>
                  <a:lnTo>
                    <a:pt x="245" y="489"/>
                  </a:lnTo>
                  <a:lnTo>
                    <a:pt x="2589" y="489"/>
                  </a:lnTo>
                  <a:lnTo>
                    <a:pt x="2687" y="465"/>
                  </a:lnTo>
                  <a:lnTo>
                    <a:pt x="2760" y="416"/>
                  </a:lnTo>
                  <a:lnTo>
                    <a:pt x="2809" y="343"/>
                  </a:lnTo>
                  <a:lnTo>
                    <a:pt x="2834" y="245"/>
                  </a:lnTo>
                  <a:lnTo>
                    <a:pt x="2809" y="147"/>
                  </a:lnTo>
                  <a:lnTo>
                    <a:pt x="2760" y="74"/>
                  </a:lnTo>
                  <a:lnTo>
                    <a:pt x="2687" y="25"/>
                  </a:lnTo>
                  <a:lnTo>
                    <a:pt x="258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5" name="Google Shape;426;p40"/>
          <p:cNvGrpSpPr>
            <a:grpSpLocks noChangeAspect="1"/>
          </p:cNvGrpSpPr>
          <p:nvPr userDrawn="1"/>
        </p:nvGrpSpPr>
        <p:grpSpPr bwMode="auto">
          <a:xfrm>
            <a:off x="3044197" y="1787344"/>
            <a:ext cx="487469" cy="487469"/>
            <a:chOff x="1922075" y="1629000"/>
            <a:chExt cx="437200" cy="437200"/>
          </a:xfrm>
        </p:grpSpPr>
        <p:sp>
          <p:nvSpPr>
            <p:cNvPr id="36"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37"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grpSp>
        <p:nvGrpSpPr>
          <p:cNvPr id="38" name="Google Shape;429;p40"/>
          <p:cNvGrpSpPr>
            <a:grpSpLocks noChangeAspect="1"/>
          </p:cNvGrpSpPr>
          <p:nvPr userDrawn="1"/>
        </p:nvGrpSpPr>
        <p:grpSpPr bwMode="auto">
          <a:xfrm>
            <a:off x="2257175" y="1768498"/>
            <a:ext cx="502567" cy="502567"/>
            <a:chOff x="2594325" y="1627175"/>
            <a:chExt cx="440850" cy="440850"/>
          </a:xfrm>
        </p:grpSpPr>
        <p:sp>
          <p:nvSpPr>
            <p:cNvPr id="39" name="Google Shape;430;p40"/>
            <p:cNvSpPr/>
            <p:nvPr/>
          </p:nvSpPr>
          <p:spPr bwMode="auto">
            <a:xfrm>
              <a:off x="2594325" y="1890950"/>
              <a:ext cx="177075" cy="177075"/>
            </a:xfrm>
            <a:custGeom>
              <a:avLst/>
              <a:gdLst/>
              <a:ahLst/>
              <a:cxnLst/>
              <a:rect l="l" t="t" r="r" b="b"/>
              <a:pathLst>
                <a:path w="7083" h="7083" extrusionOk="0">
                  <a:moveTo>
                    <a:pt x="5544" y="0"/>
                  </a:moveTo>
                  <a:lnTo>
                    <a:pt x="538" y="5984"/>
                  </a:lnTo>
                  <a:lnTo>
                    <a:pt x="0" y="7083"/>
                  </a:lnTo>
                  <a:lnTo>
                    <a:pt x="1099" y="6546"/>
                  </a:lnTo>
                  <a:lnTo>
                    <a:pt x="7083" y="1539"/>
                  </a:lnTo>
                  <a:lnTo>
                    <a:pt x="5544"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0" name="Google Shape;431;p40"/>
            <p:cNvSpPr/>
            <p:nvPr/>
          </p:nvSpPr>
          <p:spPr bwMode="auto">
            <a:xfrm>
              <a:off x="2858700" y="1627175"/>
              <a:ext cx="176475" cy="176475"/>
            </a:xfrm>
            <a:custGeom>
              <a:avLst/>
              <a:gdLst/>
              <a:ahLst/>
              <a:cxnLst/>
              <a:rect l="l" t="t" r="r" b="b"/>
              <a:pathLst>
                <a:path w="7059" h="7059" extrusionOk="0">
                  <a:moveTo>
                    <a:pt x="904" y="1"/>
                  </a:moveTo>
                  <a:lnTo>
                    <a:pt x="782" y="25"/>
                  </a:lnTo>
                  <a:lnTo>
                    <a:pt x="684" y="98"/>
                  </a:lnTo>
                  <a:lnTo>
                    <a:pt x="611" y="147"/>
                  </a:lnTo>
                  <a:lnTo>
                    <a:pt x="489" y="294"/>
                  </a:lnTo>
                  <a:lnTo>
                    <a:pt x="367" y="440"/>
                  </a:lnTo>
                  <a:lnTo>
                    <a:pt x="294" y="587"/>
                  </a:lnTo>
                  <a:lnTo>
                    <a:pt x="196" y="733"/>
                  </a:lnTo>
                  <a:lnTo>
                    <a:pt x="74" y="1051"/>
                  </a:lnTo>
                  <a:lnTo>
                    <a:pt x="0" y="1393"/>
                  </a:lnTo>
                  <a:lnTo>
                    <a:pt x="0" y="1735"/>
                  </a:lnTo>
                  <a:lnTo>
                    <a:pt x="25" y="2052"/>
                  </a:lnTo>
                  <a:lnTo>
                    <a:pt x="123" y="2394"/>
                  </a:lnTo>
                  <a:lnTo>
                    <a:pt x="269" y="2711"/>
                  </a:lnTo>
                  <a:lnTo>
                    <a:pt x="4348" y="6790"/>
                  </a:lnTo>
                  <a:lnTo>
                    <a:pt x="4665" y="6937"/>
                  </a:lnTo>
                  <a:lnTo>
                    <a:pt x="5007" y="7034"/>
                  </a:lnTo>
                  <a:lnTo>
                    <a:pt x="5325" y="7059"/>
                  </a:lnTo>
                  <a:lnTo>
                    <a:pt x="5667" y="7059"/>
                  </a:lnTo>
                  <a:lnTo>
                    <a:pt x="6008" y="6986"/>
                  </a:lnTo>
                  <a:lnTo>
                    <a:pt x="6326" y="6863"/>
                  </a:lnTo>
                  <a:lnTo>
                    <a:pt x="6473" y="6766"/>
                  </a:lnTo>
                  <a:lnTo>
                    <a:pt x="6619" y="6692"/>
                  </a:lnTo>
                  <a:lnTo>
                    <a:pt x="6766" y="6570"/>
                  </a:lnTo>
                  <a:lnTo>
                    <a:pt x="6912" y="6448"/>
                  </a:lnTo>
                  <a:lnTo>
                    <a:pt x="6961" y="6375"/>
                  </a:lnTo>
                  <a:lnTo>
                    <a:pt x="7034" y="6277"/>
                  </a:lnTo>
                  <a:lnTo>
                    <a:pt x="7059" y="6155"/>
                  </a:lnTo>
                  <a:lnTo>
                    <a:pt x="7059" y="6057"/>
                  </a:lnTo>
                  <a:lnTo>
                    <a:pt x="7059" y="5960"/>
                  </a:lnTo>
                  <a:lnTo>
                    <a:pt x="7034" y="5862"/>
                  </a:lnTo>
                  <a:lnTo>
                    <a:pt x="6961" y="5764"/>
                  </a:lnTo>
                  <a:lnTo>
                    <a:pt x="6912" y="5667"/>
                  </a:lnTo>
                  <a:lnTo>
                    <a:pt x="1393" y="147"/>
                  </a:lnTo>
                  <a:lnTo>
                    <a:pt x="1295" y="98"/>
                  </a:lnTo>
                  <a:lnTo>
                    <a:pt x="1197" y="25"/>
                  </a:lnTo>
                  <a:lnTo>
                    <a:pt x="1099"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1" name="Google Shape;432;p40"/>
            <p:cNvSpPr/>
            <p:nvPr/>
          </p:nvSpPr>
          <p:spPr bwMode="auto">
            <a:xfrm>
              <a:off x="2663325" y="1702275"/>
              <a:ext cx="296750" cy="296775"/>
            </a:xfrm>
            <a:custGeom>
              <a:avLst/>
              <a:gdLst/>
              <a:ahLst/>
              <a:cxnLst/>
              <a:rect l="l" t="t" r="r" b="b"/>
              <a:pathLst>
                <a:path w="11870" h="11871" extrusionOk="0">
                  <a:moveTo>
                    <a:pt x="7718" y="1295"/>
                  </a:moveTo>
                  <a:lnTo>
                    <a:pt x="7815" y="1319"/>
                  </a:lnTo>
                  <a:lnTo>
                    <a:pt x="7889" y="1368"/>
                  </a:lnTo>
                  <a:lnTo>
                    <a:pt x="7938" y="1442"/>
                  </a:lnTo>
                  <a:lnTo>
                    <a:pt x="7938" y="1515"/>
                  </a:lnTo>
                  <a:lnTo>
                    <a:pt x="7938" y="1588"/>
                  </a:lnTo>
                  <a:lnTo>
                    <a:pt x="7889" y="1661"/>
                  </a:lnTo>
                  <a:lnTo>
                    <a:pt x="5862" y="3664"/>
                  </a:lnTo>
                  <a:lnTo>
                    <a:pt x="5788" y="3713"/>
                  </a:lnTo>
                  <a:lnTo>
                    <a:pt x="5715" y="3737"/>
                  </a:lnTo>
                  <a:lnTo>
                    <a:pt x="5642" y="3713"/>
                  </a:lnTo>
                  <a:lnTo>
                    <a:pt x="5569" y="3664"/>
                  </a:lnTo>
                  <a:lnTo>
                    <a:pt x="5520" y="3591"/>
                  </a:lnTo>
                  <a:lnTo>
                    <a:pt x="5495" y="3517"/>
                  </a:lnTo>
                  <a:lnTo>
                    <a:pt x="5520" y="3444"/>
                  </a:lnTo>
                  <a:lnTo>
                    <a:pt x="5569" y="3371"/>
                  </a:lnTo>
                  <a:lnTo>
                    <a:pt x="7571" y="1368"/>
                  </a:lnTo>
                  <a:lnTo>
                    <a:pt x="7644" y="1319"/>
                  </a:lnTo>
                  <a:lnTo>
                    <a:pt x="7718" y="1295"/>
                  </a:lnTo>
                  <a:close/>
                  <a:moveTo>
                    <a:pt x="7767" y="1"/>
                  </a:moveTo>
                  <a:lnTo>
                    <a:pt x="4885" y="2907"/>
                  </a:lnTo>
                  <a:lnTo>
                    <a:pt x="4640" y="2809"/>
                  </a:lnTo>
                  <a:lnTo>
                    <a:pt x="4396" y="2712"/>
                  </a:lnTo>
                  <a:lnTo>
                    <a:pt x="4103" y="2614"/>
                  </a:lnTo>
                  <a:lnTo>
                    <a:pt x="3810" y="2565"/>
                  </a:lnTo>
                  <a:lnTo>
                    <a:pt x="3493" y="2492"/>
                  </a:lnTo>
                  <a:lnTo>
                    <a:pt x="3175" y="2443"/>
                  </a:lnTo>
                  <a:lnTo>
                    <a:pt x="2858" y="2418"/>
                  </a:lnTo>
                  <a:lnTo>
                    <a:pt x="2247" y="2418"/>
                  </a:lnTo>
                  <a:lnTo>
                    <a:pt x="1954" y="2443"/>
                  </a:lnTo>
                  <a:lnTo>
                    <a:pt x="1636" y="2492"/>
                  </a:lnTo>
                  <a:lnTo>
                    <a:pt x="1319" y="2565"/>
                  </a:lnTo>
                  <a:lnTo>
                    <a:pt x="1001" y="2687"/>
                  </a:lnTo>
                  <a:lnTo>
                    <a:pt x="708" y="2809"/>
                  </a:lnTo>
                  <a:lnTo>
                    <a:pt x="415" y="3005"/>
                  </a:lnTo>
                  <a:lnTo>
                    <a:pt x="147" y="3224"/>
                  </a:lnTo>
                  <a:lnTo>
                    <a:pt x="73" y="3298"/>
                  </a:lnTo>
                  <a:lnTo>
                    <a:pt x="24" y="3395"/>
                  </a:lnTo>
                  <a:lnTo>
                    <a:pt x="0" y="3493"/>
                  </a:lnTo>
                  <a:lnTo>
                    <a:pt x="0" y="3615"/>
                  </a:lnTo>
                  <a:lnTo>
                    <a:pt x="0" y="3713"/>
                  </a:lnTo>
                  <a:lnTo>
                    <a:pt x="24" y="3811"/>
                  </a:lnTo>
                  <a:lnTo>
                    <a:pt x="73" y="3908"/>
                  </a:lnTo>
                  <a:lnTo>
                    <a:pt x="147" y="4006"/>
                  </a:lnTo>
                  <a:lnTo>
                    <a:pt x="7864" y="11724"/>
                  </a:lnTo>
                  <a:lnTo>
                    <a:pt x="7962" y="11797"/>
                  </a:lnTo>
                  <a:lnTo>
                    <a:pt x="8060" y="11846"/>
                  </a:lnTo>
                  <a:lnTo>
                    <a:pt x="8157" y="11870"/>
                  </a:lnTo>
                  <a:lnTo>
                    <a:pt x="8377" y="11870"/>
                  </a:lnTo>
                  <a:lnTo>
                    <a:pt x="8475" y="11846"/>
                  </a:lnTo>
                  <a:lnTo>
                    <a:pt x="8573" y="11797"/>
                  </a:lnTo>
                  <a:lnTo>
                    <a:pt x="8646" y="11724"/>
                  </a:lnTo>
                  <a:lnTo>
                    <a:pt x="8866" y="11455"/>
                  </a:lnTo>
                  <a:lnTo>
                    <a:pt x="9061" y="11162"/>
                  </a:lnTo>
                  <a:lnTo>
                    <a:pt x="9183" y="10869"/>
                  </a:lnTo>
                  <a:lnTo>
                    <a:pt x="9305" y="10551"/>
                  </a:lnTo>
                  <a:lnTo>
                    <a:pt x="9379" y="10234"/>
                  </a:lnTo>
                  <a:lnTo>
                    <a:pt x="9427" y="9916"/>
                  </a:lnTo>
                  <a:lnTo>
                    <a:pt x="9452" y="9623"/>
                  </a:lnTo>
                  <a:lnTo>
                    <a:pt x="9452" y="9330"/>
                  </a:lnTo>
                  <a:lnTo>
                    <a:pt x="9452" y="9013"/>
                  </a:lnTo>
                  <a:lnTo>
                    <a:pt x="9427" y="8695"/>
                  </a:lnTo>
                  <a:lnTo>
                    <a:pt x="9379" y="8378"/>
                  </a:lnTo>
                  <a:lnTo>
                    <a:pt x="9305" y="8060"/>
                  </a:lnTo>
                  <a:lnTo>
                    <a:pt x="9256" y="7767"/>
                  </a:lnTo>
                  <a:lnTo>
                    <a:pt x="9159" y="7474"/>
                  </a:lnTo>
                  <a:lnTo>
                    <a:pt x="9061" y="7230"/>
                  </a:lnTo>
                  <a:lnTo>
                    <a:pt x="8963" y="6986"/>
                  </a:lnTo>
                  <a:lnTo>
                    <a:pt x="11870" y="4104"/>
                  </a:lnTo>
                  <a:lnTo>
                    <a:pt x="7767"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sp>
        <p:nvSpPr>
          <p:cNvPr id="42" name="Google Shape;488;p40"/>
          <p:cNvSpPr>
            <a:spLocks noChangeAspect="1"/>
          </p:cNvSpPr>
          <p:nvPr userDrawn="1"/>
        </p:nvSpPr>
        <p:spPr bwMode="auto">
          <a:xfrm>
            <a:off x="3112532" y="862396"/>
            <a:ext cx="622970" cy="799612"/>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45713" tIns="45713" rIns="45713" bIns="45713" anchor="ctr" anchorCtr="0">
            <a:noAutofit/>
          </a:bodyPr>
          <a:lstStyle/>
          <a:p>
            <a:pPr marL="0" lvl="0" indent="0" algn="l">
              <a:spcBef>
                <a:spcPts val="0"/>
              </a:spcBef>
              <a:spcAft>
                <a:spcPts val="0"/>
              </a:spcAft>
              <a:buNone/>
              <a:defRPr/>
            </a:pPr>
            <a:endParaRPr sz="700"/>
          </a:p>
        </p:txBody>
      </p:sp>
      <p:sp>
        <p:nvSpPr>
          <p:cNvPr id="43" name="Google Shape;489;p40"/>
          <p:cNvSpPr>
            <a:spLocks noChangeAspect="1"/>
          </p:cNvSpPr>
          <p:nvPr userDrawn="1"/>
        </p:nvSpPr>
        <p:spPr bwMode="auto">
          <a:xfrm>
            <a:off x="2490469" y="856525"/>
            <a:ext cx="451964" cy="783036"/>
          </a:xfrm>
          <a:custGeom>
            <a:avLst/>
            <a:gdLst/>
            <a:ahLst/>
            <a:cxnLst/>
            <a:rect l="l" t="t" r="r" b="b"/>
            <a:pathLst>
              <a:path w="11870" h="20565" extrusionOk="0">
                <a:moveTo>
                  <a:pt x="6301" y="977"/>
                </a:moveTo>
                <a:lnTo>
                  <a:pt x="6423" y="1002"/>
                </a:lnTo>
                <a:lnTo>
                  <a:pt x="6497" y="1075"/>
                </a:lnTo>
                <a:lnTo>
                  <a:pt x="6570" y="1148"/>
                </a:lnTo>
                <a:lnTo>
                  <a:pt x="6594" y="1270"/>
                </a:lnTo>
                <a:lnTo>
                  <a:pt x="6570" y="1368"/>
                </a:lnTo>
                <a:lnTo>
                  <a:pt x="6497" y="1466"/>
                </a:lnTo>
                <a:lnTo>
                  <a:pt x="6423" y="1515"/>
                </a:lnTo>
                <a:lnTo>
                  <a:pt x="6301" y="1539"/>
                </a:lnTo>
                <a:lnTo>
                  <a:pt x="5569" y="1539"/>
                </a:lnTo>
                <a:lnTo>
                  <a:pt x="5446" y="1515"/>
                </a:lnTo>
                <a:lnTo>
                  <a:pt x="5373" y="1466"/>
                </a:lnTo>
                <a:lnTo>
                  <a:pt x="5300" y="1368"/>
                </a:lnTo>
                <a:lnTo>
                  <a:pt x="5276" y="1270"/>
                </a:lnTo>
                <a:lnTo>
                  <a:pt x="5300" y="1148"/>
                </a:lnTo>
                <a:lnTo>
                  <a:pt x="5373" y="1075"/>
                </a:lnTo>
                <a:lnTo>
                  <a:pt x="5446" y="1002"/>
                </a:lnTo>
                <a:lnTo>
                  <a:pt x="5569" y="977"/>
                </a:lnTo>
                <a:close/>
                <a:moveTo>
                  <a:pt x="10575" y="2565"/>
                </a:moveTo>
                <a:lnTo>
                  <a:pt x="10575" y="16706"/>
                </a:lnTo>
                <a:lnTo>
                  <a:pt x="1295" y="16706"/>
                </a:lnTo>
                <a:lnTo>
                  <a:pt x="1295" y="2565"/>
                </a:lnTo>
                <a:close/>
                <a:moveTo>
                  <a:pt x="5935" y="17780"/>
                </a:moveTo>
                <a:lnTo>
                  <a:pt x="6106" y="17805"/>
                </a:lnTo>
                <a:lnTo>
                  <a:pt x="6277" y="17854"/>
                </a:lnTo>
                <a:lnTo>
                  <a:pt x="6423" y="17927"/>
                </a:lnTo>
                <a:lnTo>
                  <a:pt x="6545" y="18025"/>
                </a:lnTo>
                <a:lnTo>
                  <a:pt x="6643" y="18147"/>
                </a:lnTo>
                <a:lnTo>
                  <a:pt x="6716" y="18293"/>
                </a:lnTo>
                <a:lnTo>
                  <a:pt x="6765" y="18464"/>
                </a:lnTo>
                <a:lnTo>
                  <a:pt x="6790" y="18635"/>
                </a:lnTo>
                <a:lnTo>
                  <a:pt x="6765" y="18806"/>
                </a:lnTo>
                <a:lnTo>
                  <a:pt x="6716" y="18977"/>
                </a:lnTo>
                <a:lnTo>
                  <a:pt x="6643" y="19124"/>
                </a:lnTo>
                <a:lnTo>
                  <a:pt x="6545" y="19246"/>
                </a:lnTo>
                <a:lnTo>
                  <a:pt x="6423" y="19343"/>
                </a:lnTo>
                <a:lnTo>
                  <a:pt x="6277" y="19417"/>
                </a:lnTo>
                <a:lnTo>
                  <a:pt x="6106" y="19465"/>
                </a:lnTo>
                <a:lnTo>
                  <a:pt x="5935" y="19490"/>
                </a:lnTo>
                <a:lnTo>
                  <a:pt x="5764" y="19465"/>
                </a:lnTo>
                <a:lnTo>
                  <a:pt x="5593" y="19417"/>
                </a:lnTo>
                <a:lnTo>
                  <a:pt x="5446" y="19343"/>
                </a:lnTo>
                <a:lnTo>
                  <a:pt x="5324" y="19246"/>
                </a:lnTo>
                <a:lnTo>
                  <a:pt x="5227" y="19124"/>
                </a:lnTo>
                <a:lnTo>
                  <a:pt x="5153" y="18977"/>
                </a:lnTo>
                <a:lnTo>
                  <a:pt x="5105" y="18806"/>
                </a:lnTo>
                <a:lnTo>
                  <a:pt x="5080" y="18635"/>
                </a:lnTo>
                <a:lnTo>
                  <a:pt x="5105" y="18464"/>
                </a:lnTo>
                <a:lnTo>
                  <a:pt x="5153" y="18293"/>
                </a:lnTo>
                <a:lnTo>
                  <a:pt x="5227" y="18147"/>
                </a:lnTo>
                <a:lnTo>
                  <a:pt x="5324" y="18025"/>
                </a:lnTo>
                <a:lnTo>
                  <a:pt x="5446" y="17927"/>
                </a:lnTo>
                <a:lnTo>
                  <a:pt x="5593" y="17854"/>
                </a:lnTo>
                <a:lnTo>
                  <a:pt x="5764" y="17805"/>
                </a:lnTo>
                <a:lnTo>
                  <a:pt x="5935" y="17780"/>
                </a:lnTo>
                <a:close/>
                <a:moveTo>
                  <a:pt x="1295" y="0"/>
                </a:moveTo>
                <a:lnTo>
                  <a:pt x="1026" y="25"/>
                </a:lnTo>
                <a:lnTo>
                  <a:pt x="782" y="98"/>
                </a:lnTo>
                <a:lnTo>
                  <a:pt x="562" y="220"/>
                </a:lnTo>
                <a:lnTo>
                  <a:pt x="366" y="367"/>
                </a:lnTo>
                <a:lnTo>
                  <a:pt x="220" y="562"/>
                </a:lnTo>
                <a:lnTo>
                  <a:pt x="98" y="782"/>
                </a:lnTo>
                <a:lnTo>
                  <a:pt x="25" y="1026"/>
                </a:lnTo>
                <a:lnTo>
                  <a:pt x="0" y="1295"/>
                </a:lnTo>
                <a:lnTo>
                  <a:pt x="0" y="19270"/>
                </a:lnTo>
                <a:lnTo>
                  <a:pt x="25" y="19539"/>
                </a:lnTo>
                <a:lnTo>
                  <a:pt x="98" y="19783"/>
                </a:lnTo>
                <a:lnTo>
                  <a:pt x="220" y="20003"/>
                </a:lnTo>
                <a:lnTo>
                  <a:pt x="366" y="20198"/>
                </a:lnTo>
                <a:lnTo>
                  <a:pt x="562" y="20345"/>
                </a:lnTo>
                <a:lnTo>
                  <a:pt x="782" y="20467"/>
                </a:lnTo>
                <a:lnTo>
                  <a:pt x="1026" y="20540"/>
                </a:lnTo>
                <a:lnTo>
                  <a:pt x="1295" y="20565"/>
                </a:lnTo>
                <a:lnTo>
                  <a:pt x="10575" y="20565"/>
                </a:lnTo>
                <a:lnTo>
                  <a:pt x="10844" y="20540"/>
                </a:lnTo>
                <a:lnTo>
                  <a:pt x="11088" y="20467"/>
                </a:lnTo>
                <a:lnTo>
                  <a:pt x="11308" y="20345"/>
                </a:lnTo>
                <a:lnTo>
                  <a:pt x="11503" y="20198"/>
                </a:lnTo>
                <a:lnTo>
                  <a:pt x="11650" y="20003"/>
                </a:lnTo>
                <a:lnTo>
                  <a:pt x="11772" y="19783"/>
                </a:lnTo>
                <a:lnTo>
                  <a:pt x="11845" y="19539"/>
                </a:lnTo>
                <a:lnTo>
                  <a:pt x="11870" y="19270"/>
                </a:lnTo>
                <a:lnTo>
                  <a:pt x="11870" y="1295"/>
                </a:lnTo>
                <a:lnTo>
                  <a:pt x="11845" y="1026"/>
                </a:lnTo>
                <a:lnTo>
                  <a:pt x="11772" y="782"/>
                </a:lnTo>
                <a:lnTo>
                  <a:pt x="11650" y="562"/>
                </a:lnTo>
                <a:lnTo>
                  <a:pt x="11503" y="367"/>
                </a:lnTo>
                <a:lnTo>
                  <a:pt x="11308" y="220"/>
                </a:lnTo>
                <a:lnTo>
                  <a:pt x="11088" y="98"/>
                </a:lnTo>
                <a:lnTo>
                  <a:pt x="10844" y="25"/>
                </a:lnTo>
                <a:lnTo>
                  <a:pt x="10575" y="0"/>
                </a:lnTo>
                <a:close/>
              </a:path>
            </a:pathLst>
          </a:custGeom>
          <a:solidFill>
            <a:srgbClr val="A7A4BC"/>
          </a:solidFill>
          <a:ln>
            <a:noFill/>
          </a:ln>
        </p:spPr>
        <p:txBody>
          <a:bodyPr spcFirstLastPara="1" wrap="square" lIns="45713" tIns="45713" rIns="45713" bIns="45713" anchor="ctr" anchorCtr="0">
            <a:noAutofit/>
          </a:bodyPr>
          <a:lstStyle/>
          <a:p>
            <a:pPr marL="0" lvl="0" indent="0" algn="l">
              <a:spcBef>
                <a:spcPts val="0"/>
              </a:spcBef>
              <a:spcAft>
                <a:spcPts val="0"/>
              </a:spcAft>
              <a:buNone/>
              <a:defRPr/>
            </a:pPr>
            <a:endParaRPr sz="700"/>
          </a:p>
        </p:txBody>
      </p:sp>
      <p:grpSp>
        <p:nvGrpSpPr>
          <p:cNvPr id="44" name="Google Shape;490;p40"/>
          <p:cNvGrpSpPr>
            <a:grpSpLocks noChangeAspect="1"/>
          </p:cNvGrpSpPr>
          <p:nvPr userDrawn="1"/>
        </p:nvGrpSpPr>
        <p:grpSpPr bwMode="auto">
          <a:xfrm>
            <a:off x="3953034" y="875127"/>
            <a:ext cx="811428" cy="781450"/>
            <a:chOff x="2583325" y="2972875"/>
            <a:chExt cx="462850" cy="445750"/>
          </a:xfrm>
        </p:grpSpPr>
        <p:sp>
          <p:nvSpPr>
            <p:cNvPr id="45" name="Google Shape;491;p40"/>
            <p:cNvSpPr/>
            <p:nvPr/>
          </p:nvSpPr>
          <p:spPr bwMode="auto">
            <a:xfrm>
              <a:off x="2701774" y="3323350"/>
              <a:ext cx="225950" cy="95275"/>
            </a:xfrm>
            <a:custGeom>
              <a:avLst/>
              <a:gdLst/>
              <a:ahLst/>
              <a:cxnLst/>
              <a:rect l="l" t="t" r="r" b="b"/>
              <a:pathLst>
                <a:path w="9038" h="3811" extrusionOk="0">
                  <a:moveTo>
                    <a:pt x="2956" y="1"/>
                  </a:moveTo>
                  <a:lnTo>
                    <a:pt x="2956" y="2956"/>
                  </a:lnTo>
                  <a:lnTo>
                    <a:pt x="685" y="2956"/>
                  </a:lnTo>
                  <a:lnTo>
                    <a:pt x="514" y="3005"/>
                  </a:lnTo>
                  <a:lnTo>
                    <a:pt x="367" y="3103"/>
                  </a:lnTo>
                  <a:lnTo>
                    <a:pt x="245" y="3200"/>
                  </a:lnTo>
                  <a:lnTo>
                    <a:pt x="147" y="3322"/>
                  </a:lnTo>
                  <a:lnTo>
                    <a:pt x="50" y="3469"/>
                  </a:lnTo>
                  <a:lnTo>
                    <a:pt x="1" y="3640"/>
                  </a:lnTo>
                  <a:lnTo>
                    <a:pt x="1" y="3811"/>
                  </a:lnTo>
                  <a:lnTo>
                    <a:pt x="9037" y="3811"/>
                  </a:lnTo>
                  <a:lnTo>
                    <a:pt x="9037" y="3640"/>
                  </a:lnTo>
                  <a:lnTo>
                    <a:pt x="8988" y="3469"/>
                  </a:lnTo>
                  <a:lnTo>
                    <a:pt x="8891" y="3322"/>
                  </a:lnTo>
                  <a:lnTo>
                    <a:pt x="8793" y="3200"/>
                  </a:lnTo>
                  <a:lnTo>
                    <a:pt x="8671" y="3103"/>
                  </a:lnTo>
                  <a:lnTo>
                    <a:pt x="8524" y="3005"/>
                  </a:lnTo>
                  <a:lnTo>
                    <a:pt x="8353" y="2956"/>
                  </a:lnTo>
                  <a:lnTo>
                    <a:pt x="6082" y="2956"/>
                  </a:lnTo>
                  <a:lnTo>
                    <a:pt x="6082"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sp>
          <p:nvSpPr>
            <p:cNvPr id="46" name="Google Shape;492;p40"/>
            <p:cNvSpPr/>
            <p:nvPr/>
          </p:nvSpPr>
          <p:spPr bwMode="auto">
            <a:xfrm>
              <a:off x="2583325" y="2972875"/>
              <a:ext cx="462850" cy="337075"/>
            </a:xfrm>
            <a:custGeom>
              <a:avLst/>
              <a:gdLst/>
              <a:ahLst/>
              <a:cxnLst/>
              <a:rect l="l" t="t" r="r" b="b"/>
              <a:pathLst>
                <a:path w="18514" h="13483" extrusionOk="0">
                  <a:moveTo>
                    <a:pt x="17048" y="1466"/>
                  </a:moveTo>
                  <a:lnTo>
                    <a:pt x="17048" y="12017"/>
                  </a:lnTo>
                  <a:lnTo>
                    <a:pt x="1466" y="12017"/>
                  </a:lnTo>
                  <a:lnTo>
                    <a:pt x="1466" y="1466"/>
                  </a:lnTo>
                  <a:close/>
                  <a:moveTo>
                    <a:pt x="391" y="1"/>
                  </a:moveTo>
                  <a:lnTo>
                    <a:pt x="318" y="50"/>
                  </a:lnTo>
                  <a:lnTo>
                    <a:pt x="220" y="74"/>
                  </a:lnTo>
                  <a:lnTo>
                    <a:pt x="147" y="148"/>
                  </a:lnTo>
                  <a:lnTo>
                    <a:pt x="98" y="221"/>
                  </a:lnTo>
                  <a:lnTo>
                    <a:pt x="49" y="294"/>
                  </a:lnTo>
                  <a:lnTo>
                    <a:pt x="25" y="392"/>
                  </a:lnTo>
                  <a:lnTo>
                    <a:pt x="1" y="489"/>
                  </a:lnTo>
                  <a:lnTo>
                    <a:pt x="1" y="12994"/>
                  </a:lnTo>
                  <a:lnTo>
                    <a:pt x="25" y="13092"/>
                  </a:lnTo>
                  <a:lnTo>
                    <a:pt x="49" y="13189"/>
                  </a:lnTo>
                  <a:lnTo>
                    <a:pt x="98" y="13263"/>
                  </a:lnTo>
                  <a:lnTo>
                    <a:pt x="147" y="13336"/>
                  </a:lnTo>
                  <a:lnTo>
                    <a:pt x="220" y="13409"/>
                  </a:lnTo>
                  <a:lnTo>
                    <a:pt x="318" y="13434"/>
                  </a:lnTo>
                  <a:lnTo>
                    <a:pt x="391" y="13483"/>
                  </a:lnTo>
                  <a:lnTo>
                    <a:pt x="18123" y="13483"/>
                  </a:lnTo>
                  <a:lnTo>
                    <a:pt x="18196" y="13434"/>
                  </a:lnTo>
                  <a:lnTo>
                    <a:pt x="18293" y="13409"/>
                  </a:lnTo>
                  <a:lnTo>
                    <a:pt x="18367" y="13336"/>
                  </a:lnTo>
                  <a:lnTo>
                    <a:pt x="18416" y="13263"/>
                  </a:lnTo>
                  <a:lnTo>
                    <a:pt x="18464" y="13189"/>
                  </a:lnTo>
                  <a:lnTo>
                    <a:pt x="18489" y="13092"/>
                  </a:lnTo>
                  <a:lnTo>
                    <a:pt x="18513" y="12994"/>
                  </a:lnTo>
                  <a:lnTo>
                    <a:pt x="18513" y="489"/>
                  </a:lnTo>
                  <a:lnTo>
                    <a:pt x="18489" y="392"/>
                  </a:lnTo>
                  <a:lnTo>
                    <a:pt x="18464" y="294"/>
                  </a:lnTo>
                  <a:lnTo>
                    <a:pt x="18416" y="221"/>
                  </a:lnTo>
                  <a:lnTo>
                    <a:pt x="18367" y="148"/>
                  </a:lnTo>
                  <a:lnTo>
                    <a:pt x="18293" y="74"/>
                  </a:lnTo>
                  <a:lnTo>
                    <a:pt x="18196" y="50"/>
                  </a:lnTo>
                  <a:lnTo>
                    <a:pt x="18123" y="1"/>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sz="700"/>
            </a:p>
          </p:txBody>
        </p:sp>
      </p:grpSp>
      <p:pic>
        <p:nvPicPr>
          <p:cNvPr id="58" name="Grafik 57"/>
          <p:cNvPicPr>
            <a:picLocks noChangeAspect="1"/>
          </p:cNvPicPr>
          <p:nvPr userDrawn="1"/>
        </p:nvPicPr>
        <p:blipFill>
          <a:blip r:embed="rId11"/>
          <a:stretch/>
        </p:blipFill>
        <p:spPr bwMode="auto">
          <a:xfrm>
            <a:off x="5071112" y="1825887"/>
            <a:ext cx="863029" cy="579214"/>
          </a:xfrm>
          <a:prstGeom prst="rect">
            <a:avLst/>
          </a:prstGeom>
        </p:spPr>
      </p:pic>
      <p:pic>
        <p:nvPicPr>
          <p:cNvPr id="1026" name="Picture 2"/>
          <p:cNvPicPr>
            <a:picLocks noChangeAspect="1" noChangeArrowheads="1"/>
          </p:cNvPicPr>
          <p:nvPr userDrawn="1"/>
        </p:nvPicPr>
        <p:blipFill>
          <a:blip r:embed="rId12"/>
          <a:stretch/>
        </p:blipFill>
        <p:spPr bwMode="auto">
          <a:xfrm>
            <a:off x="5850062" y="445288"/>
            <a:ext cx="1460500" cy="1054100"/>
          </a:xfrm>
          <a:prstGeom prst="rect">
            <a:avLst/>
          </a:prstGeom>
          <a:noFill/>
        </p:spPr>
      </p:pic>
      <p:pic>
        <p:nvPicPr>
          <p:cNvPr id="1028" name="Picture 4"/>
          <p:cNvPicPr>
            <a:picLocks noChangeAspect="1" noChangeArrowheads="1"/>
          </p:cNvPicPr>
          <p:nvPr userDrawn="1"/>
        </p:nvPicPr>
        <p:blipFill>
          <a:blip r:embed="rId13"/>
          <a:stretch/>
        </p:blipFill>
        <p:spPr bwMode="auto">
          <a:xfrm>
            <a:off x="7264809" y="608962"/>
            <a:ext cx="1860550" cy="1041400"/>
          </a:xfrm>
          <a:prstGeom prst="rect">
            <a:avLst/>
          </a:prstGeom>
          <a:noFill/>
        </p:spPr>
      </p:pic>
      <p:pic>
        <p:nvPicPr>
          <p:cNvPr id="1030" name="Picture 6"/>
          <p:cNvPicPr>
            <a:picLocks noChangeAspect="1" noChangeArrowheads="1"/>
          </p:cNvPicPr>
          <p:nvPr userDrawn="1"/>
        </p:nvPicPr>
        <p:blipFill>
          <a:blip r:embed="rId14"/>
          <a:stretch/>
        </p:blipFill>
        <p:spPr bwMode="auto">
          <a:xfrm>
            <a:off x="6877905" y="2425108"/>
            <a:ext cx="863029" cy="726761"/>
          </a:xfrm>
          <a:prstGeom prst="rect">
            <a:avLst/>
          </a:prstGeom>
          <a:noFill/>
        </p:spPr>
      </p:pic>
      <p:pic>
        <p:nvPicPr>
          <p:cNvPr id="1032" name="Picture 8"/>
          <p:cNvPicPr>
            <a:picLocks noChangeAspect="1" noChangeArrowheads="1"/>
          </p:cNvPicPr>
          <p:nvPr userDrawn="1"/>
        </p:nvPicPr>
        <p:blipFill>
          <a:blip r:embed="rId15"/>
          <a:stretch/>
        </p:blipFill>
        <p:spPr bwMode="auto">
          <a:xfrm>
            <a:off x="6116484" y="1547700"/>
            <a:ext cx="943808" cy="877409"/>
          </a:xfrm>
          <a:prstGeom prst="rect">
            <a:avLst/>
          </a:prstGeom>
          <a:noFill/>
        </p:spPr>
      </p:pic>
      <p:pic>
        <p:nvPicPr>
          <p:cNvPr id="1034" name="Picture 10"/>
          <p:cNvPicPr>
            <a:picLocks noChangeAspect="1" noChangeArrowheads="1"/>
          </p:cNvPicPr>
          <p:nvPr userDrawn="1"/>
        </p:nvPicPr>
        <p:blipFill>
          <a:blip r:embed="rId16"/>
          <a:stretch/>
        </p:blipFill>
        <p:spPr bwMode="auto">
          <a:xfrm>
            <a:off x="4337980" y="2706391"/>
            <a:ext cx="1310095" cy="537406"/>
          </a:xfrm>
          <a:prstGeom prst="rect">
            <a:avLst/>
          </a:prstGeom>
          <a:noFill/>
        </p:spPr>
      </p:pic>
      <p:pic>
        <p:nvPicPr>
          <p:cNvPr id="1036" name="Picture 12"/>
          <p:cNvPicPr>
            <a:picLocks noChangeAspect="1" noChangeArrowheads="1"/>
          </p:cNvPicPr>
          <p:nvPr userDrawn="1"/>
        </p:nvPicPr>
        <p:blipFill>
          <a:blip r:embed="rId17"/>
          <a:stretch/>
        </p:blipFill>
        <p:spPr bwMode="auto">
          <a:xfrm>
            <a:off x="5708567" y="4450677"/>
            <a:ext cx="1195255" cy="578612"/>
          </a:xfrm>
          <a:prstGeom prst="rect">
            <a:avLst/>
          </a:prstGeom>
          <a:noFill/>
        </p:spPr>
      </p:pic>
      <p:pic>
        <p:nvPicPr>
          <p:cNvPr id="1038" name="Picture 14"/>
          <p:cNvPicPr>
            <a:picLocks noChangeAspect="1" noChangeArrowheads="1"/>
          </p:cNvPicPr>
          <p:nvPr userDrawn="1"/>
        </p:nvPicPr>
        <p:blipFill>
          <a:blip r:embed="rId18"/>
          <a:stretch/>
        </p:blipFill>
        <p:spPr bwMode="auto">
          <a:xfrm>
            <a:off x="3651866" y="3468365"/>
            <a:ext cx="1144417" cy="793875"/>
          </a:xfrm>
          <a:prstGeom prst="rect">
            <a:avLst/>
          </a:prstGeom>
          <a:noFill/>
        </p:spPr>
      </p:pic>
      <p:pic>
        <p:nvPicPr>
          <p:cNvPr id="1039" name="Picture 15"/>
          <p:cNvPicPr>
            <a:picLocks noChangeAspect="1" noChangeArrowheads="1"/>
          </p:cNvPicPr>
          <p:nvPr userDrawn="1"/>
        </p:nvPicPr>
        <p:blipFill>
          <a:blip r:embed="rId19"/>
          <a:stretch/>
        </p:blipFill>
        <p:spPr bwMode="auto">
          <a:xfrm>
            <a:off x="8092365" y="3339198"/>
            <a:ext cx="974652" cy="759729"/>
          </a:xfrm>
          <a:prstGeom prst="rect">
            <a:avLst/>
          </a:prstGeom>
          <a:noFill/>
        </p:spPr>
      </p:pic>
      <p:pic>
        <p:nvPicPr>
          <p:cNvPr id="1040" name="Picture 16"/>
          <p:cNvPicPr>
            <a:picLocks noChangeAspect="1" noChangeArrowheads="1"/>
          </p:cNvPicPr>
          <p:nvPr userDrawn="1"/>
        </p:nvPicPr>
        <p:blipFill>
          <a:blip r:embed="rId20"/>
          <a:stretch/>
        </p:blipFill>
        <p:spPr bwMode="auto">
          <a:xfrm>
            <a:off x="2762724" y="3423649"/>
            <a:ext cx="781191" cy="788702"/>
          </a:xfrm>
          <a:prstGeom prst="rect">
            <a:avLst/>
          </a:prstGeom>
          <a:noFill/>
        </p:spPr>
      </p:pic>
      <p:pic>
        <p:nvPicPr>
          <p:cNvPr id="1045" name="Picture 21"/>
          <p:cNvPicPr>
            <a:picLocks noChangeAspect="1" noChangeArrowheads="1"/>
          </p:cNvPicPr>
          <p:nvPr userDrawn="1"/>
        </p:nvPicPr>
        <p:blipFill>
          <a:blip r:embed="rId21"/>
          <a:stretch/>
        </p:blipFill>
        <p:spPr bwMode="auto">
          <a:xfrm>
            <a:off x="4721573" y="4543052"/>
            <a:ext cx="823451" cy="489558"/>
          </a:xfrm>
          <a:prstGeom prst="rect">
            <a:avLst/>
          </a:prstGeom>
          <a:noFill/>
        </p:spPr>
      </p:pic>
      <p:pic>
        <p:nvPicPr>
          <p:cNvPr id="1047" name="Picture 23"/>
          <p:cNvPicPr>
            <a:picLocks noChangeAspect="1" noChangeArrowheads="1"/>
          </p:cNvPicPr>
          <p:nvPr userDrawn="1"/>
        </p:nvPicPr>
        <p:blipFill>
          <a:blip r:embed="rId22"/>
          <a:stretch/>
        </p:blipFill>
        <p:spPr bwMode="auto">
          <a:xfrm>
            <a:off x="2479165" y="4320618"/>
            <a:ext cx="969969" cy="681896"/>
          </a:xfrm>
          <a:prstGeom prst="rect">
            <a:avLst/>
          </a:prstGeom>
          <a:noFill/>
        </p:spPr>
      </p:pic>
      <p:pic>
        <p:nvPicPr>
          <p:cNvPr id="1048" name="Picture 24"/>
          <p:cNvPicPr>
            <a:picLocks noChangeAspect="1" noChangeArrowheads="1"/>
          </p:cNvPicPr>
          <p:nvPr userDrawn="1"/>
        </p:nvPicPr>
        <p:blipFill>
          <a:blip r:embed="rId23"/>
          <a:stretch/>
        </p:blipFill>
        <p:spPr bwMode="auto">
          <a:xfrm>
            <a:off x="3627971" y="4462442"/>
            <a:ext cx="853281" cy="568855"/>
          </a:xfrm>
          <a:prstGeom prst="rect">
            <a:avLst/>
          </a:prstGeom>
          <a:noFill/>
        </p:spPr>
      </p:pic>
      <p:pic>
        <p:nvPicPr>
          <p:cNvPr id="1050" name="Picture 26"/>
          <p:cNvPicPr>
            <a:picLocks noChangeAspect="1" noChangeArrowheads="1"/>
          </p:cNvPicPr>
          <p:nvPr userDrawn="1"/>
        </p:nvPicPr>
        <p:blipFill>
          <a:blip r:embed="rId24"/>
          <a:stretch/>
        </p:blipFill>
        <p:spPr bwMode="auto">
          <a:xfrm>
            <a:off x="7029668" y="4212351"/>
            <a:ext cx="1016933" cy="769332"/>
          </a:xfrm>
          <a:prstGeom prst="rect">
            <a:avLst/>
          </a:prstGeom>
          <a:noFill/>
        </p:spPr>
      </p:pic>
      <p:pic>
        <p:nvPicPr>
          <p:cNvPr id="1052" name="Picture 28"/>
          <p:cNvPicPr>
            <a:picLocks noChangeAspect="1" noChangeArrowheads="1"/>
          </p:cNvPicPr>
          <p:nvPr userDrawn="1"/>
        </p:nvPicPr>
        <p:blipFill>
          <a:blip r:embed="rId25"/>
          <a:stretch/>
        </p:blipFill>
        <p:spPr bwMode="auto">
          <a:xfrm>
            <a:off x="2346799" y="2400151"/>
            <a:ext cx="831850" cy="762000"/>
          </a:xfrm>
          <a:prstGeom prst="rect">
            <a:avLst/>
          </a:prstGeom>
          <a:noFill/>
        </p:spPr>
      </p:pic>
      <p:pic>
        <p:nvPicPr>
          <p:cNvPr id="1053" name="Picture 29"/>
          <p:cNvPicPr>
            <a:picLocks noChangeAspect="1" noChangeArrowheads="1"/>
          </p:cNvPicPr>
          <p:nvPr userDrawn="1"/>
        </p:nvPicPr>
        <p:blipFill>
          <a:blip r:embed="rId26"/>
          <a:stretch/>
        </p:blipFill>
        <p:spPr bwMode="auto">
          <a:xfrm>
            <a:off x="3247154" y="2524678"/>
            <a:ext cx="901700" cy="781050"/>
          </a:xfrm>
          <a:prstGeom prst="rect">
            <a:avLst/>
          </a:prstGeom>
          <a:noFill/>
        </p:spPr>
      </p:pic>
      <p:pic>
        <p:nvPicPr>
          <p:cNvPr id="1055" name="Picture 31"/>
          <p:cNvPicPr>
            <a:picLocks noChangeAspect="1" noChangeArrowheads="1"/>
          </p:cNvPicPr>
          <p:nvPr userDrawn="1"/>
        </p:nvPicPr>
        <p:blipFill>
          <a:blip r:embed="rId27"/>
          <a:stretch/>
        </p:blipFill>
        <p:spPr bwMode="auto">
          <a:xfrm>
            <a:off x="1191182" y="4234357"/>
            <a:ext cx="829270" cy="747326"/>
          </a:xfrm>
          <a:prstGeom prst="rect">
            <a:avLst/>
          </a:prstGeom>
          <a:noFill/>
        </p:spPr>
      </p:pic>
      <p:pic>
        <p:nvPicPr>
          <p:cNvPr id="1057" name="Picture 33"/>
          <p:cNvPicPr>
            <a:picLocks noChangeAspect="1" noChangeArrowheads="1"/>
          </p:cNvPicPr>
          <p:nvPr userDrawn="1"/>
        </p:nvPicPr>
        <p:blipFill>
          <a:blip r:embed="rId28"/>
          <a:stretch/>
        </p:blipFill>
        <p:spPr bwMode="auto">
          <a:xfrm>
            <a:off x="1387706" y="3291089"/>
            <a:ext cx="1282700" cy="806450"/>
          </a:xfrm>
          <a:prstGeom prst="rect">
            <a:avLst/>
          </a:prstGeom>
          <a:noFill/>
        </p:spPr>
      </p:pic>
      <p:pic>
        <p:nvPicPr>
          <p:cNvPr id="1059" name="Picture 35"/>
          <p:cNvPicPr>
            <a:picLocks noChangeAspect="1" noChangeArrowheads="1"/>
          </p:cNvPicPr>
          <p:nvPr userDrawn="1"/>
        </p:nvPicPr>
        <p:blipFill>
          <a:blip r:embed="rId29"/>
          <a:stretch/>
        </p:blipFill>
        <p:spPr bwMode="auto">
          <a:xfrm>
            <a:off x="4915631" y="1000385"/>
            <a:ext cx="934431" cy="605512"/>
          </a:xfrm>
          <a:prstGeom prst="rect">
            <a:avLst/>
          </a:prstGeom>
          <a:noFill/>
        </p:spPr>
      </p:pic>
      <p:pic>
        <p:nvPicPr>
          <p:cNvPr id="1061" name="Picture 37"/>
          <p:cNvPicPr>
            <a:picLocks noChangeAspect="1" noChangeArrowheads="1"/>
          </p:cNvPicPr>
          <p:nvPr userDrawn="1"/>
        </p:nvPicPr>
        <p:blipFill>
          <a:blip r:embed="rId30"/>
          <a:stretch/>
        </p:blipFill>
        <p:spPr bwMode="auto">
          <a:xfrm>
            <a:off x="3679869" y="1770274"/>
            <a:ext cx="1188887" cy="659911"/>
          </a:xfrm>
          <a:prstGeom prst="rect">
            <a:avLst/>
          </a:prstGeom>
          <a:noFill/>
        </p:spPr>
      </p:pic>
      <p:pic>
        <p:nvPicPr>
          <p:cNvPr id="1063" name="Picture 39"/>
          <p:cNvPicPr>
            <a:picLocks noChangeAspect="1" noChangeArrowheads="1"/>
          </p:cNvPicPr>
          <p:nvPr userDrawn="1"/>
        </p:nvPicPr>
        <p:blipFill>
          <a:blip r:embed="rId31"/>
          <a:stretch/>
        </p:blipFill>
        <p:spPr bwMode="auto">
          <a:xfrm>
            <a:off x="98519" y="3483555"/>
            <a:ext cx="1049499" cy="773873"/>
          </a:xfrm>
          <a:prstGeom prst="rect">
            <a:avLst/>
          </a:prstGeom>
          <a:noFill/>
        </p:spPr>
      </p:pic>
      <p:pic>
        <p:nvPicPr>
          <p:cNvPr id="1065" name="Picture 41"/>
          <p:cNvPicPr>
            <a:picLocks noChangeAspect="1" noChangeArrowheads="1"/>
          </p:cNvPicPr>
          <p:nvPr userDrawn="1"/>
        </p:nvPicPr>
        <p:blipFill>
          <a:blip r:embed="rId32"/>
          <a:stretch/>
        </p:blipFill>
        <p:spPr bwMode="auto">
          <a:xfrm>
            <a:off x="13765" y="4356037"/>
            <a:ext cx="1083635" cy="714738"/>
          </a:xfrm>
          <a:prstGeom prst="rect">
            <a:avLst/>
          </a:prstGeom>
          <a:noFill/>
        </p:spPr>
      </p:pic>
      <p:sp>
        <p:nvSpPr>
          <p:cNvPr id="60" name="Textfeld 59"/>
          <p:cNvSpPr txBox="1"/>
          <p:nvPr userDrawn="1"/>
        </p:nvSpPr>
        <p:spPr bwMode="auto">
          <a:xfrm>
            <a:off x="152696" y="1112985"/>
            <a:ext cx="1056700" cy="200055"/>
          </a:xfrm>
          <a:prstGeom prst="rect">
            <a:avLst/>
          </a:prstGeom>
          <a:noFill/>
        </p:spPr>
        <p:txBody>
          <a:bodyPr wrap="none" rtlCol="0">
            <a:spAutoFit/>
          </a:bodyPr>
          <a:lstStyle/>
          <a:p>
            <a:pPr>
              <a:defRPr/>
            </a:pPr>
            <a:r>
              <a:rPr lang="de-DE" sz="700"/>
              <a:t>Icon für extra Material</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Title" userDrawn="1">
  <p:cSld name="Title">
    <p:spTree>
      <p:nvGrpSpPr>
        <p:cNvPr id="1" name=""/>
        <p:cNvGrpSpPr/>
        <p:nvPr/>
      </p:nvGrpSpPr>
      <p:grpSpPr bwMode="auto">
        <a:xfrm>
          <a:off x="0" y="0"/>
          <a:ext cx="0" cy="0"/>
          <a:chOff x="0" y="0"/>
          <a:chExt cx="0" cy="0"/>
        </a:xfrm>
      </p:grpSpPr>
      <p:pic>
        <p:nvPicPr>
          <p:cNvPr id="5" name="Grafik 4"/>
          <p:cNvPicPr>
            <a:picLocks noChangeAspect="1"/>
          </p:cNvPicPr>
          <p:nvPr userDrawn="1"/>
        </p:nvPicPr>
        <p:blipFill>
          <a:blip r:embed="rId2"/>
          <a:stretch/>
        </p:blipFill>
        <p:spPr bwMode="auto">
          <a:xfrm>
            <a:off x="3662423" y="126722"/>
            <a:ext cx="1819154" cy="660379"/>
          </a:xfrm>
          <a:prstGeom prst="rect">
            <a:avLst/>
          </a:prstGeom>
        </p:spPr>
      </p:pic>
      <p:pic>
        <p:nvPicPr>
          <p:cNvPr id="6" name="Grafik 5"/>
          <p:cNvPicPr/>
          <p:nvPr userDrawn="1"/>
        </p:nvPicPr>
        <p:blipFill>
          <a:blip r:embed="rId3"/>
          <a:srcRect t="228"/>
          <a:stretch/>
        </p:blipFill>
        <p:spPr bwMode="auto">
          <a:xfrm>
            <a:off x="7104296" y="977112"/>
            <a:ext cx="2053664" cy="4180348"/>
          </a:xfrm>
          <a:prstGeom prst="rect">
            <a:avLst/>
          </a:prstGeom>
          <a:ln w="6350" cmpd="sng">
            <a:noFill/>
          </a:ln>
        </p:spPr>
      </p:pic>
      <p:pic>
        <p:nvPicPr>
          <p:cNvPr id="7" name="Grafik 6"/>
          <p:cNvPicPr/>
          <p:nvPr userDrawn="1"/>
        </p:nvPicPr>
        <p:blipFill>
          <a:blip r:embed="rId4"/>
          <a:stretch/>
        </p:blipFill>
        <p:spPr bwMode="auto">
          <a:xfrm>
            <a:off x="0" y="977112"/>
            <a:ext cx="629199" cy="4189907"/>
          </a:xfrm>
          <a:prstGeom prst="rect">
            <a:avLst/>
          </a:prstGeom>
          <a:ln w="6350" cmpd="sng">
            <a:noFill/>
          </a:ln>
        </p:spPr>
      </p:pic>
      <p:sp>
        <p:nvSpPr>
          <p:cNvPr id="12" name="Google Shape;121;p19"/>
          <p:cNvSpPr txBox="1">
            <a:spLocks noGrp="1"/>
          </p:cNvSpPr>
          <p:nvPr>
            <p:ph type="ctrTitle"/>
          </p:nvPr>
        </p:nvSpPr>
        <p:spPr bwMode="auto">
          <a:xfrm>
            <a:off x="1214545" y="1248156"/>
            <a:ext cx="5666877" cy="649259"/>
          </a:xfrm>
          <a:prstGeom prst="rect">
            <a:avLst/>
          </a:prstGeom>
        </p:spPr>
        <p:txBody>
          <a:bodyPr spcFirstLastPara="1" wrap="square" lIns="91425" tIns="91425" rIns="91425" bIns="91425" anchor="b" anchorCtr="0">
            <a:noAutofit/>
          </a:bodyPr>
          <a:lstStyle>
            <a:lvl1pPr>
              <a:defRPr/>
            </a:lvl1pPr>
          </a:lstStyle>
          <a:p>
            <a:pPr algn="ctr">
              <a:defRPr/>
            </a:pPr>
            <a:endParaRPr lang="de-DE" sz="2000">
              <a:solidFill>
                <a:schemeClr val="tx1"/>
              </a:solidFill>
              <a:latin typeface="+mj-lt"/>
            </a:endParaRPr>
          </a:p>
        </p:txBody>
      </p:sp>
      <p:cxnSp>
        <p:nvCxnSpPr>
          <p:cNvPr id="13" name="Google Shape;84;p13"/>
          <p:cNvCxnSpPr>
            <a:cxnSpLocks/>
          </p:cNvCxnSpPr>
          <p:nvPr userDrawn="1"/>
        </p:nvCxnSpPr>
        <p:spPr bwMode="auto">
          <a:xfrm>
            <a:off x="-9000" y="1775736"/>
            <a:ext cx="9162000" cy="0"/>
          </a:xfrm>
          <a:prstGeom prst="straightConnector1">
            <a:avLst/>
          </a:prstGeom>
          <a:noFill/>
          <a:ln w="9525" cap="flat" cmpd="sng">
            <a:solidFill>
              <a:schemeClr val="bg1">
                <a:lumMod val="65000"/>
              </a:schemeClr>
            </a:solidFill>
            <a:prstDash val="solid"/>
            <a:round/>
            <a:headEnd type="none" w="med" len="med"/>
            <a:tailEnd type="none" w="med" len="med"/>
          </a:ln>
        </p:spPr>
      </p:cxnSp>
      <p:sp>
        <p:nvSpPr>
          <p:cNvPr id="14" name="Google Shape;103;p17"/>
          <p:cNvSpPr/>
          <p:nvPr userDrawn="1"/>
        </p:nvSpPr>
        <p:spPr bwMode="auto">
          <a:xfrm>
            <a:off x="808645" y="1572786"/>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Ankommen im Studium und im Tutorium</a:t>
            </a:r>
            <a:endParaRPr lang="de-DE" sz="1000">
              <a:latin typeface="Arial Narrow"/>
            </a:endParaRPr>
          </a:p>
          <a:p>
            <a:pPr algn="l">
              <a:defRPr/>
            </a:pPr>
            <a:r>
              <a:rPr lang="de-DE" sz="1000">
                <a:latin typeface="Arial Narrow"/>
              </a:rPr>
              <a:t>Tutorname</a:t>
            </a:r>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Datum: </a:t>
            </a:r>
            <a:fld id="{5BF2FA79-8D02-314B-B27B-263F8194F41D}" type="datetime1">
              <a:rPr lang="de-DE" sz="1000">
                <a:solidFill>
                  <a:sysClr val="windowText" lastClr="000000"/>
                </a:solidFill>
                <a:latin typeface="Arial Narrow"/>
              </a:rPr>
              <a:t>06.10.2025</a:t>
            </a:fld>
            <a:endParaRPr lang="de-DE" sz="1000">
              <a:latin typeface="Arial Narrow"/>
            </a:endParaRPr>
          </a:p>
        </p:txBody>
      </p:sp>
      <p:cxnSp>
        <p:nvCxnSpPr>
          <p:cNvPr id="102" name="Google Shape;102;p17"/>
          <p:cNvCxnSpPr>
            <a:cxnSpLocks/>
            <a:endCxn id="104" idx="1"/>
          </p:cNvCxnSpPr>
          <p:nvPr/>
        </p:nvCxnSpPr>
        <p:spPr bwMode="auto">
          <a:xfrm>
            <a:off x="0" y="836443"/>
            <a:ext cx="981201" cy="8743"/>
          </a:xfrm>
          <a:prstGeom prst="straightConnector1">
            <a:avLst/>
          </a:prstGeom>
          <a:noFill/>
          <a:ln w="9525" cap="flat" cmpd="sng">
            <a:solidFill>
              <a:srgbClr val="CCCCCC"/>
            </a:solidFill>
            <a:prstDash val="solid"/>
            <a:round/>
            <a:headEnd type="none" w="med" len="med"/>
            <a:tailEnd type="none" w="med" len="med"/>
          </a:ln>
        </p:spPr>
      </p:cxnSp>
      <p:sp>
        <p:nvSpPr>
          <p:cNvPr id="103" name="Google Shape;103;p17"/>
          <p:cNvSpPr/>
          <p:nvPr/>
        </p:nvSpPr>
        <p:spPr bwMode="auto">
          <a:xfrm>
            <a:off x="417426" y="633485"/>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4" name="Google Shape;104;p17"/>
          <p:cNvSpPr txBox="1">
            <a:spLocks noGrp="1"/>
          </p:cNvSpPr>
          <p:nvPr>
            <p:ph type="title" hasCustomPrompt="1"/>
          </p:nvPr>
        </p:nvSpPr>
        <p:spPr bwMode="auto">
          <a:xfrm>
            <a:off x="981201" y="627386"/>
            <a:ext cx="3878400" cy="435600"/>
          </a:xfrm>
          <a:prstGeom prst="rect">
            <a:avLst/>
          </a:prstGeom>
          <a:solidFill>
            <a:schemeClr val="bg1"/>
          </a:solidFill>
        </p:spPr>
        <p:txBody>
          <a:bodyPr spcFirstLastPara="1" wrap="square" lIns="91425" tIns="91425" rIns="91425" bIns="91425" anchor="ctr" anchorCtr="0">
            <a:noAutofit/>
          </a:bodyPr>
          <a:lstStyle>
            <a:lvl1pPr lvl="0">
              <a:spcBef>
                <a:spcPts val="0"/>
              </a:spcBef>
              <a:spcAft>
                <a:spcPts val="0"/>
              </a:spcAft>
              <a:buSzPts val="2000"/>
              <a:buFont typeface="Lora"/>
              <a:buNone/>
              <a:defRPr sz="2000" b="1">
                <a:latin typeface="Lora"/>
                <a:ea typeface="Lora"/>
                <a:cs typeface="Lora"/>
              </a:defRPr>
            </a:lvl1pPr>
            <a:lvl2pPr lvl="1">
              <a:spcBef>
                <a:spcPts val="0"/>
              </a:spcBef>
              <a:spcAft>
                <a:spcPts val="0"/>
              </a:spcAft>
              <a:buSzPts val="2000"/>
              <a:buFont typeface="Lora"/>
              <a:buNone/>
              <a:defRPr sz="2000" b="1">
                <a:highlight>
                  <a:srgbClr val="FFFFFF"/>
                </a:highlight>
                <a:latin typeface="Lora"/>
                <a:ea typeface="Lora"/>
                <a:cs typeface="Lora"/>
              </a:defRPr>
            </a:lvl2pPr>
            <a:lvl3pPr lvl="2">
              <a:spcBef>
                <a:spcPts val="0"/>
              </a:spcBef>
              <a:spcAft>
                <a:spcPts val="0"/>
              </a:spcAft>
              <a:buSzPts val="2000"/>
              <a:buFont typeface="Lora"/>
              <a:buNone/>
              <a:defRPr sz="2000" b="1">
                <a:highlight>
                  <a:srgbClr val="FFFFFF"/>
                </a:highlight>
                <a:latin typeface="Lora"/>
                <a:ea typeface="Lora"/>
                <a:cs typeface="Lora"/>
              </a:defRPr>
            </a:lvl3pPr>
            <a:lvl4pPr lvl="3">
              <a:spcBef>
                <a:spcPts val="0"/>
              </a:spcBef>
              <a:spcAft>
                <a:spcPts val="0"/>
              </a:spcAft>
              <a:buSzPts val="2000"/>
              <a:buFont typeface="Lora"/>
              <a:buNone/>
              <a:defRPr sz="2000" b="1">
                <a:highlight>
                  <a:srgbClr val="FFFFFF"/>
                </a:highlight>
                <a:latin typeface="Lora"/>
                <a:ea typeface="Lora"/>
                <a:cs typeface="Lora"/>
              </a:defRPr>
            </a:lvl4pPr>
            <a:lvl5pPr lvl="4">
              <a:spcBef>
                <a:spcPts val="0"/>
              </a:spcBef>
              <a:spcAft>
                <a:spcPts val="0"/>
              </a:spcAft>
              <a:buSzPts val="2000"/>
              <a:buFont typeface="Lora"/>
              <a:buNone/>
              <a:defRPr sz="2000" b="1">
                <a:highlight>
                  <a:srgbClr val="FFFFFF"/>
                </a:highlight>
                <a:latin typeface="Lora"/>
                <a:ea typeface="Lora"/>
                <a:cs typeface="Lora"/>
              </a:defRPr>
            </a:lvl5pPr>
            <a:lvl6pPr lvl="5">
              <a:spcBef>
                <a:spcPts val="0"/>
              </a:spcBef>
              <a:spcAft>
                <a:spcPts val="0"/>
              </a:spcAft>
              <a:buSzPts val="2000"/>
              <a:buFont typeface="Lora"/>
              <a:buNone/>
              <a:defRPr sz="2000" b="1">
                <a:highlight>
                  <a:srgbClr val="FFFFFF"/>
                </a:highlight>
                <a:latin typeface="Lora"/>
                <a:ea typeface="Lora"/>
                <a:cs typeface="Lora"/>
              </a:defRPr>
            </a:lvl6pPr>
            <a:lvl7pPr lvl="6">
              <a:spcBef>
                <a:spcPts val="0"/>
              </a:spcBef>
              <a:spcAft>
                <a:spcPts val="0"/>
              </a:spcAft>
              <a:buSzPts val="2000"/>
              <a:buFont typeface="Lora"/>
              <a:buNone/>
              <a:defRPr sz="2000" b="1">
                <a:highlight>
                  <a:srgbClr val="FFFFFF"/>
                </a:highlight>
                <a:latin typeface="Lora"/>
                <a:ea typeface="Lora"/>
                <a:cs typeface="Lora"/>
              </a:defRPr>
            </a:lvl7pPr>
            <a:lvl8pPr lvl="7">
              <a:spcBef>
                <a:spcPts val="0"/>
              </a:spcBef>
              <a:spcAft>
                <a:spcPts val="0"/>
              </a:spcAft>
              <a:buSzPts val="2000"/>
              <a:buFont typeface="Lora"/>
              <a:buNone/>
              <a:defRPr sz="2000" b="1">
                <a:highlight>
                  <a:srgbClr val="FFFFFF"/>
                </a:highlight>
                <a:latin typeface="Lora"/>
                <a:ea typeface="Lora"/>
                <a:cs typeface="Lora"/>
              </a:defRPr>
            </a:lvl8pPr>
            <a:lvl9pPr lvl="8">
              <a:spcBef>
                <a:spcPts val="0"/>
              </a:spcBef>
              <a:spcAft>
                <a:spcPts val="0"/>
              </a:spcAft>
              <a:buSzPts val="2000"/>
              <a:buFont typeface="Lora"/>
              <a:buNone/>
              <a:defRPr sz="2000" b="1">
                <a:highlight>
                  <a:srgbClr val="FFFFFF"/>
                </a:highlight>
                <a:latin typeface="Lora"/>
                <a:ea typeface="Lora"/>
                <a:cs typeface="Lora"/>
              </a:defRPr>
            </a:lvl9pPr>
          </a:lstStyle>
          <a:p>
            <a:pPr>
              <a:defRPr/>
            </a:pPr>
            <a:r>
              <a:rPr lang="de-DE"/>
              <a:t>Agenda</a:t>
            </a:r>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600"/>
              </a:spcBef>
              <a:spcAft>
                <a:spcPts val="0"/>
              </a:spcAft>
              <a:buClr>
                <a:schemeClr val="accent5"/>
              </a:buClr>
              <a:buSzPts val="2000"/>
              <a:buFont typeface="Arial"/>
              <a:buChar char="•"/>
              <a:defRPr sz="1600">
                <a:solidFill>
                  <a:schemeClr val="tx1"/>
                </a:solidFill>
                <a:latin typeface="Arial Narrow"/>
                <a:ea typeface="Arial Narrow"/>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lvl="0">
              <a:defRPr/>
            </a:pPr>
            <a:endParaRPr/>
          </a:p>
        </p:txBody>
      </p:sp>
      <p:cxnSp>
        <p:nvCxnSpPr>
          <p:cNvPr id="106" name="Google Shape;106;p17"/>
          <p:cNvCxnSpPr>
            <a:cxnSpLocks/>
          </p:cNvCxnSpPr>
          <p:nvPr/>
        </p:nvCxnSpPr>
        <p:spPr bwMode="auto">
          <a:xfrm flipV="1">
            <a:off x="2419970" y="836444"/>
            <a:ext cx="6724080" cy="8742"/>
          </a:xfrm>
          <a:prstGeom prst="straightConnector1">
            <a:avLst/>
          </a:prstGeom>
          <a:noFill/>
          <a:ln w="9525" cap="flat" cmpd="sng">
            <a:solidFill>
              <a:srgbClr val="CCCCCC"/>
            </a:solidFill>
            <a:prstDash val="solid"/>
            <a:round/>
            <a:headEnd type="none" w="med" len="med"/>
            <a:tailEnd type="none" w="med" len="med"/>
          </a:ln>
        </p:spPr>
      </p:cxn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14"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grpSp>
        <p:nvGrpSpPr>
          <p:cNvPr id="18" name="Google Shape;138;p20"/>
          <p:cNvGrpSpPr>
            <a:grpSpLocks noChangeAspect="1"/>
          </p:cNvGrpSpPr>
          <p:nvPr userDrawn="1"/>
        </p:nvGrpSpPr>
        <p:grpSpPr bwMode="auto">
          <a:xfrm flipH="1">
            <a:off x="478078" y="678543"/>
            <a:ext cx="271692" cy="271692"/>
            <a:chOff x="2594050" y="1631825"/>
            <a:chExt cx="439625" cy="439625"/>
          </a:xfrm>
          <a:solidFill>
            <a:schemeClr val="bg1"/>
          </a:solidFill>
        </p:grpSpPr>
        <p:sp>
          <p:nvSpPr>
            <p:cNvPr id="19"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0"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1"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22"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Title + 1 column" userDrawn="1">
  <p:cSld name="1_Title + 1 column">
    <p:spTree>
      <p:nvGrpSpPr>
        <p:cNvPr id="1" name=""/>
        <p:cNvGrpSpPr/>
        <p:nvPr/>
      </p:nvGrpSpPr>
      <p:grpSpPr bwMode="auto">
        <a:xfrm>
          <a:off x="0" y="0"/>
          <a:ext cx="0" cy="0"/>
          <a:chOff x="0" y="0"/>
          <a:chExt cx="0" cy="0"/>
        </a:xfrm>
      </p:grpSpPr>
      <p:sp>
        <p:nvSpPr>
          <p:cNvPr id="15" name="Google Shape;24;p4"/>
          <p:cNvSpPr/>
          <p:nvPr userDrawn="1"/>
        </p:nvSpPr>
        <p:spPr bwMode="auto">
          <a:xfrm>
            <a:off x="-2319" y="4728668"/>
            <a:ext cx="9144000" cy="4184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Textfeld 15"/>
          <p:cNvSpPr txBox="1"/>
          <p:nvPr userDrawn="1"/>
        </p:nvSpPr>
        <p:spPr bwMode="auto">
          <a:xfrm>
            <a:off x="52073" y="4770424"/>
            <a:ext cx="3647262" cy="400110"/>
          </a:xfrm>
          <a:prstGeom prst="rect">
            <a:avLst/>
          </a:prstGeom>
          <a:noFill/>
        </p:spPr>
        <p:txBody>
          <a:bodyPr wrap="square" rtlCol="0">
            <a:spAutoFit/>
          </a:bodyPr>
          <a:lstStyle/>
          <a:p>
            <a:pPr algn="l">
              <a:defRPr/>
            </a:pPr>
            <a:r>
              <a:rPr lang="de-DE" sz="1000" b="0">
                <a:latin typeface="Arial Narrow"/>
              </a:rPr>
              <a:t>Ankommen im Studium und im Tutorium</a:t>
            </a:r>
            <a:endParaRPr lang="de-DE" sz="1000">
              <a:latin typeface="Arial Narrow"/>
            </a:endParaRPr>
          </a:p>
          <a:p>
            <a:pPr algn="l">
              <a:defRPr/>
            </a:pPr>
            <a:r>
              <a:rPr lang="de-DE" sz="1000">
                <a:latin typeface="Arial Narrow"/>
              </a:rPr>
              <a:t>Tutorname</a:t>
            </a:r>
            <a:endParaRPr/>
          </a:p>
        </p:txBody>
      </p:sp>
      <p:sp>
        <p:nvSpPr>
          <p:cNvPr id="17" name="Textfeld 16"/>
          <p:cNvSpPr txBox="1"/>
          <p:nvPr userDrawn="1"/>
        </p:nvSpPr>
        <p:spPr bwMode="auto">
          <a:xfrm>
            <a:off x="3441608" y="4797466"/>
            <a:ext cx="1295400" cy="246221"/>
          </a:xfrm>
          <a:prstGeom prst="rect">
            <a:avLst/>
          </a:prstGeom>
          <a:noFill/>
        </p:spPr>
        <p:txBody>
          <a:bodyPr wrap="square" rtlCol="0">
            <a:spAutoFit/>
          </a:bodyPr>
          <a:lstStyle/>
          <a:p>
            <a:pPr algn="l">
              <a:defRPr/>
            </a:pPr>
            <a:r>
              <a:rPr lang="de-DE" sz="1000">
                <a:latin typeface="Arial Narrow"/>
              </a:rPr>
              <a:t>Datum: </a:t>
            </a:r>
            <a:fld id="{5BF2FA79-8D02-314B-B27B-263F8194F41D}" type="datetime1">
              <a:rPr lang="de-DE" sz="1000">
                <a:solidFill>
                  <a:sysClr val="windowText" lastClr="000000"/>
                </a:solidFill>
                <a:latin typeface="Arial Narrow"/>
              </a:rPr>
              <a:t>06.10.2025</a:t>
            </a:fld>
            <a:endParaRPr lang="de-DE" sz="1000">
              <a:latin typeface="Arial Narrow"/>
            </a:endParaRPr>
          </a:p>
        </p:txBody>
      </p:sp>
      <p:sp>
        <p:nvSpPr>
          <p:cNvPr id="105" name="Google Shape;105;p17"/>
          <p:cNvSpPr txBox="1">
            <a:spLocks noGrp="1"/>
          </p:cNvSpPr>
          <p:nvPr>
            <p:ph type="body" idx="1"/>
          </p:nvPr>
        </p:nvSpPr>
        <p:spPr bwMode="auto">
          <a:xfrm>
            <a:off x="966912" y="1062986"/>
            <a:ext cx="7205538" cy="3340656"/>
          </a:xfrm>
          <a:prstGeom prst="rect">
            <a:avLst/>
          </a:prstGeom>
        </p:spPr>
        <p:txBody>
          <a:bodyPr spcFirstLastPara="1" wrap="square" lIns="91425" tIns="91425" rIns="91425" bIns="91425" anchor="t" anchorCtr="0">
            <a:noAutofit/>
          </a:bodyPr>
          <a:lstStyle>
            <a:lvl1pPr marL="266700" lvl="0" indent="-266700">
              <a:spcBef>
                <a:spcPts val="600"/>
              </a:spcBef>
              <a:spcAft>
                <a:spcPts val="0"/>
              </a:spcAft>
              <a:buClr>
                <a:schemeClr val="accent5">
                  <a:lumMod val="60000"/>
                  <a:lumOff val="40000"/>
                </a:schemeClr>
              </a:buClr>
              <a:buSzPct val="80000"/>
              <a:buFont typeface="Quattrocento Sans"/>
              <a:buChar char="◉"/>
              <a:defRPr sz="1800">
                <a:solidFill>
                  <a:schemeClr val="tx1"/>
                </a:solidFill>
                <a:latin typeface="Arial Narrow"/>
                <a:ea typeface="Arial Narrow"/>
                <a:cs typeface="Arial Narrow"/>
              </a:defRPr>
            </a:lvl1pPr>
            <a:lvl2pPr marL="914400" lvl="1"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2pPr>
            <a:lvl3pPr marL="1371600" lvl="2" indent="-355600">
              <a:spcBef>
                <a:spcPts val="1600"/>
              </a:spcBef>
              <a:spcAft>
                <a:spcPts val="0"/>
              </a:spcAft>
              <a:buClr>
                <a:srgbClr val="FFCD00"/>
              </a:buClr>
              <a:buSzPts val="2000"/>
              <a:buFont typeface="Quattrocento Sans"/>
              <a:buChar char="■"/>
              <a:defRPr sz="2000">
                <a:latin typeface="Quattrocento Sans"/>
                <a:ea typeface="Quattrocento Sans"/>
                <a:cs typeface="Quattrocento Sans"/>
              </a:defRPr>
            </a:lvl3pPr>
            <a:lvl4pPr marL="1828800" lvl="3"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4pPr>
            <a:lvl5pPr marL="2286000" lvl="4"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5pPr>
            <a:lvl6pPr marL="2743200" lvl="5"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6pPr>
            <a:lvl7pPr marL="3200400" lvl="6"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7pPr>
            <a:lvl8pPr marL="3657600" lvl="7" indent="-342900">
              <a:spcBef>
                <a:spcPts val="1600"/>
              </a:spcBef>
              <a:spcAft>
                <a:spcPts val="0"/>
              </a:spcAft>
              <a:buClr>
                <a:srgbClr val="FFCD00"/>
              </a:buClr>
              <a:buSzPts val="1800"/>
              <a:buFont typeface="Quattrocento Sans"/>
              <a:buChar char="○"/>
              <a:defRPr sz="1800">
                <a:latin typeface="Quattrocento Sans"/>
                <a:ea typeface="Quattrocento Sans"/>
                <a:cs typeface="Quattrocento Sans"/>
              </a:defRPr>
            </a:lvl8pPr>
            <a:lvl9pPr marL="4114800" lvl="8" indent="-342900">
              <a:spcBef>
                <a:spcPts val="1600"/>
              </a:spcBef>
              <a:spcAft>
                <a:spcPts val="1600"/>
              </a:spcAft>
              <a:buClr>
                <a:srgbClr val="FFCD00"/>
              </a:buClr>
              <a:buSzPts val="1800"/>
              <a:buFont typeface="Quattrocento Sans"/>
              <a:buChar char="■"/>
              <a:defRPr sz="1800">
                <a:latin typeface="Quattrocento Sans"/>
                <a:ea typeface="Quattrocento Sans"/>
                <a:cs typeface="Quattrocento Sans"/>
              </a:defRPr>
            </a:lvl9pPr>
          </a:lstStyle>
          <a:p>
            <a:pPr>
              <a:defRPr/>
            </a:pPr>
            <a:endParaRPr/>
          </a:p>
        </p:txBody>
      </p:sp>
      <p:pic>
        <p:nvPicPr>
          <p:cNvPr id="9" name="Grafik 8"/>
          <p:cNvPicPr>
            <a:picLocks noChangeAspect="1"/>
          </p:cNvPicPr>
          <p:nvPr userDrawn="1"/>
        </p:nvPicPr>
        <p:blipFill>
          <a:blip r:embed="rId2"/>
          <a:stretch/>
        </p:blipFill>
        <p:spPr bwMode="auto">
          <a:xfrm>
            <a:off x="4328240" y="205603"/>
            <a:ext cx="487519" cy="418454"/>
          </a:xfrm>
          <a:prstGeom prst="rect">
            <a:avLst/>
          </a:prstGeom>
        </p:spPr>
      </p:pic>
      <p:sp>
        <p:nvSpPr>
          <p:cNvPr id="2" name="Rechtwinkliges Dreieck 1"/>
          <p:cNvSpPr/>
          <p:nvPr userDrawn="1"/>
        </p:nvSpPr>
        <p:spPr bwMode="auto">
          <a:xfrm rot="16199998">
            <a:off x="8660422" y="4671118"/>
            <a:ext cx="418456" cy="548700"/>
          </a:xfrm>
          <a:prstGeom prst="rtTriangle">
            <a:avLst/>
          </a:prstGeom>
          <a:solidFill>
            <a:srgbClr val="7E0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p>
        </p:txBody>
      </p:sp>
      <p:sp>
        <p:nvSpPr>
          <p:cNvPr id="4" name="Rechteck 3"/>
          <p:cNvSpPr/>
          <p:nvPr userDrawn="1"/>
        </p:nvSpPr>
        <p:spPr bwMode="auto">
          <a:xfrm>
            <a:off x="368300" y="571500"/>
            <a:ext cx="487519" cy="49148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de-DE">
              <a:solidFill>
                <a:schemeClr val="bg1"/>
              </a:solidFill>
            </a:endParaRPr>
          </a:p>
        </p:txBody>
      </p:sp>
      <p:sp>
        <p:nvSpPr>
          <p:cNvPr id="5" name="Textplatzhalter 5"/>
          <p:cNvSpPr txBox="1"/>
          <p:nvPr userDrawn="1"/>
        </p:nvSpPr>
        <p:spPr bwMode="auto">
          <a:xfrm>
            <a:off x="974056" y="1062987"/>
            <a:ext cx="7191249" cy="3340655"/>
          </a:xfrm>
          <a:prstGeom prst="rect">
            <a:avLst/>
          </a:prstGeom>
          <a:solidFill>
            <a:schemeClr val="bg1">
              <a:lumMod val="95000"/>
            </a:schemeClr>
          </a:solidFill>
          <a:ln w="19050">
            <a:solidFill>
              <a:srgbClr val="8C8E88"/>
            </a:solidFill>
            <a:prstDash val="sysDash"/>
          </a:ln>
          <a:effectLst>
            <a:outerShdw blurRad="50800" dist="38100" dir="5400000" algn="t" rotWithShape="0">
              <a:prstClr val="black">
                <a:alpha val="40000"/>
              </a:prstClr>
            </a:outerShdw>
          </a:effectLst>
        </p:spPr>
        <p:txBody>
          <a:bodyPr anchor="t"/>
          <a:ls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a:lstStyle>
          <a:p>
            <a:pPr algn="ctr">
              <a:defRPr/>
            </a:pPr>
            <a:endParaRPr lang="de-DE" sz="2800"/>
          </a:p>
          <a:p>
            <a:pPr algn="ctr">
              <a:defRPr/>
            </a:pPr>
            <a:endParaRPr lang="de-DE" sz="2800"/>
          </a:p>
        </p:txBody>
      </p:sp>
      <p:sp>
        <p:nvSpPr>
          <p:cNvPr id="6" name="Google Shape;103;p17"/>
          <p:cNvSpPr/>
          <p:nvPr userDrawn="1"/>
        </p:nvSpPr>
        <p:spPr bwMode="auto">
          <a:xfrm>
            <a:off x="763961" y="901791"/>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pic>
        <p:nvPicPr>
          <p:cNvPr id="11" name="Grafik 10" descr="Würfel"/>
          <p:cNvPicPr>
            <a:picLocks noChangeAspect="1"/>
          </p:cNvPicPr>
          <p:nvPr userDrawn="1"/>
        </p:nvPicPr>
        <p:blipFill>
          <a:blip r:embed="rId3"/>
          <a:stretch/>
        </p:blipFill>
        <p:spPr bwMode="auto">
          <a:xfrm>
            <a:off x="791685" y="927021"/>
            <a:ext cx="373690" cy="373690"/>
          </a:xfrm>
          <a:prstGeom prst="rect">
            <a:avLst/>
          </a:prstGeom>
        </p:spPr>
      </p:pic>
      <p:sp>
        <p:nvSpPr>
          <p:cNvPr id="18" name="Google Shape;107;p17"/>
          <p:cNvSpPr txBox="1">
            <a:spLocks noGrp="1"/>
          </p:cNvSpPr>
          <p:nvPr>
            <p:ph type="sldNum" idx="12"/>
          </p:nvPr>
        </p:nvSpPr>
        <p:spPr bwMode="auto">
          <a:xfrm>
            <a:off x="8634674" y="4823540"/>
            <a:ext cx="548700" cy="393600"/>
          </a:xfrm>
          <a:prstGeom prst="rect">
            <a:avLst/>
          </a:prstGeom>
        </p:spPr>
        <p:txBody>
          <a:bodyPr spcFirstLastPara="1" wrap="square" lIns="91425" tIns="91425" rIns="91425" bIns="91425" anchor="t" anchorCtr="0">
            <a:noAutofit/>
          </a:bodyPr>
          <a:lstStyle>
            <a:lvl1pPr lvl="0">
              <a:buNone/>
              <a:defRPr>
                <a:solidFill>
                  <a:schemeClr val="bg1"/>
                </a:solidFill>
                <a:latin typeface="Arial Narrow"/>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defRPr/>
            </a:pPr>
            <a:fld id="{00000000-1234-1234-1234-123412341234}" type="slidenum">
              <a:rPr lang="de-DE"/>
              <a:t>‹#›</a:t>
            </a:fld>
            <a:endParaRPr lang="de-D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bwMode="auto">
        <a:xfrm>
          <a:off x="0" y="0"/>
          <a:ext cx="0" cy="0"/>
          <a:chOff x="0" y="0"/>
          <a:chExt cx="0" cy="0"/>
        </a:xfrm>
      </p:grpSpPr>
      <p:sp>
        <p:nvSpPr>
          <p:cNvPr id="2" name="Titelplatzhalter 1"/>
          <p:cNvSpPr>
            <a:spLocks noGrp="1"/>
          </p:cNvSpPr>
          <p:nvPr>
            <p:ph type="title"/>
          </p:nvPr>
        </p:nvSpPr>
        <p:spPr bwMode="auto">
          <a:xfrm>
            <a:off x="972000" y="661070"/>
            <a:ext cx="7200000" cy="630000"/>
          </a:xfrm>
          <a:prstGeom prst="rect">
            <a:avLst/>
          </a:prstGeom>
        </p:spPr>
        <p:txBody>
          <a:bodyPr vert="horz" lIns="91440" tIns="45720" rIns="91440" bIns="45720" rtlCol="0" anchor="ctr" anchorCtr="1">
            <a:normAutofit/>
          </a:bodyPr>
          <a:lstStyle/>
          <a:p>
            <a:pPr>
              <a:defRPr/>
            </a:pPr>
            <a:r>
              <a:rPr lang="de-DE"/>
              <a:t>Edit master title format</a:t>
            </a:r>
            <a:endParaRPr/>
          </a:p>
        </p:txBody>
      </p:sp>
      <p:sp>
        <p:nvSpPr>
          <p:cNvPr id="3" name="Textplatzhalter 2"/>
          <p:cNvSpPr>
            <a:spLocks noGrp="1"/>
          </p:cNvSpPr>
          <p:nvPr>
            <p:ph type="body" idx="1"/>
          </p:nvPr>
        </p:nvSpPr>
        <p:spPr bwMode="auto">
          <a:xfrm>
            <a:off x="972000" y="1384556"/>
            <a:ext cx="7200000" cy="3240000"/>
          </a:xfrm>
          <a:prstGeom prst="rect">
            <a:avLst/>
          </a:prstGeom>
        </p:spPr>
        <p:txBody>
          <a:bodyPr vert="horz" lIns="91440" tIns="45720" rIns="91440" bIns="45720" rtlCol="0">
            <a:normAutofit/>
          </a:bodyPr>
          <a:lstStyle/>
          <a:p>
            <a:pPr lvl="0">
              <a:defRPr/>
            </a:pPr>
            <a:r>
              <a:rPr lang="de-DE"/>
              <a:t>Edit master text format</a:t>
            </a:r>
            <a:endParaRPr/>
          </a:p>
          <a:p>
            <a:pPr lvl="1">
              <a:defRPr/>
            </a:pPr>
            <a:r>
              <a:rPr lang="de-DE"/>
              <a:t>Second level</a:t>
            </a:r>
            <a:endParaRPr/>
          </a:p>
          <a:p>
            <a:pPr lvl="2">
              <a:defRPr/>
            </a:pPr>
            <a:r>
              <a:rPr lang="de-DE"/>
              <a:t>Third level</a:t>
            </a:r>
            <a:endParaRPr/>
          </a:p>
          <a:p>
            <a:pPr lvl="3">
              <a:defRPr/>
            </a:pPr>
            <a:r>
              <a:rPr lang="de-DE"/>
              <a:t>Fourth level</a:t>
            </a:r>
            <a:endParaRPr/>
          </a:p>
          <a:p>
            <a:pPr lvl="4">
              <a:defRPr/>
            </a:pPr>
            <a:r>
              <a:rPr lang="de-DE"/>
              <a:t>Fifth level</a:t>
            </a:r>
            <a:endParaRPr/>
          </a:p>
        </p:txBody>
      </p:sp>
      <p:sp>
        <p:nvSpPr>
          <p:cNvPr id="18" name="Freeform 13"/>
          <p:cNvSpPr/>
          <p:nvPr userDrawn="1"/>
        </p:nvSpPr>
        <p:spPr bwMode="auto">
          <a:xfrm>
            <a:off x="3843954" y="15301"/>
            <a:ext cx="1456093" cy="506081"/>
          </a:xfrm>
          <a:custGeom>
            <a:avLst/>
            <a:gdLst/>
            <a:ahLst/>
            <a:cxnLst/>
            <a:rect l="l" t="t" r="r" b="b"/>
            <a:pathLst>
              <a:path w="2912186" h="1012162" extrusionOk="0">
                <a:moveTo>
                  <a:pt x="0" y="0"/>
                </a:moveTo>
                <a:lnTo>
                  <a:pt x="2912186" y="0"/>
                </a:lnTo>
                <a:lnTo>
                  <a:pt x="2912186" y="1012162"/>
                </a:lnTo>
                <a:lnTo>
                  <a:pt x="0" y="1012162"/>
                </a:lnTo>
                <a:lnTo>
                  <a:pt x="0" y="0"/>
                </a:lnTo>
                <a:close/>
              </a:path>
            </a:pathLst>
          </a:custGeom>
          <a:blipFill>
            <a:blip r:embed="rId21"/>
            <a:stretch/>
          </a:blipFill>
        </p:spPr>
        <p:txBody>
          <a:bodyPr/>
          <a:lstStyle/>
          <a:p>
            <a:pPr>
              <a:defRPr/>
            </a:pPr>
            <a:endParaRPr lang="de-DE" sz="7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457200">
        <a:lnSpc>
          <a:spcPct val="90000"/>
        </a:lnSpc>
        <a:spcBef>
          <a:spcPts val="0"/>
        </a:spcBef>
        <a:buNone/>
        <a:defRPr sz="2200">
          <a:solidFill>
            <a:schemeClr val="tx1"/>
          </a:solidFill>
          <a:latin typeface="+mj-lt"/>
          <a:ea typeface="+mj-ea"/>
          <a:cs typeface="+mj-cs"/>
        </a:defRPr>
      </a:lvl1pPr>
    </p:titleStyle>
    <p:bodyStyle>
      <a:lvl1pPr marL="114300" indent="-114300" algn="l" defTabSz="457200">
        <a:lnSpc>
          <a:spcPct val="90000"/>
        </a:lnSpc>
        <a:spcBef>
          <a:spcPts val="500"/>
        </a:spcBef>
        <a:buFont typeface="Arial"/>
        <a:buChar char="•"/>
        <a:defRPr sz="1400">
          <a:solidFill>
            <a:schemeClr val="tx1"/>
          </a:solidFill>
          <a:latin typeface="+mn-lt"/>
          <a:ea typeface="+mn-ea"/>
          <a:cs typeface="+mn-cs"/>
        </a:defRPr>
      </a:lvl1pPr>
      <a:lvl2pPr marL="342900" indent="-114300" algn="l" defTabSz="457200">
        <a:lnSpc>
          <a:spcPct val="90000"/>
        </a:lnSpc>
        <a:spcBef>
          <a:spcPts val="250"/>
        </a:spcBef>
        <a:buFont typeface="Arial"/>
        <a:buChar char="•"/>
        <a:defRPr sz="1200">
          <a:solidFill>
            <a:schemeClr val="tx1"/>
          </a:solidFill>
          <a:latin typeface="+mn-lt"/>
          <a:ea typeface="+mn-ea"/>
          <a:cs typeface="+mn-cs"/>
        </a:defRPr>
      </a:lvl2pPr>
      <a:lvl3pPr marL="571500" indent="-114300" algn="l" defTabSz="457200">
        <a:lnSpc>
          <a:spcPct val="90000"/>
        </a:lnSpc>
        <a:spcBef>
          <a:spcPts val="250"/>
        </a:spcBef>
        <a:buFont typeface="Arial"/>
        <a:buChar char="•"/>
        <a:defRPr sz="1000">
          <a:solidFill>
            <a:schemeClr val="tx1"/>
          </a:solidFill>
          <a:latin typeface="+mn-lt"/>
          <a:ea typeface="+mn-ea"/>
          <a:cs typeface="+mn-cs"/>
        </a:defRPr>
      </a:lvl3pPr>
      <a:lvl4pPr marL="800100" indent="-114300" algn="l" defTabSz="457200">
        <a:lnSpc>
          <a:spcPct val="90000"/>
        </a:lnSpc>
        <a:spcBef>
          <a:spcPts val="250"/>
        </a:spcBef>
        <a:buFont typeface="Arial"/>
        <a:buChar char="•"/>
        <a:defRPr sz="900">
          <a:solidFill>
            <a:schemeClr val="tx1"/>
          </a:solidFill>
          <a:latin typeface="+mn-lt"/>
          <a:ea typeface="+mn-ea"/>
          <a:cs typeface="+mn-cs"/>
        </a:defRPr>
      </a:lvl4pPr>
      <a:lvl5pPr marL="1028700" indent="-114300" algn="l" defTabSz="457200">
        <a:lnSpc>
          <a:spcPct val="90000"/>
        </a:lnSpc>
        <a:spcBef>
          <a:spcPts val="250"/>
        </a:spcBef>
        <a:buFont typeface="Arial"/>
        <a:buChar char="•"/>
        <a:defRPr sz="900">
          <a:solidFill>
            <a:schemeClr val="tx1"/>
          </a:solidFill>
          <a:latin typeface="+mn-lt"/>
          <a:ea typeface="+mn-ea"/>
          <a:cs typeface="+mn-cs"/>
        </a:defRPr>
      </a:lvl5pPr>
      <a:lvl6pPr marL="1257300" indent="-114300" algn="l" defTabSz="457200">
        <a:lnSpc>
          <a:spcPct val="90000"/>
        </a:lnSpc>
        <a:spcBef>
          <a:spcPts val="250"/>
        </a:spcBef>
        <a:buFont typeface="Arial"/>
        <a:buChar char="•"/>
        <a:defRPr sz="900">
          <a:solidFill>
            <a:schemeClr val="tx1"/>
          </a:solidFill>
          <a:latin typeface="+mn-lt"/>
          <a:ea typeface="+mn-ea"/>
          <a:cs typeface="+mn-cs"/>
        </a:defRPr>
      </a:lvl6pPr>
      <a:lvl7pPr marL="1485900" indent="-114300" algn="l" defTabSz="457200">
        <a:lnSpc>
          <a:spcPct val="90000"/>
        </a:lnSpc>
        <a:spcBef>
          <a:spcPts val="250"/>
        </a:spcBef>
        <a:buFont typeface="Arial"/>
        <a:buChar char="•"/>
        <a:defRPr sz="900">
          <a:solidFill>
            <a:schemeClr val="tx1"/>
          </a:solidFill>
          <a:latin typeface="+mn-lt"/>
          <a:ea typeface="+mn-ea"/>
          <a:cs typeface="+mn-cs"/>
        </a:defRPr>
      </a:lvl7pPr>
      <a:lvl8pPr marL="1714500" indent="-114300" algn="l" defTabSz="457200">
        <a:lnSpc>
          <a:spcPct val="90000"/>
        </a:lnSpc>
        <a:spcBef>
          <a:spcPts val="250"/>
        </a:spcBef>
        <a:buFont typeface="Arial"/>
        <a:buChar char="•"/>
        <a:defRPr sz="900">
          <a:solidFill>
            <a:schemeClr val="tx1"/>
          </a:solidFill>
          <a:latin typeface="+mn-lt"/>
          <a:ea typeface="+mn-ea"/>
          <a:cs typeface="+mn-cs"/>
        </a:defRPr>
      </a:lvl8pPr>
      <a:lvl9pPr marL="1943100" indent="-114300" algn="l" defTabSz="457200">
        <a:lnSpc>
          <a:spcPct val="90000"/>
        </a:lnSpc>
        <a:spcBef>
          <a:spcPts val="250"/>
        </a:spcBef>
        <a:buFont typeface="Arial"/>
        <a:buChar char="•"/>
        <a:defRPr sz="900">
          <a:solidFill>
            <a:schemeClr val="tx1"/>
          </a:solidFill>
          <a:latin typeface="+mn-lt"/>
          <a:ea typeface="+mn-ea"/>
          <a:cs typeface="+mn-cs"/>
        </a:defRPr>
      </a:lvl9pPr>
    </p:bodyStyle>
    <p:otherStyle>
      <a:defPPr>
        <a:defRPr lang="de-DE"/>
      </a:defPPr>
      <a:lvl1pPr marL="0" algn="l" defTabSz="457200">
        <a:defRPr sz="900">
          <a:solidFill>
            <a:schemeClr val="tx1"/>
          </a:solidFill>
          <a:latin typeface="+mn-lt"/>
          <a:ea typeface="+mn-ea"/>
          <a:cs typeface="+mn-cs"/>
        </a:defRPr>
      </a:lvl1pPr>
      <a:lvl2pPr marL="228600" algn="l" defTabSz="457200">
        <a:defRPr sz="900">
          <a:solidFill>
            <a:schemeClr val="tx1"/>
          </a:solidFill>
          <a:latin typeface="+mn-lt"/>
          <a:ea typeface="+mn-ea"/>
          <a:cs typeface="+mn-cs"/>
        </a:defRPr>
      </a:lvl2pPr>
      <a:lvl3pPr marL="457200" algn="l" defTabSz="457200">
        <a:defRPr sz="900">
          <a:solidFill>
            <a:schemeClr val="tx1"/>
          </a:solidFill>
          <a:latin typeface="+mn-lt"/>
          <a:ea typeface="+mn-ea"/>
          <a:cs typeface="+mn-cs"/>
        </a:defRPr>
      </a:lvl3pPr>
      <a:lvl4pPr marL="685800" algn="l" defTabSz="457200">
        <a:defRPr sz="900">
          <a:solidFill>
            <a:schemeClr val="tx1"/>
          </a:solidFill>
          <a:latin typeface="+mn-lt"/>
          <a:ea typeface="+mn-ea"/>
          <a:cs typeface="+mn-cs"/>
        </a:defRPr>
      </a:lvl4pPr>
      <a:lvl5pPr marL="914400" algn="l" defTabSz="457200">
        <a:defRPr sz="900">
          <a:solidFill>
            <a:schemeClr val="tx1"/>
          </a:solidFill>
          <a:latin typeface="+mn-lt"/>
          <a:ea typeface="+mn-ea"/>
          <a:cs typeface="+mn-cs"/>
        </a:defRPr>
      </a:lvl5pPr>
      <a:lvl6pPr marL="1143000" algn="l" defTabSz="457200">
        <a:defRPr sz="900">
          <a:solidFill>
            <a:schemeClr val="tx1"/>
          </a:solidFill>
          <a:latin typeface="+mn-lt"/>
          <a:ea typeface="+mn-ea"/>
          <a:cs typeface="+mn-cs"/>
        </a:defRPr>
      </a:lvl6pPr>
      <a:lvl7pPr marL="1371600" algn="l" defTabSz="457200">
        <a:defRPr sz="900">
          <a:solidFill>
            <a:schemeClr val="tx1"/>
          </a:solidFill>
          <a:latin typeface="+mn-lt"/>
          <a:ea typeface="+mn-ea"/>
          <a:cs typeface="+mn-cs"/>
        </a:defRPr>
      </a:lvl7pPr>
      <a:lvl8pPr marL="1600200" algn="l" defTabSz="457200">
        <a:defRPr sz="900">
          <a:solidFill>
            <a:schemeClr val="tx1"/>
          </a:solidFill>
          <a:latin typeface="+mn-lt"/>
          <a:ea typeface="+mn-ea"/>
          <a:cs typeface="+mn-cs"/>
        </a:defRPr>
      </a:lvl8pPr>
      <a:lvl9pPr marL="1828800" algn="l" defTabSz="457200">
        <a:defRPr sz="9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www.leuphana.de/college/studienberatung.html"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hyperlink" Target="https://www.asta-lueneburg.de/"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www.leuphana.de/services/miz/service-support/it-support.html" TargetMode="External"/><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hyperlink" Target="https://www.leuphana.de/einrichtungen/schreibzentrum.html" TargetMode="External"/><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1" name="Google Shape;121;p19"/>
          <p:cNvSpPr txBox="1">
            <a:spLocks noGrp="1"/>
          </p:cNvSpPr>
          <p:nvPr>
            <p:ph type="ctrTitle"/>
          </p:nvPr>
        </p:nvSpPr>
        <p:spPr bwMode="auto">
          <a:prstGeom prst="rect">
            <a:avLst/>
          </a:prstGeom>
        </p:spPr>
        <p:txBody>
          <a:bodyPr spcFirstLastPara="1" wrap="square" lIns="91425" tIns="91425" rIns="91425" bIns="91425" anchor="b" anchorCtr="0">
            <a:noAutofit/>
          </a:bodyPr>
          <a:lstStyle/>
          <a:p>
            <a:pPr>
              <a:defRPr/>
            </a:pPr>
            <a:r>
              <a:rPr lang="de-DE" sz="2400"/>
              <a:t>1.1 Welcome!</a:t>
            </a:r>
            <a:endParaRPr lang="de-DE" sz="2000"/>
          </a:p>
        </p:txBody>
      </p:sp>
      <p:sp>
        <p:nvSpPr>
          <p:cNvPr id="4" name="Untertitel 3"/>
          <p:cNvSpPr>
            <a:spLocks noGrp="1"/>
          </p:cNvSpPr>
          <p:nvPr>
            <p:ph type="subTitle" idx="1"/>
          </p:nvPr>
        </p:nvSpPr>
        <p:spPr bwMode="auto"/>
        <p:txBody>
          <a:bodyPr>
            <a:noAutofit/>
          </a:bodyPr>
          <a:lstStyle/>
          <a:p>
            <a:pPr>
              <a:defRPr/>
            </a:pPr>
            <a:r>
              <a:rPr lang="de-DE" sz="1800"/>
              <a:t>Tutor:</a:t>
            </a:r>
            <a:endParaRPr/>
          </a:p>
          <a:p>
            <a:pPr>
              <a:defRPr/>
            </a:pPr>
            <a:r>
              <a:rPr lang="de-DE" sz="1800"/>
              <a:t>Date:</a:t>
            </a:r>
            <a:endParaRPr/>
          </a:p>
        </p:txBody>
      </p:sp>
      <p:sp>
        <p:nvSpPr>
          <p:cNvPr id="2" name="Google Shape;103;p17"/>
          <p:cNvSpPr/>
          <p:nvPr/>
        </p:nvSpPr>
        <p:spPr bwMode="auto">
          <a:xfrm>
            <a:off x="808645" y="1572786"/>
            <a:ext cx="405900" cy="405900"/>
          </a:xfrm>
          <a:prstGeom prst="ellipse">
            <a:avLst/>
          </a:prstGeom>
          <a:solidFill>
            <a:srgbClr val="7E0D31"/>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5E40439-8AD8-A7CC-EEE2-733B2884583E}"/>
              </a:ext>
            </a:extLst>
          </p:cNvPr>
          <p:cNvSpPr>
            <a:spLocks noGrp="1"/>
          </p:cNvSpPr>
          <p:nvPr>
            <p:ph type="title"/>
          </p:nvPr>
        </p:nvSpPr>
        <p:spPr/>
        <p:txBody>
          <a:bodyPr/>
          <a:lstStyle/>
          <a:p>
            <a:endParaRPr lang="de-DE"/>
          </a:p>
        </p:txBody>
      </p:sp>
      <p:sp>
        <p:nvSpPr>
          <p:cNvPr id="3" name="Inhaltsplatzhalter 2">
            <a:extLst>
              <a:ext uri="{FF2B5EF4-FFF2-40B4-BE49-F238E27FC236}">
                <a16:creationId xmlns:a16="http://schemas.microsoft.com/office/drawing/2014/main" id="{60F49A8C-0BA1-1080-EA8B-DAFD3ADC39D3}"/>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532977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3" name="Titel 2"/>
          <p:cNvSpPr>
            <a:spLocks noGrp="1"/>
          </p:cNvSpPr>
          <p:nvPr>
            <p:ph type="title"/>
          </p:nvPr>
        </p:nvSpPr>
        <p:spPr bwMode="auto"/>
        <p:txBody>
          <a:bodyPr/>
          <a:lstStyle/>
          <a:p>
            <a:pPr>
              <a:defRPr/>
            </a:pPr>
            <a:r>
              <a:rPr lang="de-DE"/>
              <a:t>Agenda</a:t>
            </a:r>
            <a:endParaRPr/>
          </a:p>
        </p:txBody>
      </p:sp>
      <p:sp>
        <p:nvSpPr>
          <p:cNvPr id="4" name="Textplatzhalter 3"/>
          <p:cNvSpPr>
            <a:spLocks noGrp="1"/>
          </p:cNvSpPr>
          <p:nvPr>
            <p:ph idx="1"/>
          </p:nvPr>
        </p:nvSpPr>
        <p:spPr bwMode="auto"/>
        <p:txBody>
          <a:bodyPr/>
          <a:lstStyle/>
          <a:p>
            <a:pPr marL="457200" indent="-457200">
              <a:lnSpc>
                <a:spcPct val="100000"/>
              </a:lnSpc>
              <a:spcAft>
                <a:spcPts val="600"/>
              </a:spcAft>
              <a:buClr>
                <a:schemeClr val="accent5">
                  <a:lumMod val="75000"/>
                </a:schemeClr>
              </a:buClr>
              <a:buFont typeface="+mj-lt"/>
              <a:buAutoNum type="arabicPeriod"/>
              <a:defRPr/>
            </a:pPr>
            <a:r>
              <a:rPr lang="de-DE"/>
              <a:t>Welcome and arrival</a:t>
            </a:r>
            <a:endParaRPr/>
          </a:p>
          <a:p>
            <a:pPr marL="457200" indent="-457200">
              <a:lnSpc>
                <a:spcPct val="100000"/>
              </a:lnSpc>
              <a:spcAft>
                <a:spcPts val="600"/>
              </a:spcAft>
              <a:buClr>
                <a:schemeClr val="accent5">
                  <a:lumMod val="75000"/>
                </a:schemeClr>
              </a:buClr>
              <a:buFont typeface="+mj-lt"/>
              <a:buAutoNum type="arabicPeriod"/>
              <a:defRPr/>
            </a:pPr>
            <a:r>
              <a:rPr lang="de-DE"/>
              <a:t>Learning objectives: Why am I in the tutorial?</a:t>
            </a:r>
            <a:endParaRPr/>
          </a:p>
          <a:p>
            <a:pPr marL="457200" indent="-457200">
              <a:lnSpc>
                <a:spcPct val="100000"/>
              </a:lnSpc>
              <a:spcAft>
                <a:spcPts val="600"/>
              </a:spcAft>
              <a:buClr>
                <a:schemeClr val="accent5">
                  <a:lumMod val="75000"/>
                </a:schemeClr>
              </a:buClr>
              <a:buFont typeface="+mj-lt"/>
              <a:buAutoNum type="arabicPeriod"/>
              <a:defRPr/>
            </a:pPr>
            <a:r>
              <a:rPr lang="de-DE"/>
              <a:t>Organization</a:t>
            </a:r>
            <a:endParaRPr/>
          </a:p>
          <a:p>
            <a:pPr marL="457200" indent="-457200">
              <a:lnSpc>
                <a:spcPct val="100000"/>
              </a:lnSpc>
              <a:spcAft>
                <a:spcPts val="600"/>
              </a:spcAft>
              <a:buClr>
                <a:schemeClr val="accent5">
                  <a:lumMod val="75000"/>
                </a:schemeClr>
              </a:buClr>
              <a:buFont typeface="+mj-lt"/>
              <a:buAutoNum type="arabicPeriod"/>
              <a:defRPr/>
            </a:pPr>
            <a:r>
              <a:rPr lang="de-DE"/>
              <a:t>Conclusion and outlook</a:t>
            </a:r>
            <a:endParaRPr/>
          </a:p>
        </p:txBody>
      </p:sp>
      <p:grpSp>
        <p:nvGrpSpPr>
          <p:cNvPr id="5" name="Google Shape;138;p20"/>
          <p:cNvGrpSpPr>
            <a:grpSpLocks noChangeAspect="1"/>
          </p:cNvGrpSpPr>
          <p:nvPr/>
        </p:nvGrpSpPr>
        <p:grpSpPr bwMode="auto">
          <a:xfrm flipH="1">
            <a:off x="478078" y="678543"/>
            <a:ext cx="271692" cy="271692"/>
            <a:chOff x="2594050" y="1631825"/>
            <a:chExt cx="439625" cy="439625"/>
          </a:xfrm>
          <a:solidFill>
            <a:schemeClr val="bg1"/>
          </a:solidFill>
        </p:grpSpPr>
        <p:sp>
          <p:nvSpPr>
            <p:cNvPr id="7" name="Google Shape;139;p20"/>
            <p:cNvSpPr/>
            <p:nvPr/>
          </p:nvSpPr>
          <p:spPr bwMode="auto">
            <a:xfrm>
              <a:off x="2594050" y="1883300"/>
              <a:ext cx="188175" cy="188150"/>
            </a:xfrm>
            <a:custGeom>
              <a:avLst/>
              <a:gdLst/>
              <a:ahLst/>
              <a:cxnLst/>
              <a:rect l="l" t="t" r="r" b="b"/>
              <a:pathLst>
                <a:path w="7527" h="7526" fill="none" extrusionOk="0">
                  <a:moveTo>
                    <a:pt x="5992" y="0"/>
                  </a:moveTo>
                  <a:lnTo>
                    <a:pt x="537" y="6430"/>
                  </a:lnTo>
                  <a:lnTo>
                    <a:pt x="1" y="7526"/>
                  </a:lnTo>
                  <a:lnTo>
                    <a:pt x="1097" y="6990"/>
                  </a:lnTo>
                  <a:lnTo>
                    <a:pt x="7526" y="1534"/>
                  </a:lnTo>
                  <a:lnTo>
                    <a:pt x="5992" y="0"/>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8" name="Google Shape;140;p20"/>
            <p:cNvSpPr/>
            <p:nvPr/>
          </p:nvSpPr>
          <p:spPr bwMode="auto">
            <a:xfrm>
              <a:off x="2857700" y="1631825"/>
              <a:ext cx="175975" cy="176000"/>
            </a:xfrm>
            <a:custGeom>
              <a:avLst/>
              <a:gdLst/>
              <a:ahLst/>
              <a:cxnLst/>
              <a:rect l="l" t="t" r="r" b="b"/>
              <a:pathLst>
                <a:path w="7039" h="7040" fill="none" extrusionOk="0">
                  <a:moveTo>
                    <a:pt x="268" y="2704"/>
                  </a:moveTo>
                  <a:lnTo>
                    <a:pt x="4336" y="6771"/>
                  </a:lnTo>
                  <a:lnTo>
                    <a:pt x="4336" y="6771"/>
                  </a:lnTo>
                  <a:lnTo>
                    <a:pt x="4336" y="6771"/>
                  </a:lnTo>
                  <a:lnTo>
                    <a:pt x="4652" y="6917"/>
                  </a:lnTo>
                  <a:lnTo>
                    <a:pt x="4993" y="7015"/>
                  </a:lnTo>
                  <a:lnTo>
                    <a:pt x="5310" y="7039"/>
                  </a:lnTo>
                  <a:lnTo>
                    <a:pt x="5651" y="7039"/>
                  </a:lnTo>
                  <a:lnTo>
                    <a:pt x="5992" y="6966"/>
                  </a:lnTo>
                  <a:lnTo>
                    <a:pt x="6308" y="6844"/>
                  </a:lnTo>
                  <a:lnTo>
                    <a:pt x="6454" y="6747"/>
                  </a:lnTo>
                  <a:lnTo>
                    <a:pt x="6601" y="6674"/>
                  </a:lnTo>
                  <a:lnTo>
                    <a:pt x="6747" y="6552"/>
                  </a:lnTo>
                  <a:lnTo>
                    <a:pt x="6893" y="6430"/>
                  </a:lnTo>
                  <a:lnTo>
                    <a:pt x="6893" y="6430"/>
                  </a:lnTo>
                  <a:lnTo>
                    <a:pt x="6942" y="6357"/>
                  </a:lnTo>
                  <a:lnTo>
                    <a:pt x="7015" y="6260"/>
                  </a:lnTo>
                  <a:lnTo>
                    <a:pt x="7039" y="6138"/>
                  </a:lnTo>
                  <a:lnTo>
                    <a:pt x="7039" y="6041"/>
                  </a:lnTo>
                  <a:lnTo>
                    <a:pt x="7039" y="6041"/>
                  </a:lnTo>
                  <a:lnTo>
                    <a:pt x="7039" y="5943"/>
                  </a:lnTo>
                  <a:lnTo>
                    <a:pt x="7015" y="5846"/>
                  </a:lnTo>
                  <a:lnTo>
                    <a:pt x="6942" y="5748"/>
                  </a:lnTo>
                  <a:lnTo>
                    <a:pt x="6893" y="5651"/>
                  </a:lnTo>
                  <a:lnTo>
                    <a:pt x="1389" y="147"/>
                  </a:lnTo>
                  <a:lnTo>
                    <a:pt x="1389" y="147"/>
                  </a:lnTo>
                  <a:lnTo>
                    <a:pt x="1291" y="98"/>
                  </a:lnTo>
                  <a:lnTo>
                    <a:pt x="1194" y="25"/>
                  </a:lnTo>
                  <a:lnTo>
                    <a:pt x="1096" y="0"/>
                  </a:lnTo>
                  <a:lnTo>
                    <a:pt x="999" y="0"/>
                  </a:lnTo>
                  <a:lnTo>
                    <a:pt x="999" y="0"/>
                  </a:lnTo>
                  <a:lnTo>
                    <a:pt x="902" y="0"/>
                  </a:lnTo>
                  <a:lnTo>
                    <a:pt x="780" y="25"/>
                  </a:lnTo>
                  <a:lnTo>
                    <a:pt x="682" y="98"/>
                  </a:lnTo>
                  <a:lnTo>
                    <a:pt x="609" y="147"/>
                  </a:lnTo>
                  <a:lnTo>
                    <a:pt x="609" y="147"/>
                  </a:lnTo>
                  <a:lnTo>
                    <a:pt x="487" y="293"/>
                  </a:lnTo>
                  <a:lnTo>
                    <a:pt x="366" y="439"/>
                  </a:lnTo>
                  <a:lnTo>
                    <a:pt x="293" y="585"/>
                  </a:lnTo>
                  <a:lnTo>
                    <a:pt x="195" y="731"/>
                  </a:lnTo>
                  <a:lnTo>
                    <a:pt x="73" y="1048"/>
                  </a:lnTo>
                  <a:lnTo>
                    <a:pt x="0" y="1389"/>
                  </a:lnTo>
                  <a:lnTo>
                    <a:pt x="0" y="1730"/>
                  </a:lnTo>
                  <a:lnTo>
                    <a:pt x="25" y="2046"/>
                  </a:lnTo>
                  <a:lnTo>
                    <a:pt x="122" y="2387"/>
                  </a:lnTo>
                  <a:lnTo>
                    <a:pt x="268" y="2704"/>
                  </a:lnTo>
                  <a:lnTo>
                    <a:pt x="268" y="2704"/>
                  </a:lnTo>
                  <a:close/>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9" name="Google Shape;141;p20"/>
            <p:cNvSpPr/>
            <p:nvPr/>
          </p:nvSpPr>
          <p:spPr bwMode="auto">
            <a:xfrm>
              <a:off x="2662850" y="1699400"/>
              <a:ext cx="303250" cy="303250"/>
            </a:xfrm>
            <a:custGeom>
              <a:avLst/>
              <a:gdLst/>
              <a:ahLst/>
              <a:cxnLst/>
              <a:rect l="l" t="t" r="r" b="b"/>
              <a:pathLst>
                <a:path w="12130" h="12130" fill="none" extrusionOk="0">
                  <a:moveTo>
                    <a:pt x="8038" y="1"/>
                  </a:moveTo>
                  <a:lnTo>
                    <a:pt x="4872" y="3191"/>
                  </a:lnTo>
                  <a:lnTo>
                    <a:pt x="4872" y="3191"/>
                  </a:lnTo>
                  <a:lnTo>
                    <a:pt x="4628" y="3094"/>
                  </a:lnTo>
                  <a:lnTo>
                    <a:pt x="4385" y="2997"/>
                  </a:lnTo>
                  <a:lnTo>
                    <a:pt x="4092" y="2899"/>
                  </a:lnTo>
                  <a:lnTo>
                    <a:pt x="3800" y="2850"/>
                  </a:lnTo>
                  <a:lnTo>
                    <a:pt x="3484" y="2777"/>
                  </a:lnTo>
                  <a:lnTo>
                    <a:pt x="3167" y="2729"/>
                  </a:lnTo>
                  <a:lnTo>
                    <a:pt x="2850" y="2704"/>
                  </a:lnTo>
                  <a:lnTo>
                    <a:pt x="2534" y="2704"/>
                  </a:lnTo>
                  <a:lnTo>
                    <a:pt x="2534" y="2704"/>
                  </a:lnTo>
                  <a:lnTo>
                    <a:pt x="2241" y="2704"/>
                  </a:lnTo>
                  <a:lnTo>
                    <a:pt x="1949" y="2729"/>
                  </a:lnTo>
                  <a:lnTo>
                    <a:pt x="1633" y="2777"/>
                  </a:lnTo>
                  <a:lnTo>
                    <a:pt x="1316" y="2850"/>
                  </a:lnTo>
                  <a:lnTo>
                    <a:pt x="999" y="2972"/>
                  </a:lnTo>
                  <a:lnTo>
                    <a:pt x="707" y="3094"/>
                  </a:lnTo>
                  <a:lnTo>
                    <a:pt x="415" y="3289"/>
                  </a:lnTo>
                  <a:lnTo>
                    <a:pt x="147" y="3508"/>
                  </a:lnTo>
                  <a:lnTo>
                    <a:pt x="147" y="3508"/>
                  </a:lnTo>
                  <a:lnTo>
                    <a:pt x="74" y="3581"/>
                  </a:lnTo>
                  <a:lnTo>
                    <a:pt x="25" y="3678"/>
                  </a:lnTo>
                  <a:lnTo>
                    <a:pt x="1" y="3776"/>
                  </a:lnTo>
                  <a:lnTo>
                    <a:pt x="1" y="3898"/>
                  </a:lnTo>
                  <a:lnTo>
                    <a:pt x="1" y="3898"/>
                  </a:lnTo>
                  <a:lnTo>
                    <a:pt x="1" y="3995"/>
                  </a:lnTo>
                  <a:lnTo>
                    <a:pt x="25" y="4093"/>
                  </a:lnTo>
                  <a:lnTo>
                    <a:pt x="74" y="4190"/>
                  </a:lnTo>
                  <a:lnTo>
                    <a:pt x="147" y="4287"/>
                  </a:lnTo>
                  <a:lnTo>
                    <a:pt x="7843" y="11984"/>
                  </a:lnTo>
                  <a:lnTo>
                    <a:pt x="7843" y="11984"/>
                  </a:lnTo>
                  <a:lnTo>
                    <a:pt x="7941" y="12057"/>
                  </a:lnTo>
                  <a:lnTo>
                    <a:pt x="8038" y="12105"/>
                  </a:lnTo>
                  <a:lnTo>
                    <a:pt x="8135" y="12130"/>
                  </a:lnTo>
                  <a:lnTo>
                    <a:pt x="8233" y="12130"/>
                  </a:lnTo>
                  <a:lnTo>
                    <a:pt x="8233" y="12130"/>
                  </a:lnTo>
                  <a:lnTo>
                    <a:pt x="8355" y="12130"/>
                  </a:lnTo>
                  <a:lnTo>
                    <a:pt x="8452" y="12105"/>
                  </a:lnTo>
                  <a:lnTo>
                    <a:pt x="8549" y="12057"/>
                  </a:lnTo>
                  <a:lnTo>
                    <a:pt x="8622" y="11984"/>
                  </a:lnTo>
                  <a:lnTo>
                    <a:pt x="8622" y="11984"/>
                  </a:lnTo>
                  <a:lnTo>
                    <a:pt x="8842" y="11716"/>
                  </a:lnTo>
                  <a:lnTo>
                    <a:pt x="9036" y="11423"/>
                  </a:lnTo>
                  <a:lnTo>
                    <a:pt x="9158" y="11131"/>
                  </a:lnTo>
                  <a:lnTo>
                    <a:pt x="9280" y="10814"/>
                  </a:lnTo>
                  <a:lnTo>
                    <a:pt x="9353" y="10498"/>
                  </a:lnTo>
                  <a:lnTo>
                    <a:pt x="9402" y="10181"/>
                  </a:lnTo>
                  <a:lnTo>
                    <a:pt x="9426" y="9889"/>
                  </a:lnTo>
                  <a:lnTo>
                    <a:pt x="9426" y="9597"/>
                  </a:lnTo>
                  <a:lnTo>
                    <a:pt x="9426" y="9597"/>
                  </a:lnTo>
                  <a:lnTo>
                    <a:pt x="9426" y="9280"/>
                  </a:lnTo>
                  <a:lnTo>
                    <a:pt x="9402" y="8964"/>
                  </a:lnTo>
                  <a:lnTo>
                    <a:pt x="9353" y="8647"/>
                  </a:lnTo>
                  <a:lnTo>
                    <a:pt x="9280" y="8330"/>
                  </a:lnTo>
                  <a:lnTo>
                    <a:pt x="9231" y="8038"/>
                  </a:lnTo>
                  <a:lnTo>
                    <a:pt x="9134" y="7746"/>
                  </a:lnTo>
                  <a:lnTo>
                    <a:pt x="9036" y="7502"/>
                  </a:lnTo>
                  <a:lnTo>
                    <a:pt x="8939" y="7259"/>
                  </a:lnTo>
                  <a:lnTo>
                    <a:pt x="12130" y="4093"/>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0" name="Google Shape;142;p20"/>
            <p:cNvSpPr/>
            <p:nvPr/>
          </p:nvSpPr>
          <p:spPr bwMode="auto">
            <a:xfrm>
              <a:off x="2814911" y="1754062"/>
              <a:ext cx="49950" cy="49950"/>
            </a:xfrm>
            <a:custGeom>
              <a:avLst/>
              <a:gdLst/>
              <a:ahLst/>
              <a:cxnLst/>
              <a:rect l="l" t="t" r="r" b="b"/>
              <a:pathLst>
                <a:path w="1998" h="1998" fill="none" extrusionOk="0">
                  <a:moveTo>
                    <a:pt x="1" y="1997"/>
                  </a:moveTo>
                  <a:lnTo>
                    <a:pt x="1998" y="0"/>
                  </a:lnTo>
                </a:path>
              </a:pathLst>
            </a:custGeom>
            <a:grpFill/>
            <a:ln w="9525" cap="rnd" cmpd="sng">
              <a:solidFill>
                <a:schemeClr val="bg1"/>
              </a:solidFill>
              <a:prstDash val="solid"/>
              <a:round/>
              <a:headEnd type="none" w="sm" len="sm"/>
              <a:tailEnd type="none" w="sm" len="sm"/>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Welcome and arrival</a:t>
            </a:r>
            <a:endParaRPr/>
          </a:p>
        </p:txBody>
      </p:sp>
      <p:sp>
        <p:nvSpPr>
          <p:cNvPr id="3" name="Textplatzhalter 2"/>
          <p:cNvSpPr>
            <a:spLocks noGrp="1"/>
          </p:cNvSpPr>
          <p:nvPr>
            <p:ph idx="1"/>
          </p:nvPr>
        </p:nvSpPr>
        <p:spPr bwMode="auto"/>
        <p:txBody>
          <a:bodyPr>
            <a:normAutofit/>
          </a:bodyPr>
          <a:lstStyle/>
          <a:p>
            <a:pPr marL="0" indent="0">
              <a:lnSpc>
                <a:spcPct val="150000"/>
              </a:lnSpc>
              <a:buNone/>
              <a:defRPr/>
            </a:pPr>
            <a:r>
              <a:rPr lang="de-DE" sz="1600">
                <a:latin typeface="+mj-lt"/>
              </a:rPr>
              <a:t>Introduction of the tutor:</a:t>
            </a:r>
            <a:endParaRPr sz="1600">
              <a:latin typeface="+mj-lt"/>
            </a:endParaRPr>
          </a:p>
          <a:p>
            <a:pPr>
              <a:lnSpc>
                <a:spcPct val="150000"/>
              </a:lnSpc>
              <a:defRPr/>
            </a:pPr>
            <a:r>
              <a:rPr lang="de-DE" sz="1600">
                <a:latin typeface="+mj-lt"/>
              </a:rPr>
              <a:t>Name</a:t>
            </a:r>
            <a:endParaRPr sz="1600">
              <a:latin typeface="+mj-lt"/>
            </a:endParaRPr>
          </a:p>
          <a:p>
            <a:pPr>
              <a:lnSpc>
                <a:spcPct val="150000"/>
              </a:lnSpc>
              <a:defRPr/>
            </a:pPr>
            <a:r>
              <a:rPr lang="de-DE" sz="1600">
                <a:latin typeface="+mj-lt"/>
              </a:rPr>
              <a:t>Study program</a:t>
            </a:r>
            <a:endParaRPr sz="1600">
              <a:latin typeface="+mj-lt"/>
            </a:endParaRPr>
          </a:p>
          <a:p>
            <a:pPr>
              <a:lnSpc>
                <a:spcPct val="150000"/>
              </a:lnSpc>
              <a:defRPr/>
            </a:pPr>
            <a:r>
              <a:rPr lang="de-DE" sz="1600">
                <a:latin typeface="+mj-lt"/>
              </a:rPr>
              <a:t>Something personal e.g. </a:t>
            </a:r>
            <a:r>
              <a:rPr lang="de-DE" sz="1600" b="0" i="0" u="none" strike="noStrike">
                <a:solidFill>
                  <a:srgbClr val="000000"/>
                </a:solidFill>
                <a:latin typeface="+mj-lt"/>
              </a:rPr>
              <a:t>hobbies, characteristics, experience</a:t>
            </a:r>
            <a:endParaRPr sz="1600">
              <a:latin typeface="+mj-lt"/>
            </a:endParaRPr>
          </a:p>
        </p:txBody>
      </p:sp>
      <p:pic>
        <p:nvPicPr>
          <p:cNvPr id="6" name="Grafik 5"/>
          <p:cNvPicPr>
            <a:picLocks noChangeAspect="1"/>
          </p:cNvPicPr>
          <p:nvPr/>
        </p:nvPicPr>
        <p:blipFill>
          <a:blip r:embed="rId3"/>
          <a:stretch/>
        </p:blipFill>
        <p:spPr bwMode="auto">
          <a:xfrm>
            <a:off x="972000" y="3123057"/>
            <a:ext cx="1792838" cy="160846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GET TO KNOW GAME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972000" y="1131590"/>
            <a:ext cx="7200000" cy="1977806"/>
          </a:xfrm>
        </p:spPr>
        <p:txBody>
          <a:bodyPr>
            <a:normAutofit fontScale="90000"/>
          </a:bodyPr>
          <a:lstStyle/>
          <a:p>
            <a:pPr marL="0" indent="0" algn="ctr">
              <a:lnSpc>
                <a:spcPct val="150000"/>
              </a:lnSpc>
              <a:buNone/>
              <a:defRPr/>
            </a:pPr>
            <a:r>
              <a:rPr lang="de-DE" sz="3200">
                <a:solidFill>
                  <a:schemeClr val="tx1"/>
                </a:solidFill>
              </a:rPr>
              <a:t>Flashlight:</a:t>
            </a:r>
            <a:br>
              <a:rPr lang="de-DE" sz="3200">
                <a:solidFill>
                  <a:schemeClr val="tx1"/>
                </a:solidFill>
              </a:rPr>
            </a:br>
            <a:r>
              <a:rPr lang="de-DE" sz="3200">
                <a:solidFill>
                  <a:schemeClr val="tx1"/>
                </a:solidFill>
              </a:rPr>
              <a:t>How are you doing after the first week?</a:t>
            </a:r>
            <a:endParaRPr/>
          </a:p>
        </p:txBody>
      </p:sp>
      <p:sp>
        <p:nvSpPr>
          <p:cNvPr id="5" name="Textfeld 4"/>
          <p:cNvSpPr txBox="1"/>
          <p:nvPr/>
        </p:nvSpPr>
        <p:spPr bwMode="auto">
          <a:xfrm>
            <a:off x="467254" y="640085"/>
            <a:ext cx="397933" cy="369332"/>
          </a:xfrm>
          <a:prstGeom prst="rect">
            <a:avLst/>
          </a:prstGeom>
          <a:noFill/>
        </p:spPr>
        <p:txBody>
          <a:bodyPr wrap="square" rtlCol="0">
            <a:spAutoFit/>
          </a:bodyPr>
          <a:lstStyle/>
          <a:p>
            <a:pPr>
              <a:defRPr/>
            </a:pPr>
            <a:r>
              <a:rPr lang="de-DE" sz="1800" b="1">
                <a:solidFill>
                  <a:schemeClr val="bg1"/>
                </a:solidFill>
                <a:latin typeface="Arial Narrow"/>
              </a:rPr>
              <a:t>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Learning objectives: Why am I here in the tutorial?</a:t>
            </a:r>
            <a:endParaRPr/>
          </a:p>
        </p:txBody>
      </p:sp>
      <p:sp>
        <p:nvSpPr>
          <p:cNvPr id="3" name="Textplatzhalter 2"/>
          <p:cNvSpPr>
            <a:spLocks noGrp="1"/>
          </p:cNvSpPr>
          <p:nvPr>
            <p:ph idx="1"/>
          </p:nvPr>
        </p:nvSpPr>
        <p:spPr bwMode="auto"/>
        <p:txBody>
          <a:bodyPr>
            <a:noAutofit/>
          </a:bodyPr>
          <a:lstStyle/>
          <a:p>
            <a:pPr marL="0" indent="0">
              <a:lnSpc>
                <a:spcPct val="150000"/>
              </a:lnSpc>
              <a:buNone/>
              <a:defRPr/>
            </a:pPr>
            <a:r>
              <a:rPr lang="de-DE" b="1">
                <a:latin typeface="+mj-lt"/>
              </a:rPr>
              <a:t>Work on the following questions individually:</a:t>
            </a:r>
            <a:endParaRPr>
              <a:latin typeface="+mj-lt"/>
            </a:endParaRPr>
          </a:p>
          <a:p>
            <a:pPr marL="342900" indent="-342900">
              <a:lnSpc>
                <a:spcPct val="150000"/>
              </a:lnSpc>
              <a:buFont typeface="+mj-lt"/>
              <a:buAutoNum type="arabicPeriod"/>
              <a:defRPr/>
            </a:pPr>
            <a:r>
              <a:rPr lang="de-DE">
                <a:latin typeface="+mj-lt"/>
              </a:rPr>
              <a:t>What do you want to learn? (Methods, interpersonal, personal, content)</a:t>
            </a:r>
            <a:endParaRPr>
              <a:latin typeface="+mj-lt"/>
            </a:endParaRPr>
          </a:p>
          <a:p>
            <a:pPr marL="342900" indent="-342900">
              <a:lnSpc>
                <a:spcPct val="150000"/>
              </a:lnSpc>
              <a:buFont typeface="+mj-lt"/>
              <a:buAutoNum type="arabicPeriod"/>
              <a:defRPr/>
            </a:pPr>
            <a:r>
              <a:rPr lang="de-DE">
                <a:latin typeface="+mj-lt"/>
              </a:rPr>
              <a:t>What do you wish for good cooperation in the tutorial?</a:t>
            </a:r>
            <a:endParaRPr>
              <a:latin typeface="+mj-lt"/>
            </a:endParaRPr>
          </a:p>
          <a:p>
            <a:pPr marL="342900" indent="-342900">
              <a:lnSpc>
                <a:spcPct val="150000"/>
              </a:lnSpc>
              <a:buFont typeface="+mj-lt"/>
              <a:buAutoNum type="arabicPeriod"/>
              <a:defRPr/>
            </a:pPr>
            <a:r>
              <a:rPr lang="de-DE">
                <a:latin typeface="+mj-lt"/>
              </a:rPr>
              <a:t>What are you most looking forward to?</a:t>
            </a:r>
            <a:endParaRPr>
              <a:latin typeface="+mj-lt"/>
            </a:endParaRPr>
          </a:p>
          <a:p>
            <a:pPr marL="342900" indent="-342900">
              <a:lnSpc>
                <a:spcPct val="150000"/>
              </a:lnSpc>
              <a:buFont typeface="+mj-lt"/>
              <a:buAutoNum type="arabicPeriod"/>
              <a:defRPr/>
            </a:pPr>
            <a:r>
              <a:rPr lang="de-DE">
                <a:latin typeface="+mj-lt"/>
              </a:rPr>
              <a:t>What still unsettles you? What is your biggest fear?</a:t>
            </a:r>
            <a:endParaRPr>
              <a:latin typeface="+mj-lt"/>
            </a:endParaRPr>
          </a:p>
          <a:p>
            <a:pPr marL="0" indent="0">
              <a:lnSpc>
                <a:spcPct val="150000"/>
              </a:lnSpc>
              <a:buNone/>
              <a:defRPr/>
            </a:pPr>
            <a:endParaRPr lang="de-DE">
              <a:latin typeface="+mj-lt"/>
            </a:endParaRPr>
          </a:p>
          <a:p>
            <a:pPr marL="0" indent="0">
              <a:lnSpc>
                <a:spcPct val="150000"/>
              </a:lnSpc>
              <a:buNone/>
              <a:defRPr/>
            </a:pPr>
            <a:r>
              <a:rPr lang="de-DE">
                <a:latin typeface="+mj-lt"/>
              </a:rPr>
              <a:t>Mentimeter/ pads/ pen and paper</a:t>
            </a:r>
            <a:endParaRPr/>
          </a:p>
          <a:p>
            <a:pPr marL="0" indent="0">
              <a:lnSpc>
                <a:spcPct val="150000"/>
              </a:lnSpc>
              <a:buNone/>
              <a:defRPr/>
            </a:pPr>
            <a:r>
              <a:rPr lang="de-DE" b="1">
                <a:latin typeface="+mj-lt"/>
              </a:rPr>
              <a:t>Time: </a:t>
            </a:r>
            <a:r>
              <a:rPr lang="de-DE">
                <a:latin typeface="+mj-lt"/>
              </a:rPr>
              <a:t>25 min.</a:t>
            </a:r>
            <a:endParaRPr>
              <a:latin typeface="+mj-lt"/>
            </a:endParaRPr>
          </a:p>
        </p:txBody>
      </p:sp>
      <p:sp>
        <p:nvSpPr>
          <p:cNvPr id="5" name="Textfeld 4"/>
          <p:cNvSpPr txBox="1"/>
          <p:nvPr/>
        </p:nvSpPr>
        <p:spPr bwMode="auto">
          <a:xfrm>
            <a:off x="467254" y="640085"/>
            <a:ext cx="397933" cy="369332"/>
          </a:xfrm>
          <a:prstGeom prst="rect">
            <a:avLst/>
          </a:prstGeom>
          <a:noFill/>
        </p:spPr>
        <p:txBody>
          <a:bodyPr wrap="square" rtlCol="0">
            <a:spAutoFit/>
          </a:bodyPr>
          <a:lstStyle/>
          <a:p>
            <a:pPr>
              <a:defRPr/>
            </a:pPr>
            <a:r>
              <a:rPr lang="de-DE" sz="1800" b="1">
                <a:solidFill>
                  <a:schemeClr val="bg1"/>
                </a:solidFill>
                <a:latin typeface="Arial Narrow"/>
              </a:rPr>
              <a:t>2.</a:t>
            </a:r>
            <a:endParaRPr/>
          </a:p>
        </p:txBody>
      </p:sp>
      <p:pic>
        <p:nvPicPr>
          <p:cNvPr id="8" name="Grafik 7" descr="Ein Bild, das Mann, stehend, Schnee, haltend enthält.&#10;&#10;Automatisch generierte Beschreibung"/>
          <p:cNvPicPr>
            <a:picLocks noChangeAspect="1"/>
          </p:cNvPicPr>
          <p:nvPr/>
        </p:nvPicPr>
        <p:blipFill>
          <a:blip r:embed="rId3"/>
          <a:stretch/>
        </p:blipFill>
        <p:spPr bwMode="auto">
          <a:xfrm>
            <a:off x="4572000" y="3382013"/>
            <a:ext cx="1800200" cy="132897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Organization</a:t>
            </a:r>
            <a:endParaRPr/>
          </a:p>
        </p:txBody>
      </p:sp>
      <p:sp>
        <p:nvSpPr>
          <p:cNvPr id="3" name="Textplatzhalter 2"/>
          <p:cNvSpPr>
            <a:spLocks noGrp="1"/>
          </p:cNvSpPr>
          <p:nvPr>
            <p:ph type="body" idx="1"/>
          </p:nvPr>
        </p:nvSpPr>
        <p:spPr bwMode="auto">
          <a:xfrm>
            <a:off x="953400" y="3017743"/>
            <a:ext cx="7200000" cy="1039907"/>
          </a:xfrm>
        </p:spPr>
        <p:txBody>
          <a:bodyPr>
            <a:normAutofit/>
          </a:bodyPr>
          <a:lstStyle/>
          <a:p>
            <a:pPr algn="ctr">
              <a:lnSpc>
                <a:spcPct val="150000"/>
              </a:lnSpc>
              <a:buFont typeface="Arial"/>
              <a:buChar char="•"/>
              <a:defRPr/>
            </a:pPr>
            <a:r>
              <a:rPr lang="de-DE" sz="2000">
                <a:solidFill>
                  <a:schemeClr val="tx1"/>
                </a:solidFill>
              </a:rPr>
              <a:t>What is the task of the tutorial?</a:t>
            </a:r>
            <a:endParaRPr sz="2000">
              <a:solidFill>
                <a:schemeClr val="tx1"/>
              </a:solidFill>
            </a:endParaRPr>
          </a:p>
          <a:p>
            <a:pPr algn="ctr">
              <a:lnSpc>
                <a:spcPct val="150000"/>
              </a:lnSpc>
              <a:buFont typeface="Arial"/>
              <a:buChar char="•"/>
              <a:defRPr/>
            </a:pPr>
            <a:r>
              <a:rPr lang="de-DE" sz="2000">
                <a:solidFill>
                  <a:schemeClr val="tx1"/>
                </a:solidFill>
              </a:rPr>
              <a:t>What will we be looking at in the coming weeks?</a:t>
            </a:r>
            <a:endParaRPr sz="2000">
              <a:solidFill>
                <a:schemeClr val="tx1"/>
              </a:solidFill>
            </a:endParaRPr>
          </a:p>
        </p:txBody>
      </p:sp>
      <p:sp>
        <p:nvSpPr>
          <p:cNvPr id="5" name="Textfeld 4"/>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pic>
        <p:nvPicPr>
          <p:cNvPr id="6" name="Grafik 5" descr="Ein Bild, das Mann, fliegend, Drachen, Luft enthält.&#10;&#10;Automatisch generierte Beschreibung"/>
          <p:cNvPicPr>
            <a:picLocks noChangeAspect="1"/>
          </p:cNvPicPr>
          <p:nvPr/>
        </p:nvPicPr>
        <p:blipFill>
          <a:blip r:embed="rId3"/>
          <a:stretch/>
        </p:blipFill>
        <p:spPr bwMode="auto">
          <a:xfrm>
            <a:off x="3347520" y="651676"/>
            <a:ext cx="2411760" cy="1846595"/>
          </a:xfrm>
          <a:prstGeom prst="rect">
            <a:avLst/>
          </a:prstGeom>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en-US" sz="2000">
                <a:solidFill>
                  <a:schemeClr val="tx1"/>
                </a:solidFill>
              </a:rPr>
              <a:t>The Tutorials</a:t>
            </a:r>
            <a:endParaRPr lang="de-DE">
              <a:solidFill>
                <a:schemeClr val="tx1"/>
              </a:solidFill>
            </a:endParaRPr>
          </a:p>
        </p:txBody>
      </p:sp>
      <p:sp>
        <p:nvSpPr>
          <p:cNvPr id="9" name="Textplatzhalter 8"/>
          <p:cNvSpPr>
            <a:spLocks noGrp="1"/>
          </p:cNvSpPr>
          <p:nvPr>
            <p:ph idx="1"/>
          </p:nvPr>
        </p:nvSpPr>
        <p:spPr bwMode="auto">
          <a:xfrm>
            <a:off x="972000" y="1211084"/>
            <a:ext cx="7200000" cy="3232874"/>
          </a:xfrm>
        </p:spPr>
        <p:txBody>
          <a:bodyPr>
            <a:normAutofit/>
          </a:bodyPr>
          <a:lstStyle/>
          <a:p>
            <a:pPr>
              <a:lnSpc>
                <a:spcPct val="150000"/>
              </a:lnSpc>
              <a:buFont typeface="Arial"/>
              <a:buChar char="•"/>
              <a:defRPr/>
            </a:pPr>
            <a:r>
              <a:rPr lang="de-DE" sz="1600"/>
              <a:t>Weekly 90 minutes </a:t>
            </a:r>
            <a:endParaRPr/>
          </a:p>
          <a:p>
            <a:pPr>
              <a:lnSpc>
                <a:spcPct val="150000"/>
              </a:lnSpc>
              <a:buFont typeface="Arial"/>
              <a:buChar char="•"/>
              <a:defRPr/>
            </a:pPr>
            <a:r>
              <a:rPr lang="de-DE" sz="1600"/>
              <a:t>approx. 30 persons</a:t>
            </a:r>
            <a:endParaRPr/>
          </a:p>
          <a:p>
            <a:pPr>
              <a:lnSpc>
                <a:spcPct val="150000"/>
              </a:lnSpc>
              <a:buFont typeface="Arial"/>
              <a:buChar char="•"/>
              <a:defRPr/>
            </a:pPr>
            <a:r>
              <a:rPr lang="de-DE" sz="1600"/>
              <a:t>Interdisciplinary learning community</a:t>
            </a:r>
            <a:endParaRPr/>
          </a:p>
          <a:p>
            <a:pPr>
              <a:lnSpc>
                <a:spcPct val="150000"/>
              </a:lnSpc>
              <a:buFont typeface="Arial"/>
              <a:buChar char="•"/>
              <a:defRPr/>
            </a:pPr>
            <a:r>
              <a:rPr lang="de-DE" sz="1600"/>
              <a:t>Help for seminars and exams but independent</a:t>
            </a:r>
            <a:endParaRPr/>
          </a:p>
          <a:p>
            <a:pPr>
              <a:lnSpc>
                <a:spcPct val="150000"/>
              </a:lnSpc>
              <a:buFont typeface="Arial"/>
              <a:buChar char="•"/>
              <a:defRPr/>
            </a:pPr>
            <a:r>
              <a:rPr lang="de-DE" sz="1600"/>
              <a:t>Aim: Introduction to academic work &amp; discussing and trying out different methods &amp; support with starting university life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sz="2000">
                <a:solidFill>
                  <a:schemeClr val="tx1"/>
                </a:solidFill>
              </a:rPr>
              <a:t>The tutorials - content</a:t>
            </a:r>
            <a:endParaRPr lang="de-DE">
              <a:solidFill>
                <a:schemeClr val="tx1"/>
              </a:solidFill>
            </a:endParaRPr>
          </a:p>
        </p:txBody>
      </p:sp>
      <p:sp>
        <p:nvSpPr>
          <p:cNvPr id="48" name="Rechteck 47"/>
          <p:cNvSpPr/>
          <p:nvPr/>
        </p:nvSpPr>
        <p:spPr bwMode="auto">
          <a:xfrm>
            <a:off x="1809139" y="1246398"/>
            <a:ext cx="2218021" cy="1494365"/>
          </a:xfrm>
          <a:prstGeom prst="rect">
            <a:avLst/>
          </a:prstGeom>
          <a:solidFill>
            <a:schemeClr val="bg2">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1200" b="1">
                <a:solidFill>
                  <a:schemeClr val="tx1"/>
                </a:solidFill>
                <a:latin typeface="+mj-lt"/>
              </a:rPr>
              <a:t>INPUT</a:t>
            </a:r>
            <a:endParaRPr lang="de-DE" sz="1100">
              <a:solidFill>
                <a:schemeClr val="tx1"/>
              </a:solidFill>
              <a:latin typeface="Arial Narrow"/>
            </a:endParaRPr>
          </a:p>
          <a:p>
            <a:pPr algn="ctr">
              <a:defRPr/>
            </a:pPr>
            <a:endParaRPr lang="de-DE" sz="1100">
              <a:solidFill>
                <a:schemeClr val="tx1"/>
              </a:solidFill>
              <a:latin typeface="Arial Narrow"/>
            </a:endParaRPr>
          </a:p>
          <a:p>
            <a:pPr algn="ctr">
              <a:defRPr/>
            </a:pPr>
            <a:r>
              <a:rPr lang="de-DE" sz="1100">
                <a:solidFill>
                  <a:schemeClr val="tx1"/>
                </a:solidFill>
              </a:rPr>
              <a:t>Worksheets, videos etc.</a:t>
            </a:r>
            <a:endParaRPr/>
          </a:p>
          <a:p>
            <a:pPr algn="ctr">
              <a:defRPr/>
            </a:pPr>
            <a:endParaRPr lang="de-DE" sz="1100">
              <a:solidFill>
                <a:schemeClr val="tx1"/>
              </a:solidFill>
            </a:endParaRPr>
          </a:p>
          <a:p>
            <a:pPr algn="ctr">
              <a:defRPr/>
            </a:pPr>
            <a:r>
              <a:rPr lang="de-DE" sz="1100">
                <a:solidFill>
                  <a:schemeClr val="tx1"/>
                </a:solidFill>
              </a:rPr>
              <a:t>Central tools for everyday university life</a:t>
            </a:r>
            <a:endParaRPr/>
          </a:p>
          <a:p>
            <a:pPr algn="ctr">
              <a:defRPr/>
            </a:pPr>
            <a:endParaRPr lang="de-DE" sz="1100">
              <a:solidFill>
                <a:schemeClr val="tx1"/>
              </a:solidFill>
            </a:endParaRPr>
          </a:p>
          <a:p>
            <a:pPr algn="ctr">
              <a:defRPr/>
            </a:pPr>
            <a:endParaRPr lang="de-DE" sz="1100">
              <a:solidFill>
                <a:schemeClr val="tx1"/>
              </a:solidFill>
            </a:endParaRPr>
          </a:p>
        </p:txBody>
      </p:sp>
      <p:sp>
        <p:nvSpPr>
          <p:cNvPr id="50" name="Rechteck 49"/>
          <p:cNvSpPr/>
          <p:nvPr/>
        </p:nvSpPr>
        <p:spPr bwMode="auto">
          <a:xfrm>
            <a:off x="4948011" y="3054834"/>
            <a:ext cx="2202049" cy="1494365"/>
          </a:xfrm>
          <a:prstGeom prst="rect">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1200" b="1">
                <a:solidFill>
                  <a:schemeClr val="tx1"/>
                </a:solidFill>
                <a:latin typeface="+mj-lt"/>
              </a:rPr>
              <a:t>ARRIVAL</a:t>
            </a:r>
            <a:endParaRPr/>
          </a:p>
          <a:p>
            <a:pPr algn="ctr">
              <a:defRPr/>
            </a:pPr>
            <a:endParaRPr sz="1100">
              <a:solidFill>
                <a:schemeClr val="tx1"/>
              </a:solidFill>
              <a:latin typeface="+mj-lt"/>
            </a:endParaRPr>
          </a:p>
          <a:p>
            <a:pPr algn="ctr">
              <a:defRPr/>
            </a:pPr>
            <a:r>
              <a:rPr lang="de-DE" sz="1100">
                <a:solidFill>
                  <a:schemeClr val="tx1"/>
                </a:solidFill>
              </a:rPr>
              <a:t>Space to discuss the new life situation</a:t>
            </a:r>
            <a:endParaRPr/>
          </a:p>
          <a:p>
            <a:pPr algn="ctr">
              <a:defRPr/>
            </a:pPr>
            <a:endParaRPr lang="de-DE" sz="1100">
              <a:solidFill>
                <a:schemeClr val="tx1"/>
              </a:solidFill>
            </a:endParaRPr>
          </a:p>
          <a:p>
            <a:pPr algn="ctr">
              <a:defRPr/>
            </a:pPr>
            <a:r>
              <a:rPr lang="de-DE" sz="1100">
                <a:solidFill>
                  <a:schemeClr val="tx1"/>
                </a:solidFill>
              </a:rPr>
              <a:t>Supplementing the tutorial content with personal experience</a:t>
            </a:r>
            <a:endParaRPr lang="de-DE" sz="1100">
              <a:solidFill>
                <a:schemeClr val="tx1"/>
              </a:solidFill>
              <a:latin typeface="Arial Narrow"/>
            </a:endParaRPr>
          </a:p>
        </p:txBody>
      </p:sp>
      <p:sp>
        <p:nvSpPr>
          <p:cNvPr id="52" name="Rechteck 51"/>
          <p:cNvSpPr/>
          <p:nvPr/>
        </p:nvSpPr>
        <p:spPr bwMode="auto">
          <a:xfrm>
            <a:off x="1809140" y="3054834"/>
            <a:ext cx="2218021" cy="1494365"/>
          </a:xfrm>
          <a:prstGeom prst="rect">
            <a:avLst/>
          </a:prstGeom>
          <a:solidFill>
            <a:schemeClr val="accent4">
              <a:lumMod val="20000"/>
              <a:lumOff val="80000"/>
            </a:schemeClr>
          </a:solidFill>
          <a:ln>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1200" b="1">
                <a:solidFill>
                  <a:schemeClr val="tx1"/>
                </a:solidFill>
                <a:latin typeface="+mj-lt"/>
              </a:rPr>
              <a:t>STUDY REFLECTION</a:t>
            </a:r>
            <a:endParaRPr>
              <a:solidFill>
                <a:schemeClr val="tx1"/>
              </a:solidFill>
              <a:latin typeface="+mj-lt"/>
            </a:endParaRPr>
          </a:p>
          <a:p>
            <a:pPr algn="ctr">
              <a:defRPr/>
            </a:pPr>
            <a:endParaRPr lang="de-DE" sz="1100">
              <a:solidFill>
                <a:schemeClr val="accent5">
                  <a:lumMod val="50000"/>
                </a:schemeClr>
              </a:solidFill>
              <a:latin typeface="Arial Narrow"/>
            </a:endParaRPr>
          </a:p>
          <a:p>
            <a:pPr algn="ctr">
              <a:defRPr/>
            </a:pPr>
            <a:r>
              <a:rPr lang="de-DE" sz="1100">
                <a:solidFill>
                  <a:schemeClr val="tx1"/>
                </a:solidFill>
              </a:rPr>
              <a:t>Examining your own studies</a:t>
            </a:r>
            <a:endParaRPr/>
          </a:p>
          <a:p>
            <a:pPr algn="ctr">
              <a:defRPr/>
            </a:pPr>
            <a:endParaRPr lang="de-DE" sz="1100">
              <a:solidFill>
                <a:schemeClr val="tx1"/>
              </a:solidFill>
            </a:endParaRPr>
          </a:p>
          <a:p>
            <a:pPr algn="ctr">
              <a:defRPr/>
            </a:pPr>
            <a:r>
              <a:rPr lang="de-DE" sz="1100">
                <a:solidFill>
                  <a:schemeClr val="tx1"/>
                </a:solidFill>
              </a:rPr>
              <a:t>Focus on combining subject-specific and interdisciplinary content</a:t>
            </a:r>
            <a:endParaRPr lang="de-DE" sz="1100">
              <a:solidFill>
                <a:schemeClr val="tx1"/>
              </a:solidFill>
              <a:latin typeface="Arial Narrow"/>
            </a:endParaRPr>
          </a:p>
        </p:txBody>
      </p:sp>
      <p:sp>
        <p:nvSpPr>
          <p:cNvPr id="54" name="Rechteck 53"/>
          <p:cNvSpPr/>
          <p:nvPr/>
        </p:nvSpPr>
        <p:spPr bwMode="auto">
          <a:xfrm>
            <a:off x="4932040" y="1246399"/>
            <a:ext cx="2218021" cy="1494365"/>
          </a:xfrm>
          <a:prstGeom prst="rect">
            <a:avLst/>
          </a:prstGeom>
          <a:solidFill>
            <a:schemeClr val="accent5">
              <a:lumMod val="20000"/>
              <a:lumOff val="80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de-DE" sz="1200" b="1">
                <a:solidFill>
                  <a:schemeClr val="tx1"/>
                </a:solidFill>
                <a:latin typeface="+mj-lt"/>
              </a:rPr>
              <a:t>TESTING</a:t>
            </a:r>
            <a:endParaRPr>
              <a:solidFill>
                <a:schemeClr val="tx1"/>
              </a:solidFill>
              <a:latin typeface="+mj-lt"/>
            </a:endParaRPr>
          </a:p>
          <a:p>
            <a:pPr algn="ctr">
              <a:defRPr/>
            </a:pPr>
            <a:endParaRPr lang="de-DE" sz="1100">
              <a:solidFill>
                <a:schemeClr val="tx1"/>
              </a:solidFill>
              <a:latin typeface="+mj-lt"/>
            </a:endParaRPr>
          </a:p>
          <a:p>
            <a:pPr algn="ctr">
              <a:defRPr/>
            </a:pPr>
            <a:r>
              <a:rPr lang="de-DE" sz="1100">
                <a:solidFill>
                  <a:schemeClr val="tx1"/>
                </a:solidFill>
                <a:latin typeface="+mj-lt"/>
              </a:rPr>
              <a:t>First attempts at scientific work</a:t>
            </a:r>
            <a:endParaRPr/>
          </a:p>
          <a:p>
            <a:pPr algn="ctr">
              <a:defRPr/>
            </a:pPr>
            <a:endParaRPr lang="de-DE" sz="1100">
              <a:solidFill>
                <a:schemeClr val="tx1"/>
              </a:solidFill>
              <a:latin typeface="+mj-lt"/>
            </a:endParaRPr>
          </a:p>
          <a:p>
            <a:pPr algn="ctr">
              <a:defRPr/>
            </a:pPr>
            <a:r>
              <a:rPr lang="de-DE" sz="1100">
                <a:solidFill>
                  <a:schemeClr val="tx1"/>
                </a:solidFill>
                <a:latin typeface="+mj-lt"/>
              </a:rPr>
              <a:t>e.g. topic identification &amp; correct citation, preparation for the first exams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6" name="Titel 5"/>
          <p:cNvSpPr>
            <a:spLocks noGrp="1"/>
          </p:cNvSpPr>
          <p:nvPr>
            <p:ph type="title"/>
          </p:nvPr>
        </p:nvSpPr>
        <p:spPr bwMode="auto">
          <a:xfrm>
            <a:off x="972000" y="1009417"/>
            <a:ext cx="7200000" cy="630000"/>
          </a:xfrm>
        </p:spPr>
        <p:txBody>
          <a:bodyPr>
            <a:normAutofit fontScale="90000"/>
          </a:bodyPr>
          <a:lstStyle/>
          <a:p>
            <a:pPr algn="ctr">
              <a:defRPr/>
            </a:pPr>
            <a:r>
              <a:rPr lang="de-DE"/>
              <a:t>The tutorials </a:t>
            </a:r>
            <a:br>
              <a:rPr lang="de-DE"/>
            </a:br>
            <a:r>
              <a:rPr lang="de-DE"/>
              <a:t>Topics during the semester</a:t>
            </a:r>
            <a:endParaRPr/>
          </a:p>
        </p:txBody>
      </p:sp>
      <p:graphicFrame>
        <p:nvGraphicFramePr>
          <p:cNvPr id="11" name="Textplatzhalter 6"/>
          <p:cNvGraphicFramePr>
            <a:graphicFrameLocks noGrp="1"/>
          </p:cNvGraphicFramePr>
          <p:nvPr>
            <p:ph idx="1"/>
          </p:nvPr>
        </p:nvGraphicFramePr>
        <p:xfrm>
          <a:off x="1187624" y="1923678"/>
          <a:ext cx="6768752" cy="30356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11</a:t>
            </a:fld>
            <a:endParaRPr lang="de-DE"/>
          </a:p>
        </p:txBody>
      </p:sp>
      <p:sp>
        <p:nvSpPr>
          <p:cNvPr id="9" name="Textfeld 8"/>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Your topics</a:t>
            </a:r>
            <a:endParaRPr/>
          </a:p>
        </p:txBody>
      </p:sp>
      <p:sp>
        <p:nvSpPr>
          <p:cNvPr id="3" name="Inhaltsplatzhalter 2"/>
          <p:cNvSpPr>
            <a:spLocks noGrp="1"/>
          </p:cNvSpPr>
          <p:nvPr>
            <p:ph idx="1"/>
          </p:nvPr>
        </p:nvSpPr>
        <p:spPr bwMode="auto"/>
        <p:txBody>
          <a:bodyPr/>
          <a:lstStyle/>
          <a:p>
            <a:pPr>
              <a:defRPr/>
            </a:pPr>
            <a:r>
              <a:rPr lang="de-DE"/>
              <a:t>...</a:t>
            </a:r>
            <a:endParaRPr/>
          </a:p>
          <a:p>
            <a:pPr>
              <a:defRPr/>
            </a:pPr>
            <a:r>
              <a:rPr lang="de-DE"/>
              <a:t>...</a:t>
            </a:r>
            <a:endParaRPr/>
          </a:p>
          <a:p>
            <a:pPr>
              <a:defRPr/>
            </a:pPr>
            <a:r>
              <a:rPr lang="de-DE"/>
              <a:t>...</a:t>
            </a:r>
            <a:endParaRPr/>
          </a:p>
        </p:txBody>
      </p:sp>
      <p:grpSp>
        <p:nvGrpSpPr>
          <p:cNvPr id="4" name="Gruppieren 3"/>
          <p:cNvGrpSpPr>
            <a:grpSpLocks noChangeAspect="1"/>
          </p:cNvGrpSpPr>
          <p:nvPr/>
        </p:nvGrpSpPr>
        <p:grpSpPr bwMode="auto">
          <a:xfrm>
            <a:off x="6948264" y="1491630"/>
            <a:ext cx="1399067" cy="1939077"/>
            <a:chOff x="6220841" y="1973581"/>
            <a:chExt cx="1877525" cy="2409894"/>
          </a:xfrm>
        </p:grpSpPr>
        <p:sp>
          <p:nvSpPr>
            <p:cNvPr id="5" name="Google Shape;488;p40"/>
            <p:cNvSpPr>
              <a:spLocks noChangeAspect="1"/>
            </p:cNvSpPr>
            <p:nvPr/>
          </p:nvSpPr>
          <p:spPr bwMode="auto">
            <a:xfrm>
              <a:off x="6220841" y="1973581"/>
              <a:ext cx="1877525" cy="2409894"/>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6" name="Google Shape;426;p40"/>
            <p:cNvGrpSpPr/>
            <p:nvPr/>
          </p:nvGrpSpPr>
          <p:grpSpPr bwMode="auto">
            <a:xfrm>
              <a:off x="7516908" y="2065150"/>
              <a:ext cx="365499" cy="365499"/>
              <a:chOff x="1922075" y="1629000"/>
              <a:chExt cx="437200" cy="437200"/>
            </a:xfrm>
            <a:solidFill>
              <a:schemeClr val="tx1"/>
            </a:solidFill>
          </p:grpSpPr>
          <p:sp>
            <p:nvSpPr>
              <p:cNvPr id="12"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grp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3"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grp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cxnSp>
          <p:nvCxnSpPr>
            <p:cNvPr id="7" name="Gerader Verbinder 9"/>
            <p:cNvCxnSpPr>
              <a:cxnSpLocks/>
            </p:cNvCxnSpPr>
            <p:nvPr/>
          </p:nvCxnSpPr>
          <p:spPr bwMode="auto">
            <a:xfrm>
              <a:off x="6538564" y="2506132"/>
              <a:ext cx="1229854"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8" name="Gerader Verbinder 10"/>
            <p:cNvCxnSpPr>
              <a:cxnSpLocks/>
            </p:cNvCxnSpPr>
            <p:nvPr/>
          </p:nvCxnSpPr>
          <p:spPr bwMode="auto">
            <a:xfrm>
              <a:off x="6538564" y="2667000"/>
              <a:ext cx="1229854" cy="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9" name="Gerader Verbinder 11"/>
            <p:cNvCxnSpPr>
              <a:cxnSpLocks/>
            </p:cNvCxnSpPr>
            <p:nvPr/>
          </p:nvCxnSpPr>
          <p:spPr bwMode="auto">
            <a:xfrm>
              <a:off x="6538564" y="2815166"/>
              <a:ext cx="1229854" cy="0"/>
            </a:xfrm>
            <a:prstGeom prst="line">
              <a:avLst/>
            </a:prstGeom>
            <a:ln w="12700"/>
          </p:spPr>
          <p:style>
            <a:lnRef idx="1">
              <a:schemeClr val="accent3"/>
            </a:lnRef>
            <a:fillRef idx="0">
              <a:schemeClr val="accent3"/>
            </a:fillRef>
            <a:effectRef idx="0">
              <a:schemeClr val="accent3"/>
            </a:effectRef>
            <a:fontRef idx="minor">
              <a:schemeClr val="tx1"/>
            </a:fontRef>
          </p:style>
        </p:cxnSp>
        <p:cxnSp>
          <p:nvCxnSpPr>
            <p:cNvPr id="10" name="Gerader Verbinder 12"/>
            <p:cNvCxnSpPr>
              <a:cxnSpLocks/>
            </p:cNvCxnSpPr>
            <p:nvPr/>
          </p:nvCxnSpPr>
          <p:spPr bwMode="auto">
            <a:xfrm>
              <a:off x="6538564" y="3009900"/>
              <a:ext cx="1229854" cy="0"/>
            </a:xfrm>
            <a:prstGeom prst="line">
              <a:avLst/>
            </a:prstGeom>
            <a:ln w="12700"/>
          </p:spPr>
          <p:style>
            <a:lnRef idx="1">
              <a:schemeClr val="accent5"/>
            </a:lnRef>
            <a:fillRef idx="0">
              <a:schemeClr val="accent5"/>
            </a:fillRef>
            <a:effectRef idx="0">
              <a:schemeClr val="accent5"/>
            </a:effectRef>
            <a:fontRef idx="minor">
              <a:schemeClr val="tx1"/>
            </a:fontRef>
          </p:style>
        </p:cxnSp>
        <p:cxnSp>
          <p:nvCxnSpPr>
            <p:cNvPr id="11" name="Gerader Verbinder 13"/>
            <p:cNvCxnSpPr>
              <a:cxnSpLocks/>
            </p:cNvCxnSpPr>
            <p:nvPr/>
          </p:nvCxnSpPr>
          <p:spPr bwMode="auto">
            <a:xfrm>
              <a:off x="6538564" y="3221565"/>
              <a:ext cx="1229854" cy="0"/>
            </a:xfrm>
            <a:prstGeom prst="line">
              <a:avLst/>
            </a:prstGeom>
            <a:ln w="12700"/>
          </p:spPr>
          <p:style>
            <a:lnRef idx="1">
              <a:schemeClr val="accent6"/>
            </a:lnRef>
            <a:fillRef idx="0">
              <a:schemeClr val="accent6"/>
            </a:fillRef>
            <a:effectRef idx="0">
              <a:schemeClr val="accent6"/>
            </a:effectRef>
            <a:fontRef idx="minor">
              <a:schemeClr val="tx1"/>
            </a:fontRef>
          </p:style>
        </p:cxn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a:xfrm>
            <a:off x="972000" y="32133"/>
            <a:ext cx="7200000" cy="1977806"/>
          </a:xfrm>
        </p:spPr>
        <p:txBody>
          <a:bodyPr/>
          <a:lstStyle/>
          <a:p>
            <a:pPr marL="0" indent="0">
              <a:buNone/>
              <a:defRPr/>
            </a:pPr>
            <a:r>
              <a:rPr lang="de-DE"/>
              <a:t>Important note: </a:t>
            </a:r>
            <a:endParaRPr/>
          </a:p>
        </p:txBody>
      </p:sp>
      <p:sp>
        <p:nvSpPr>
          <p:cNvPr id="3" name="Textplatzhalter 2"/>
          <p:cNvSpPr>
            <a:spLocks noGrp="1"/>
          </p:cNvSpPr>
          <p:nvPr>
            <p:ph type="body" idx="1"/>
          </p:nvPr>
        </p:nvSpPr>
        <p:spPr bwMode="auto">
          <a:xfrm>
            <a:off x="972000" y="2191928"/>
            <a:ext cx="7200000" cy="1039907"/>
          </a:xfrm>
        </p:spPr>
        <p:txBody>
          <a:bodyPr>
            <a:noAutofit/>
          </a:bodyPr>
          <a:lstStyle/>
          <a:p>
            <a:pPr marL="0" indent="0" algn="ctr">
              <a:buNone/>
              <a:defRPr/>
            </a:pPr>
            <a:r>
              <a:rPr lang="de-DE" sz="2200">
                <a:solidFill>
                  <a:schemeClr val="tx1"/>
                </a:solidFill>
              </a:rPr>
              <a:t>The topics are generally predetermined, but we are flexible in terms of when we discuss what. Therefore, if you have a need for a topic, please let us know and we will bring it forward if necessary!</a:t>
            </a:r>
            <a:endParaRPr sz="2200">
              <a:solidFill>
                <a:schemeClr val="tx1"/>
              </a:solidFill>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13</a:t>
            </a:fld>
            <a:endParaRPr lang="de-DE"/>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Organization</a:t>
            </a:r>
            <a:endParaRPr/>
          </a:p>
        </p:txBody>
      </p:sp>
      <p:sp>
        <p:nvSpPr>
          <p:cNvPr id="3" name="Textplatzhalter 2"/>
          <p:cNvSpPr>
            <a:spLocks noGrp="1"/>
          </p:cNvSpPr>
          <p:nvPr>
            <p:ph idx="1"/>
          </p:nvPr>
        </p:nvSpPr>
        <p:spPr bwMode="auto"/>
        <p:txBody>
          <a:bodyPr>
            <a:normAutofit/>
          </a:bodyPr>
          <a:lstStyle/>
          <a:p>
            <a:pPr>
              <a:lnSpc>
                <a:spcPct val="150000"/>
              </a:lnSpc>
              <a:buFont typeface="Arial"/>
              <a:buChar char="•"/>
              <a:defRPr/>
            </a:pPr>
            <a:r>
              <a:rPr lang="de-DE"/>
              <a:t>Expectations of the group</a:t>
            </a:r>
            <a:endParaRPr/>
          </a:p>
          <a:p>
            <a:pPr>
              <a:lnSpc>
                <a:spcPct val="150000"/>
              </a:lnSpc>
              <a:buFont typeface="Arial"/>
              <a:buChar char="•"/>
              <a:defRPr/>
            </a:pPr>
            <a:r>
              <a:rPr lang="de-DE"/>
              <a:t>Preparation for the next meetings</a:t>
            </a:r>
            <a:endParaRPr/>
          </a:p>
          <a:p>
            <a:pPr>
              <a:lnSpc>
                <a:spcPct val="150000"/>
              </a:lnSpc>
              <a:buFont typeface="Arial"/>
              <a:buChar char="•"/>
              <a:defRPr/>
            </a:pPr>
            <a:r>
              <a:rPr lang="de-DE"/>
              <a:t>Communication</a:t>
            </a:r>
            <a:endParaRPr/>
          </a:p>
          <a:p>
            <a:pPr>
              <a:lnSpc>
                <a:spcPct val="150000"/>
              </a:lnSpc>
              <a:buFont typeface="Arial"/>
              <a:buChar char="•"/>
              <a:defRPr/>
            </a:pPr>
            <a:r>
              <a:rPr lang="de-DE"/>
              <a:t>...</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14</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Code of Conduct</a:t>
            </a:r>
            <a:endParaRPr/>
          </a:p>
        </p:txBody>
      </p:sp>
      <p:sp>
        <p:nvSpPr>
          <p:cNvPr id="3" name="Textplatzhalter 2"/>
          <p:cNvSpPr>
            <a:spLocks noGrp="1"/>
          </p:cNvSpPr>
          <p:nvPr>
            <p:ph idx="1"/>
          </p:nvPr>
        </p:nvSpPr>
        <p:spPr bwMode="auto"/>
        <p:txBody>
          <a:bodyPr/>
          <a:lstStyle/>
          <a:p>
            <a:pPr marL="342900" indent="-342900">
              <a:lnSpc>
                <a:spcPct val="100000"/>
              </a:lnSpc>
              <a:buAutoNum type="arabicPeriod"/>
              <a:defRPr/>
            </a:pPr>
            <a:r>
              <a:rPr lang="de-DE"/>
              <a:t>...</a:t>
            </a:r>
            <a:endParaRPr/>
          </a:p>
          <a:p>
            <a:pPr marL="342900" indent="-342900">
              <a:lnSpc>
                <a:spcPct val="100000"/>
              </a:lnSpc>
              <a:buAutoNum type="arabicPeriod"/>
              <a:defRPr/>
            </a:pPr>
            <a:r>
              <a:rPr lang="de-DE"/>
              <a:t>...</a:t>
            </a:r>
            <a:endParaRPr/>
          </a:p>
          <a:p>
            <a:pPr marL="342900" indent="-342900">
              <a:lnSpc>
                <a:spcPct val="100000"/>
              </a:lnSpc>
              <a:buAutoNum type="arabicPeriod"/>
              <a:defRPr/>
            </a:pPr>
            <a:r>
              <a:rPr lang="de-DE"/>
              <a:t>...</a:t>
            </a:r>
            <a:endParaRPr/>
          </a:p>
          <a:p>
            <a:pPr marL="342900" indent="-342900">
              <a:lnSpc>
                <a:spcPct val="100000"/>
              </a:lnSpc>
              <a:buAutoNum type="arabicPeriod"/>
              <a:defRPr/>
            </a:pPr>
            <a:endParaRPr lang="de-DE"/>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15</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grpSp>
        <p:nvGrpSpPr>
          <p:cNvPr id="7" name="Gruppieren 6"/>
          <p:cNvGrpSpPr>
            <a:grpSpLocks noChangeAspect="1"/>
          </p:cNvGrpSpPr>
          <p:nvPr/>
        </p:nvGrpSpPr>
        <p:grpSpPr bwMode="auto">
          <a:xfrm>
            <a:off x="6876256" y="1602211"/>
            <a:ext cx="1399067" cy="1939077"/>
            <a:chOff x="6220841" y="1973581"/>
            <a:chExt cx="1877525" cy="2409894"/>
          </a:xfrm>
        </p:grpSpPr>
        <p:sp>
          <p:nvSpPr>
            <p:cNvPr id="8" name="Google Shape;488;p40"/>
            <p:cNvSpPr>
              <a:spLocks noChangeAspect="1"/>
            </p:cNvSpPr>
            <p:nvPr/>
          </p:nvSpPr>
          <p:spPr bwMode="auto">
            <a:xfrm>
              <a:off x="6220841" y="1973581"/>
              <a:ext cx="1877525" cy="2409894"/>
            </a:xfrm>
            <a:custGeom>
              <a:avLst/>
              <a:gdLst/>
              <a:ahLst/>
              <a:cxnLst/>
              <a:rect l="l" t="t" r="r" b="b"/>
              <a:pathLst>
                <a:path w="16022" h="20565" extrusionOk="0">
                  <a:moveTo>
                    <a:pt x="14434" y="1588"/>
                  </a:moveTo>
                  <a:lnTo>
                    <a:pt x="14434" y="17683"/>
                  </a:lnTo>
                  <a:lnTo>
                    <a:pt x="1588" y="17683"/>
                  </a:lnTo>
                  <a:lnTo>
                    <a:pt x="1588" y="1588"/>
                  </a:lnTo>
                  <a:close/>
                  <a:moveTo>
                    <a:pt x="8011" y="18293"/>
                  </a:moveTo>
                  <a:lnTo>
                    <a:pt x="8182" y="18318"/>
                  </a:lnTo>
                  <a:lnTo>
                    <a:pt x="8328" y="18366"/>
                  </a:lnTo>
                  <a:lnTo>
                    <a:pt x="8475" y="18440"/>
                  </a:lnTo>
                  <a:lnTo>
                    <a:pt x="8597" y="18537"/>
                  </a:lnTo>
                  <a:lnTo>
                    <a:pt x="8695" y="18660"/>
                  </a:lnTo>
                  <a:lnTo>
                    <a:pt x="8768" y="18806"/>
                  </a:lnTo>
                  <a:lnTo>
                    <a:pt x="8817" y="18953"/>
                  </a:lnTo>
                  <a:lnTo>
                    <a:pt x="8841" y="19124"/>
                  </a:lnTo>
                  <a:lnTo>
                    <a:pt x="8817" y="19295"/>
                  </a:lnTo>
                  <a:lnTo>
                    <a:pt x="8768" y="19441"/>
                  </a:lnTo>
                  <a:lnTo>
                    <a:pt x="8695" y="19588"/>
                  </a:lnTo>
                  <a:lnTo>
                    <a:pt x="8597" y="19710"/>
                  </a:lnTo>
                  <a:lnTo>
                    <a:pt x="8475" y="19807"/>
                  </a:lnTo>
                  <a:lnTo>
                    <a:pt x="8328" y="19881"/>
                  </a:lnTo>
                  <a:lnTo>
                    <a:pt x="8182" y="19930"/>
                  </a:lnTo>
                  <a:lnTo>
                    <a:pt x="8011" y="19954"/>
                  </a:lnTo>
                  <a:lnTo>
                    <a:pt x="7840" y="19930"/>
                  </a:lnTo>
                  <a:lnTo>
                    <a:pt x="7693" y="19881"/>
                  </a:lnTo>
                  <a:lnTo>
                    <a:pt x="7547" y="19807"/>
                  </a:lnTo>
                  <a:lnTo>
                    <a:pt x="7425" y="19710"/>
                  </a:lnTo>
                  <a:lnTo>
                    <a:pt x="7327" y="19588"/>
                  </a:lnTo>
                  <a:lnTo>
                    <a:pt x="7254" y="19441"/>
                  </a:lnTo>
                  <a:lnTo>
                    <a:pt x="7205" y="19295"/>
                  </a:lnTo>
                  <a:lnTo>
                    <a:pt x="7181" y="19124"/>
                  </a:lnTo>
                  <a:lnTo>
                    <a:pt x="7205" y="18953"/>
                  </a:lnTo>
                  <a:lnTo>
                    <a:pt x="7254" y="18806"/>
                  </a:lnTo>
                  <a:lnTo>
                    <a:pt x="7327" y="18660"/>
                  </a:lnTo>
                  <a:lnTo>
                    <a:pt x="7425" y="18537"/>
                  </a:lnTo>
                  <a:lnTo>
                    <a:pt x="7547" y="18440"/>
                  </a:lnTo>
                  <a:lnTo>
                    <a:pt x="7693" y="18366"/>
                  </a:lnTo>
                  <a:lnTo>
                    <a:pt x="7840" y="18318"/>
                  </a:lnTo>
                  <a:lnTo>
                    <a:pt x="8011" y="18293"/>
                  </a:lnTo>
                  <a:close/>
                  <a:moveTo>
                    <a:pt x="1270" y="0"/>
                  </a:moveTo>
                  <a:lnTo>
                    <a:pt x="1026" y="25"/>
                  </a:lnTo>
                  <a:lnTo>
                    <a:pt x="782" y="98"/>
                  </a:lnTo>
                  <a:lnTo>
                    <a:pt x="562" y="220"/>
                  </a:lnTo>
                  <a:lnTo>
                    <a:pt x="367" y="367"/>
                  </a:lnTo>
                  <a:lnTo>
                    <a:pt x="220" y="562"/>
                  </a:lnTo>
                  <a:lnTo>
                    <a:pt x="98" y="782"/>
                  </a:lnTo>
                  <a:lnTo>
                    <a:pt x="25" y="1026"/>
                  </a:lnTo>
                  <a:lnTo>
                    <a:pt x="0" y="1295"/>
                  </a:lnTo>
                  <a:lnTo>
                    <a:pt x="0" y="19270"/>
                  </a:lnTo>
                  <a:lnTo>
                    <a:pt x="25" y="19539"/>
                  </a:lnTo>
                  <a:lnTo>
                    <a:pt x="98" y="19783"/>
                  </a:lnTo>
                  <a:lnTo>
                    <a:pt x="220" y="20003"/>
                  </a:lnTo>
                  <a:lnTo>
                    <a:pt x="367" y="20198"/>
                  </a:lnTo>
                  <a:lnTo>
                    <a:pt x="562" y="20345"/>
                  </a:lnTo>
                  <a:lnTo>
                    <a:pt x="782" y="20467"/>
                  </a:lnTo>
                  <a:lnTo>
                    <a:pt x="1026" y="20540"/>
                  </a:lnTo>
                  <a:lnTo>
                    <a:pt x="1270" y="20565"/>
                  </a:lnTo>
                  <a:lnTo>
                    <a:pt x="14752" y="20565"/>
                  </a:lnTo>
                  <a:lnTo>
                    <a:pt x="14996" y="20540"/>
                  </a:lnTo>
                  <a:lnTo>
                    <a:pt x="15240" y="20467"/>
                  </a:lnTo>
                  <a:lnTo>
                    <a:pt x="15460" y="20345"/>
                  </a:lnTo>
                  <a:lnTo>
                    <a:pt x="15655" y="20198"/>
                  </a:lnTo>
                  <a:lnTo>
                    <a:pt x="15802" y="20003"/>
                  </a:lnTo>
                  <a:lnTo>
                    <a:pt x="15924" y="19783"/>
                  </a:lnTo>
                  <a:lnTo>
                    <a:pt x="15997" y="19539"/>
                  </a:lnTo>
                  <a:lnTo>
                    <a:pt x="16022" y="19270"/>
                  </a:lnTo>
                  <a:lnTo>
                    <a:pt x="16022" y="1295"/>
                  </a:lnTo>
                  <a:lnTo>
                    <a:pt x="15997" y="1026"/>
                  </a:lnTo>
                  <a:lnTo>
                    <a:pt x="15924" y="782"/>
                  </a:lnTo>
                  <a:lnTo>
                    <a:pt x="15802" y="562"/>
                  </a:lnTo>
                  <a:lnTo>
                    <a:pt x="15655" y="367"/>
                  </a:lnTo>
                  <a:lnTo>
                    <a:pt x="15460" y="220"/>
                  </a:lnTo>
                  <a:lnTo>
                    <a:pt x="15240" y="98"/>
                  </a:lnTo>
                  <a:lnTo>
                    <a:pt x="14996" y="25"/>
                  </a:lnTo>
                  <a:lnTo>
                    <a:pt x="14752" y="0"/>
                  </a:lnTo>
                  <a:close/>
                </a:path>
              </a:pathLst>
            </a:custGeom>
            <a:solidFill>
              <a:srgbClr val="A7A4BC"/>
            </a:solid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nvGrpSpPr>
            <p:cNvPr id="9" name="Google Shape;426;p40"/>
            <p:cNvGrpSpPr/>
            <p:nvPr/>
          </p:nvGrpSpPr>
          <p:grpSpPr bwMode="auto">
            <a:xfrm>
              <a:off x="7516908" y="2065150"/>
              <a:ext cx="365499" cy="365499"/>
              <a:chOff x="1922075" y="1629000"/>
              <a:chExt cx="437200" cy="437200"/>
            </a:xfrm>
            <a:solidFill>
              <a:schemeClr val="tx1"/>
            </a:solidFill>
          </p:grpSpPr>
          <p:sp>
            <p:nvSpPr>
              <p:cNvPr id="15" name="Google Shape;427;p40"/>
              <p:cNvSpPr/>
              <p:nvPr/>
            </p:nvSpPr>
            <p:spPr bwMode="auto">
              <a:xfrm>
                <a:off x="2208425" y="1629000"/>
                <a:ext cx="150850" cy="150850"/>
              </a:xfrm>
              <a:custGeom>
                <a:avLst/>
                <a:gdLst/>
                <a:ahLst/>
                <a:cxnLst/>
                <a:rect l="l" t="t" r="r" b="b"/>
                <a:pathLst>
                  <a:path w="6034" h="6034" extrusionOk="0">
                    <a:moveTo>
                      <a:pt x="2004" y="1"/>
                    </a:moveTo>
                    <a:lnTo>
                      <a:pt x="1881" y="25"/>
                    </a:lnTo>
                    <a:lnTo>
                      <a:pt x="1784" y="50"/>
                    </a:lnTo>
                    <a:lnTo>
                      <a:pt x="1686" y="98"/>
                    </a:lnTo>
                    <a:lnTo>
                      <a:pt x="1588" y="172"/>
                    </a:lnTo>
                    <a:lnTo>
                      <a:pt x="1" y="1784"/>
                    </a:lnTo>
                    <a:lnTo>
                      <a:pt x="4251" y="6033"/>
                    </a:lnTo>
                    <a:lnTo>
                      <a:pt x="5862" y="4446"/>
                    </a:lnTo>
                    <a:lnTo>
                      <a:pt x="5936" y="4348"/>
                    </a:lnTo>
                    <a:lnTo>
                      <a:pt x="5985" y="4250"/>
                    </a:lnTo>
                    <a:lnTo>
                      <a:pt x="6009" y="4153"/>
                    </a:lnTo>
                    <a:lnTo>
                      <a:pt x="6033" y="4031"/>
                    </a:lnTo>
                    <a:lnTo>
                      <a:pt x="6009" y="3933"/>
                    </a:lnTo>
                    <a:lnTo>
                      <a:pt x="5985" y="3811"/>
                    </a:lnTo>
                    <a:lnTo>
                      <a:pt x="5936" y="3713"/>
                    </a:lnTo>
                    <a:lnTo>
                      <a:pt x="5862" y="3615"/>
                    </a:lnTo>
                    <a:lnTo>
                      <a:pt x="2419" y="172"/>
                    </a:lnTo>
                    <a:lnTo>
                      <a:pt x="2321" y="98"/>
                    </a:lnTo>
                    <a:lnTo>
                      <a:pt x="2223" y="50"/>
                    </a:lnTo>
                    <a:lnTo>
                      <a:pt x="2101" y="25"/>
                    </a:lnTo>
                    <a:lnTo>
                      <a:pt x="2004" y="1"/>
                    </a:lnTo>
                    <a:close/>
                  </a:path>
                </a:pathLst>
              </a:custGeom>
              <a:grp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sp>
            <p:nvSpPr>
              <p:cNvPr id="16" name="Google Shape;428;p40"/>
              <p:cNvSpPr/>
              <p:nvPr/>
            </p:nvSpPr>
            <p:spPr bwMode="auto">
              <a:xfrm>
                <a:off x="1922075" y="1686400"/>
                <a:ext cx="379800" cy="379800"/>
              </a:xfrm>
              <a:custGeom>
                <a:avLst/>
                <a:gdLst/>
                <a:ahLst/>
                <a:cxnLst/>
                <a:rect l="l" t="t" r="r" b="b"/>
                <a:pathLst>
                  <a:path w="15192" h="15192" extrusionOk="0">
                    <a:moveTo>
                      <a:pt x="1100" y="10527"/>
                    </a:moveTo>
                    <a:lnTo>
                      <a:pt x="4665" y="14093"/>
                    </a:lnTo>
                    <a:lnTo>
                      <a:pt x="4616" y="14117"/>
                    </a:lnTo>
                    <a:lnTo>
                      <a:pt x="1979" y="14508"/>
                    </a:lnTo>
                    <a:lnTo>
                      <a:pt x="684" y="13213"/>
                    </a:lnTo>
                    <a:lnTo>
                      <a:pt x="1075" y="10576"/>
                    </a:lnTo>
                    <a:lnTo>
                      <a:pt x="1100" y="10527"/>
                    </a:lnTo>
                    <a:close/>
                    <a:moveTo>
                      <a:pt x="10918" y="1"/>
                    </a:moveTo>
                    <a:lnTo>
                      <a:pt x="758" y="10185"/>
                    </a:lnTo>
                    <a:lnTo>
                      <a:pt x="684" y="10258"/>
                    </a:lnTo>
                    <a:lnTo>
                      <a:pt x="636" y="10332"/>
                    </a:lnTo>
                    <a:lnTo>
                      <a:pt x="611" y="10405"/>
                    </a:lnTo>
                    <a:lnTo>
                      <a:pt x="587" y="10502"/>
                    </a:lnTo>
                    <a:lnTo>
                      <a:pt x="1" y="14532"/>
                    </a:lnTo>
                    <a:lnTo>
                      <a:pt x="1" y="14654"/>
                    </a:lnTo>
                    <a:lnTo>
                      <a:pt x="25" y="14801"/>
                    </a:lnTo>
                    <a:lnTo>
                      <a:pt x="98" y="14923"/>
                    </a:lnTo>
                    <a:lnTo>
                      <a:pt x="171" y="15021"/>
                    </a:lnTo>
                    <a:lnTo>
                      <a:pt x="269" y="15094"/>
                    </a:lnTo>
                    <a:lnTo>
                      <a:pt x="367" y="15143"/>
                    </a:lnTo>
                    <a:lnTo>
                      <a:pt x="465" y="15167"/>
                    </a:lnTo>
                    <a:lnTo>
                      <a:pt x="587" y="15192"/>
                    </a:lnTo>
                    <a:lnTo>
                      <a:pt x="660" y="15192"/>
                    </a:lnTo>
                    <a:lnTo>
                      <a:pt x="4690" y="14606"/>
                    </a:lnTo>
                    <a:lnTo>
                      <a:pt x="4861" y="14557"/>
                    </a:lnTo>
                    <a:lnTo>
                      <a:pt x="4934" y="14508"/>
                    </a:lnTo>
                    <a:lnTo>
                      <a:pt x="5007" y="14435"/>
                    </a:lnTo>
                    <a:lnTo>
                      <a:pt x="15192" y="4275"/>
                    </a:lnTo>
                    <a:lnTo>
                      <a:pt x="13970" y="3053"/>
                    </a:lnTo>
                    <a:lnTo>
                      <a:pt x="4152" y="12872"/>
                    </a:lnTo>
                    <a:lnTo>
                      <a:pt x="3810" y="12530"/>
                    </a:lnTo>
                    <a:lnTo>
                      <a:pt x="13629" y="2712"/>
                    </a:lnTo>
                    <a:lnTo>
                      <a:pt x="12481" y="1564"/>
                    </a:lnTo>
                    <a:lnTo>
                      <a:pt x="2663" y="11382"/>
                    </a:lnTo>
                    <a:lnTo>
                      <a:pt x="2321" y="11040"/>
                    </a:lnTo>
                    <a:lnTo>
                      <a:pt x="12139" y="1222"/>
                    </a:lnTo>
                    <a:lnTo>
                      <a:pt x="10918" y="1"/>
                    </a:lnTo>
                    <a:close/>
                  </a:path>
                </a:pathLst>
              </a:custGeom>
              <a:grpFill/>
              <a:ln>
                <a:noFill/>
              </a:ln>
            </p:spPr>
            <p:txBody>
              <a:bodyPr spcFirstLastPara="1" wrap="square" lIns="91425" tIns="91425" rIns="91425" bIns="91425" anchor="ctr" anchorCtr="0">
                <a:noAutofit/>
              </a:bodyPr>
              <a:lstStyle/>
              <a:p>
                <a:pPr marL="0" lvl="0" indent="0" algn="l">
                  <a:spcBef>
                    <a:spcPts val="0"/>
                  </a:spcBef>
                  <a:spcAft>
                    <a:spcPts val="0"/>
                  </a:spcAft>
                  <a:buNone/>
                  <a:defRPr/>
                </a:pPr>
                <a:endParaRPr/>
              </a:p>
            </p:txBody>
          </p:sp>
        </p:grpSp>
        <p:cxnSp>
          <p:nvCxnSpPr>
            <p:cNvPr id="10" name="Gerader Verbinder 9"/>
            <p:cNvCxnSpPr>
              <a:cxnSpLocks/>
            </p:cNvCxnSpPr>
            <p:nvPr/>
          </p:nvCxnSpPr>
          <p:spPr bwMode="auto">
            <a:xfrm>
              <a:off x="6538564" y="2506132"/>
              <a:ext cx="1229854"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1" name="Gerader Verbinder 10"/>
            <p:cNvCxnSpPr>
              <a:cxnSpLocks/>
            </p:cNvCxnSpPr>
            <p:nvPr/>
          </p:nvCxnSpPr>
          <p:spPr bwMode="auto">
            <a:xfrm>
              <a:off x="6538564" y="2667000"/>
              <a:ext cx="1229854" cy="0"/>
            </a:xfrm>
            <a:prstGeom prst="line">
              <a:avLst/>
            </a:prstGeom>
            <a:ln w="12700"/>
          </p:spPr>
          <p:style>
            <a:lnRef idx="1">
              <a:schemeClr val="accent2"/>
            </a:lnRef>
            <a:fillRef idx="0">
              <a:schemeClr val="accent2"/>
            </a:fillRef>
            <a:effectRef idx="0">
              <a:schemeClr val="accent2"/>
            </a:effectRef>
            <a:fontRef idx="minor">
              <a:schemeClr val="tx1"/>
            </a:fontRef>
          </p:style>
        </p:cxnSp>
        <p:cxnSp>
          <p:nvCxnSpPr>
            <p:cNvPr id="12" name="Gerader Verbinder 11"/>
            <p:cNvCxnSpPr>
              <a:cxnSpLocks/>
            </p:cNvCxnSpPr>
            <p:nvPr/>
          </p:nvCxnSpPr>
          <p:spPr bwMode="auto">
            <a:xfrm>
              <a:off x="6538564" y="2815166"/>
              <a:ext cx="1229854" cy="0"/>
            </a:xfrm>
            <a:prstGeom prst="line">
              <a:avLst/>
            </a:prstGeom>
            <a:ln w="12700"/>
          </p:spPr>
          <p:style>
            <a:lnRef idx="1">
              <a:schemeClr val="accent3"/>
            </a:lnRef>
            <a:fillRef idx="0">
              <a:schemeClr val="accent3"/>
            </a:fillRef>
            <a:effectRef idx="0">
              <a:schemeClr val="accent3"/>
            </a:effectRef>
            <a:fontRef idx="minor">
              <a:schemeClr val="tx1"/>
            </a:fontRef>
          </p:style>
        </p:cxnSp>
        <p:cxnSp>
          <p:nvCxnSpPr>
            <p:cNvPr id="13" name="Gerader Verbinder 12"/>
            <p:cNvCxnSpPr>
              <a:cxnSpLocks/>
            </p:cNvCxnSpPr>
            <p:nvPr/>
          </p:nvCxnSpPr>
          <p:spPr bwMode="auto">
            <a:xfrm>
              <a:off x="6538564" y="3009900"/>
              <a:ext cx="1229854" cy="0"/>
            </a:xfrm>
            <a:prstGeom prst="line">
              <a:avLst/>
            </a:prstGeom>
            <a:ln w="12700"/>
          </p:spPr>
          <p:style>
            <a:lnRef idx="1">
              <a:schemeClr val="accent5"/>
            </a:lnRef>
            <a:fillRef idx="0">
              <a:schemeClr val="accent5"/>
            </a:fillRef>
            <a:effectRef idx="0">
              <a:schemeClr val="accent5"/>
            </a:effectRef>
            <a:fontRef idx="minor">
              <a:schemeClr val="tx1"/>
            </a:fontRef>
          </p:style>
        </p:cxnSp>
        <p:cxnSp>
          <p:nvCxnSpPr>
            <p:cNvPr id="14" name="Gerader Verbinder 13"/>
            <p:cNvCxnSpPr>
              <a:cxnSpLocks/>
            </p:cNvCxnSpPr>
            <p:nvPr/>
          </p:nvCxnSpPr>
          <p:spPr bwMode="auto">
            <a:xfrm>
              <a:off x="6538564" y="3221565"/>
              <a:ext cx="1229854" cy="0"/>
            </a:xfrm>
            <a:prstGeom prst="line">
              <a:avLst/>
            </a:prstGeom>
            <a:ln w="12700"/>
          </p:spPr>
          <p:style>
            <a:lnRef idx="1">
              <a:schemeClr val="accent6"/>
            </a:lnRef>
            <a:fillRef idx="0">
              <a:schemeClr val="accent6"/>
            </a:fillRef>
            <a:effectRef idx="0">
              <a:schemeClr val="accent6"/>
            </a:effectRef>
            <a:fontRef idx="minor">
              <a:schemeClr val="tx1"/>
            </a:fontRef>
          </p:style>
        </p:cxn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University Code of Conduct</a:t>
            </a:r>
            <a:endParaRPr/>
          </a:p>
        </p:txBody>
      </p:sp>
      <p:sp>
        <p:nvSpPr>
          <p:cNvPr id="3" name="Textplatzhalter 2"/>
          <p:cNvSpPr>
            <a:spLocks noGrp="1"/>
          </p:cNvSpPr>
          <p:nvPr>
            <p:ph idx="1"/>
          </p:nvPr>
        </p:nvSpPr>
        <p:spPr bwMode="auto"/>
        <p:txBody>
          <a:bodyPr>
            <a:noAutofit/>
          </a:bodyPr>
          <a:lstStyle/>
          <a:p>
            <a:pPr marL="0" indent="0">
              <a:lnSpc>
                <a:spcPct val="150000"/>
              </a:lnSpc>
              <a:buFont typeface="Arial"/>
              <a:buNone/>
              <a:defRPr/>
            </a:pPr>
            <a:r>
              <a:rPr sz="1200" b="1" i="0" u="none">
                <a:solidFill>
                  <a:srgbClr val="000000"/>
                </a:solidFill>
                <a:latin typeface="Liberation Sans"/>
                <a:ea typeface="Liberation Sans"/>
                <a:cs typeface="Liberation Sans"/>
              </a:rPr>
              <a:t> Lectures:</a:t>
            </a:r>
            <a:endParaRPr/>
          </a:p>
          <a:p>
            <a:pPr>
              <a:lnSpc>
                <a:spcPct val="150000"/>
              </a:lnSpc>
              <a:defRPr/>
            </a:pPr>
            <a:r>
              <a:rPr sz="1200" b="1" i="0" u="none">
                <a:solidFill>
                  <a:srgbClr val="000000"/>
                </a:solidFill>
                <a:latin typeface="Liberation Sans"/>
                <a:ea typeface="Liberation Sans"/>
                <a:cs typeface="Liberation Sans"/>
              </a:rPr>
              <a:t>Punctuality:</a:t>
            </a:r>
            <a:r>
              <a:rPr sz="1200" b="0" i="0" u="none">
                <a:solidFill>
                  <a:srgbClr val="000000"/>
                </a:solidFill>
                <a:latin typeface="Liberation Sans"/>
                <a:ea typeface="Liberation Sans"/>
                <a:cs typeface="Liberation Sans"/>
              </a:rPr>
              <a:t> Arrive on time for lectures to avoid disruptions and only leave the room after the lecture has ended.</a:t>
            </a:r>
            <a:endParaRPr/>
          </a:p>
          <a:p>
            <a:pPr>
              <a:lnSpc>
                <a:spcPct val="150000"/>
              </a:lnSpc>
              <a:defRPr/>
            </a:pPr>
            <a:r>
              <a:rPr sz="1200" b="1" i="0" u="none">
                <a:solidFill>
                  <a:srgbClr val="000000"/>
                </a:solidFill>
                <a:latin typeface="Liberation Sans"/>
                <a:ea typeface="Liberation Sans"/>
                <a:cs typeface="Liberation Sans"/>
              </a:rPr>
              <a:t>Silence and Attention:</a:t>
            </a:r>
            <a:r>
              <a:rPr sz="1200" b="0" i="0" u="none">
                <a:solidFill>
                  <a:srgbClr val="000000"/>
                </a:solidFill>
                <a:latin typeface="Liberation Sans"/>
                <a:ea typeface="Liberation Sans"/>
                <a:cs typeface="Liberation Sans"/>
              </a:rPr>
              <a:t> Remain quiet during the lecture and pay close attention to the presentation.</a:t>
            </a:r>
            <a:endParaRPr/>
          </a:p>
          <a:p>
            <a:pPr>
              <a:lnSpc>
                <a:spcPct val="150000"/>
              </a:lnSpc>
              <a:defRPr/>
            </a:pPr>
            <a:r>
              <a:rPr sz="1200" b="1" i="0" u="none">
                <a:solidFill>
                  <a:srgbClr val="000000"/>
                </a:solidFill>
                <a:latin typeface="Liberation Sans"/>
                <a:ea typeface="Liberation Sans"/>
                <a:cs typeface="Liberation Sans"/>
              </a:rPr>
              <a:t>Mobile Phone Use:</a:t>
            </a:r>
            <a:r>
              <a:rPr sz="1200" b="0" i="0" u="none">
                <a:solidFill>
                  <a:srgbClr val="000000"/>
                </a:solidFill>
                <a:latin typeface="Liberation Sans"/>
                <a:ea typeface="Liberation Sans"/>
                <a:cs typeface="Liberation Sans"/>
              </a:rPr>
              <a:t> Set mobile phones to silent and use them only in emergencies.</a:t>
            </a:r>
            <a:endParaRPr/>
          </a:p>
          <a:p>
            <a:pPr>
              <a:lnSpc>
                <a:spcPct val="150000"/>
              </a:lnSpc>
              <a:defRPr/>
            </a:pPr>
            <a:r>
              <a:rPr sz="1200" b="1" i="0" u="none">
                <a:solidFill>
                  <a:srgbClr val="000000"/>
                </a:solidFill>
                <a:latin typeface="Liberation Sans"/>
                <a:ea typeface="Liberation Sans"/>
                <a:cs typeface="Liberation Sans"/>
              </a:rPr>
              <a:t>Participation:</a:t>
            </a:r>
            <a:r>
              <a:rPr sz="1200" b="0" i="0" u="none">
                <a:solidFill>
                  <a:srgbClr val="000000"/>
                </a:solidFill>
                <a:latin typeface="Liberation Sans"/>
                <a:ea typeface="Liberation Sans"/>
                <a:cs typeface="Liberation Sans"/>
              </a:rPr>
              <a:t> Actively participate, but do not disturb others by talking loudly with those sitting nearby.</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16</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University Code of Conduct</a:t>
            </a:r>
            <a:endParaRPr/>
          </a:p>
        </p:txBody>
      </p:sp>
      <p:sp>
        <p:nvSpPr>
          <p:cNvPr id="3" name="Textplatzhalter 2"/>
          <p:cNvSpPr>
            <a:spLocks noGrp="1"/>
          </p:cNvSpPr>
          <p:nvPr>
            <p:ph idx="1"/>
          </p:nvPr>
        </p:nvSpPr>
        <p:spPr bwMode="auto"/>
        <p:txBody>
          <a:bodyPr>
            <a:noAutofit/>
          </a:bodyPr>
          <a:lstStyle/>
          <a:p>
            <a:pPr marL="0" indent="0">
              <a:lnSpc>
                <a:spcPct val="150000"/>
              </a:lnSpc>
              <a:buFont typeface="Arial"/>
              <a:buNone/>
              <a:defRPr/>
            </a:pPr>
            <a:r>
              <a:rPr sz="1200" b="1" i="0" u="none">
                <a:solidFill>
                  <a:srgbClr val="000000"/>
                </a:solidFill>
                <a:latin typeface="Liberation Sans"/>
                <a:ea typeface="Liberation Sans"/>
                <a:cs typeface="Liberation Sans"/>
              </a:rPr>
              <a:t> Seminars:</a:t>
            </a:r>
            <a:endParaRPr/>
          </a:p>
          <a:p>
            <a:pPr>
              <a:lnSpc>
                <a:spcPct val="150000"/>
              </a:lnSpc>
              <a:defRPr/>
            </a:pPr>
            <a:r>
              <a:rPr sz="1200" b="1" i="0" u="none">
                <a:solidFill>
                  <a:srgbClr val="000000"/>
                </a:solidFill>
                <a:latin typeface="Liberation Sans"/>
                <a:ea typeface="Liberation Sans"/>
                <a:cs typeface="Liberation Sans"/>
              </a:rPr>
              <a:t>Preparation:</a:t>
            </a:r>
            <a:r>
              <a:rPr sz="1200" b="0" i="0" u="none">
                <a:solidFill>
                  <a:srgbClr val="000000"/>
                </a:solidFill>
                <a:latin typeface="Liberation Sans"/>
                <a:ea typeface="Liberation Sans"/>
                <a:cs typeface="Liberation Sans"/>
              </a:rPr>
              <a:t> Attend seminars well-prepared, having read the relevant materials.</a:t>
            </a:r>
            <a:endParaRPr/>
          </a:p>
          <a:p>
            <a:pPr>
              <a:lnSpc>
                <a:spcPct val="150000"/>
              </a:lnSpc>
              <a:defRPr/>
            </a:pPr>
            <a:r>
              <a:rPr sz="1200" b="1" i="0" u="none">
                <a:solidFill>
                  <a:srgbClr val="000000"/>
                </a:solidFill>
                <a:latin typeface="Liberation Sans"/>
                <a:ea typeface="Liberation Sans"/>
                <a:cs typeface="Liberation Sans"/>
              </a:rPr>
              <a:t>Participation:</a:t>
            </a:r>
            <a:r>
              <a:rPr sz="1200" b="0" i="0" u="none">
                <a:solidFill>
                  <a:srgbClr val="000000"/>
                </a:solidFill>
                <a:latin typeface="Liberation Sans"/>
                <a:ea typeface="Liberation Sans"/>
                <a:cs typeface="Liberation Sans"/>
              </a:rPr>
              <a:t> Actively participate in discussions and contribute your own ideas.</a:t>
            </a:r>
            <a:endParaRPr/>
          </a:p>
          <a:p>
            <a:pPr>
              <a:lnSpc>
                <a:spcPct val="150000"/>
              </a:lnSpc>
              <a:defRPr/>
            </a:pPr>
            <a:r>
              <a:rPr sz="1200" b="1" i="0" u="none">
                <a:solidFill>
                  <a:srgbClr val="000000"/>
                </a:solidFill>
                <a:latin typeface="Liberation Sans"/>
                <a:ea typeface="Liberation Sans"/>
                <a:cs typeface="Liberation Sans"/>
              </a:rPr>
              <a:t>Respect:</a:t>
            </a:r>
            <a:r>
              <a:rPr sz="1200" b="0" i="0" u="none">
                <a:solidFill>
                  <a:srgbClr val="000000"/>
                </a:solidFill>
                <a:latin typeface="Liberation Sans"/>
                <a:ea typeface="Liberation Sans"/>
                <a:cs typeface="Liberation Sans"/>
              </a:rPr>
              <a:t> Treat fellow students and instructors with respect, even when opinions differ.</a:t>
            </a:r>
            <a:endParaRPr/>
          </a:p>
          <a:p>
            <a:pPr>
              <a:lnSpc>
                <a:spcPct val="150000"/>
              </a:lnSpc>
              <a:defRPr/>
            </a:pPr>
            <a:r>
              <a:rPr sz="1200" b="1" i="0" u="none">
                <a:solidFill>
                  <a:srgbClr val="000000"/>
                </a:solidFill>
                <a:latin typeface="Liberation Sans"/>
                <a:ea typeface="Liberation Sans"/>
                <a:cs typeface="Liberation Sans"/>
              </a:rPr>
              <a:t>Collaboration:</a:t>
            </a:r>
            <a:r>
              <a:rPr sz="1200" b="0" i="0" u="none">
                <a:solidFill>
                  <a:srgbClr val="000000"/>
                </a:solidFill>
                <a:latin typeface="Liberation Sans"/>
                <a:ea typeface="Liberation Sans"/>
                <a:cs typeface="Liberation Sans"/>
              </a:rPr>
              <a:t> Be open to group work and other perspectives to achieve shared learning goals.</a:t>
            </a:r>
            <a:endParaRPr/>
          </a:p>
          <a:p>
            <a:pPr>
              <a:lnSpc>
                <a:spcPct val="150000"/>
              </a:lnSpc>
              <a:defRPr/>
            </a:pPr>
            <a:r>
              <a:rPr sz="1200" b="1" i="0" u="none">
                <a:solidFill>
                  <a:srgbClr val="000000"/>
                </a:solidFill>
                <a:latin typeface="Liberation Sans"/>
                <a:ea typeface="Liberation Sans"/>
                <a:cs typeface="Liberation Sans"/>
              </a:rPr>
              <a:t>Commitments:</a:t>
            </a:r>
            <a:r>
              <a:rPr sz="1200" b="0" i="0" u="none">
                <a:solidFill>
                  <a:srgbClr val="000000"/>
                </a:solidFill>
                <a:latin typeface="Liberation Sans"/>
                <a:ea typeface="Liberation Sans"/>
                <a:cs typeface="Liberation Sans"/>
              </a:rPr>
              <a:t> Honor agreements in group projects and submit work on time.</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17</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University Code of Conduct</a:t>
            </a:r>
            <a:endParaRPr/>
          </a:p>
        </p:txBody>
      </p:sp>
      <p:sp>
        <p:nvSpPr>
          <p:cNvPr id="3" name="Textplatzhalter 2"/>
          <p:cNvSpPr>
            <a:spLocks noGrp="1"/>
          </p:cNvSpPr>
          <p:nvPr>
            <p:ph idx="1"/>
          </p:nvPr>
        </p:nvSpPr>
        <p:spPr bwMode="auto"/>
        <p:txBody>
          <a:bodyPr vertOverflow="overflow" horzOverflow="overflow" vert="horz" wrap="square" lIns="91440" tIns="45720" rIns="91440" bIns="45720" numCol="1" spcCol="0" rtlCol="0" fromWordArt="0" anchor="t" anchorCtr="0" forceAA="0" compatLnSpc="0">
            <a:normAutofit fontScale="95000" lnSpcReduction="1000"/>
          </a:bodyPr>
          <a:lstStyle/>
          <a:p>
            <a:pPr marL="0" indent="0">
              <a:lnSpc>
                <a:spcPct val="150000"/>
              </a:lnSpc>
              <a:buFont typeface="Arial"/>
              <a:buNone/>
              <a:defRPr/>
            </a:pPr>
            <a:r>
              <a:rPr sz="1200" b="1" i="0" u="none">
                <a:solidFill>
                  <a:srgbClr val="000000"/>
                </a:solidFill>
                <a:latin typeface="Liberation Sans"/>
                <a:ea typeface="Liberation Sans"/>
                <a:cs typeface="Liberation Sans"/>
              </a:rPr>
              <a:t>Communication:</a:t>
            </a:r>
            <a:endParaRPr/>
          </a:p>
          <a:p>
            <a:pPr>
              <a:lnSpc>
                <a:spcPct val="150000"/>
              </a:lnSpc>
              <a:defRPr/>
            </a:pPr>
            <a:r>
              <a:rPr sz="1200" b="1" i="0" u="none">
                <a:solidFill>
                  <a:srgbClr val="000000"/>
                </a:solidFill>
                <a:latin typeface="Liberation Sans"/>
                <a:ea typeface="Liberation Sans"/>
                <a:cs typeface="Liberation Sans"/>
              </a:rPr>
              <a:t>Politeness:</a:t>
            </a:r>
            <a:r>
              <a:rPr sz="1200" b="0" i="0" u="none">
                <a:solidFill>
                  <a:srgbClr val="000000"/>
                </a:solidFill>
                <a:latin typeface="Liberation Sans"/>
                <a:ea typeface="Liberation Sans"/>
                <a:cs typeface="Liberation Sans"/>
              </a:rPr>
              <a:t> Communicate in a friendly and respectful manner, whether via email, in forums, or in person.</a:t>
            </a:r>
            <a:endParaRPr/>
          </a:p>
          <a:p>
            <a:pPr>
              <a:lnSpc>
                <a:spcPct val="150000"/>
              </a:lnSpc>
              <a:defRPr/>
            </a:pPr>
            <a:r>
              <a:rPr sz="1200" b="1" i="0" u="none">
                <a:solidFill>
                  <a:srgbClr val="000000"/>
                </a:solidFill>
                <a:latin typeface="Liberation Sans"/>
                <a:ea typeface="Liberation Sans"/>
                <a:cs typeface="Liberation Sans"/>
              </a:rPr>
              <a:t>Right Contact:</a:t>
            </a:r>
            <a:r>
              <a:rPr sz="1200" b="0" i="0" u="none">
                <a:solidFill>
                  <a:srgbClr val="000000"/>
                </a:solidFill>
                <a:latin typeface="Liberation Sans"/>
                <a:ea typeface="Liberation Sans"/>
                <a:cs typeface="Liberation Sans"/>
              </a:rPr>
              <a:t> Ensure you're asking the right person. Before emailing the instructor, ask fellow students first!</a:t>
            </a:r>
            <a:endParaRPr/>
          </a:p>
          <a:p>
            <a:pPr>
              <a:lnSpc>
                <a:spcPct val="150000"/>
              </a:lnSpc>
              <a:defRPr/>
            </a:pPr>
            <a:r>
              <a:rPr sz="1200" b="1" i="0" u="none">
                <a:solidFill>
                  <a:srgbClr val="000000"/>
                </a:solidFill>
                <a:latin typeface="Liberation Sans"/>
                <a:ea typeface="Liberation Sans"/>
                <a:cs typeface="Liberation Sans"/>
              </a:rPr>
              <a:t>Stay Updated:</a:t>
            </a:r>
            <a:r>
              <a:rPr sz="1200" b="0" i="0" u="none">
                <a:solidFill>
                  <a:srgbClr val="000000"/>
                </a:solidFill>
                <a:latin typeface="Liberation Sans"/>
                <a:ea typeface="Liberation Sans"/>
                <a:cs typeface="Liberation Sans"/>
              </a:rPr>
              <a:t> Regularly check emails and MyStudy for new information, and respond promptly when necessary.</a:t>
            </a:r>
            <a:endParaRPr/>
          </a:p>
          <a:p>
            <a:pPr>
              <a:lnSpc>
                <a:spcPct val="150000"/>
              </a:lnSpc>
              <a:defRPr/>
            </a:pPr>
            <a:r>
              <a:rPr sz="1200" b="1" i="0" u="none">
                <a:solidFill>
                  <a:srgbClr val="000000"/>
                </a:solidFill>
                <a:latin typeface="Liberation Sans"/>
                <a:ea typeface="Liberation Sans"/>
                <a:cs typeface="Liberation Sans"/>
              </a:rPr>
              <a:t>Email Etiquette:</a:t>
            </a:r>
            <a:r>
              <a:rPr sz="1200" b="0" i="0" u="none">
                <a:solidFill>
                  <a:srgbClr val="000000"/>
                </a:solidFill>
                <a:latin typeface="Liberation Sans"/>
                <a:ea typeface="Liberation Sans"/>
                <a:cs typeface="Liberation Sans"/>
              </a:rPr>
              <a:t> Use clear subject lines, polite greetings, and proper closing phrases in emails, and respond promptly to inquiries.</a:t>
            </a:r>
            <a:endParaRPr/>
          </a:p>
          <a:p>
            <a:pPr>
              <a:lnSpc>
                <a:spcPct val="150000"/>
              </a:lnSpc>
              <a:defRPr/>
            </a:pPr>
            <a:r>
              <a:rPr sz="1200" b="1" i="0" u="none">
                <a:solidFill>
                  <a:srgbClr val="000000"/>
                </a:solidFill>
                <a:latin typeface="Liberation Sans"/>
                <a:ea typeface="Liberation Sans"/>
                <a:cs typeface="Liberation Sans"/>
              </a:rPr>
              <a:t>Feedback:</a:t>
            </a:r>
            <a:r>
              <a:rPr sz="1200" b="0" i="0" u="none">
                <a:solidFill>
                  <a:srgbClr val="000000"/>
                </a:solidFill>
                <a:latin typeface="Liberation Sans"/>
                <a:ea typeface="Liberation Sans"/>
                <a:cs typeface="Liberation Sans"/>
              </a:rPr>
              <a:t> Give and accept constructive feedback without making it personal.</a:t>
            </a:r>
            <a:endParaRPr/>
          </a:p>
          <a:p>
            <a:pPr>
              <a:lnSpc>
                <a:spcPct val="150000"/>
              </a:lnSpc>
              <a:defRPr/>
            </a:pPr>
            <a:r>
              <a:rPr sz="1200" b="1" i="0" u="none">
                <a:solidFill>
                  <a:srgbClr val="000000"/>
                </a:solidFill>
                <a:latin typeface="Liberation Sans"/>
                <a:ea typeface="Liberation Sans"/>
                <a:cs typeface="Liberation Sans"/>
              </a:rPr>
              <a:t>Tone:</a:t>
            </a:r>
            <a:r>
              <a:rPr sz="1200" b="0" i="0" u="none">
                <a:solidFill>
                  <a:srgbClr val="000000"/>
                </a:solidFill>
                <a:latin typeface="Liberation Sans"/>
                <a:ea typeface="Liberation Sans"/>
                <a:cs typeface="Liberation Sans"/>
              </a:rPr>
              <a:t> Communicate respectfully in digital spaces and adhere to the rules of online platforms.</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18</a:t>
            </a:fld>
            <a:endParaRPr lang="de-DE"/>
          </a:p>
        </p:txBody>
      </p:sp>
      <p:sp>
        <p:nvSpPr>
          <p:cNvPr id="6" name="Textfeld 5"/>
          <p:cNvSpPr txBox="1"/>
          <p:nvPr/>
        </p:nvSpPr>
        <p:spPr bwMode="auto">
          <a:xfrm>
            <a:off x="473560" y="640085"/>
            <a:ext cx="397933" cy="369332"/>
          </a:xfrm>
          <a:prstGeom prst="rect">
            <a:avLst/>
          </a:prstGeom>
          <a:noFill/>
        </p:spPr>
        <p:txBody>
          <a:bodyPr wrap="square" rtlCol="0">
            <a:spAutoFit/>
          </a:bodyPr>
          <a:lstStyle/>
          <a:p>
            <a:pPr>
              <a:defRPr/>
            </a:pPr>
            <a:r>
              <a:rPr lang="de-DE" sz="1800" b="1">
                <a:solidFill>
                  <a:schemeClr val="bg1"/>
                </a:solidFill>
                <a:latin typeface="Arial Narrow"/>
              </a:rPr>
              <a:t>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normAutofit lnSpcReduction="10000"/>
          </a:bodyPr>
          <a:lstStyle/>
          <a:p>
            <a:pPr marL="0" indent="0">
              <a:lnSpc>
                <a:spcPct val="160000"/>
              </a:lnSpc>
              <a:buNone/>
              <a:defRPr/>
            </a:pPr>
            <a:r>
              <a:rPr lang="de-DE" b="1"/>
              <a:t>Student counseling at the college</a:t>
            </a:r>
            <a:endParaRPr/>
          </a:p>
          <a:p>
            <a:pPr marL="0" indent="0">
              <a:lnSpc>
                <a:spcPct val="160000"/>
              </a:lnSpc>
              <a:buNone/>
              <a:defRPr/>
            </a:pPr>
            <a:r>
              <a:rPr lang="de-DE"/>
              <a:t>The Student Advisory Service is the first point of contact if you need advice in connection with your studies. It provides support in all phases of your studies, e.g. when planning the course of your studies or when changing direction. There are various counseling options to choose from, for example an individual counseling appointment by appointment or as part of the open counseling without registration in advance. </a:t>
            </a:r>
            <a:endParaRPr/>
          </a:p>
          <a:p>
            <a:pPr marL="0" indent="0">
              <a:lnSpc>
                <a:spcPct val="160000"/>
              </a:lnSpc>
              <a:buNone/>
              <a:defRPr/>
            </a:pPr>
            <a:r>
              <a:rPr lang="de-DE" u="sng">
                <a:hlinkClick r:id="rId3" tooltip="https://www.leuphana.de/college/studienberatung.html"/>
              </a:rPr>
              <a:t>https://www.leuphana.de/college/studienberatung.html</a:t>
            </a:r>
            <a:endParaRPr lang="de-DE"/>
          </a:p>
          <a:p>
            <a:pPr marL="0" indent="0">
              <a:buNone/>
              <a:defRPr/>
            </a:pPr>
            <a:br>
              <a:rPr lang="de-DE"/>
            </a:br>
            <a:endParaRPr lang="de-DE"/>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19</a:t>
            </a:fld>
            <a:endParaRPr lang="de-DE"/>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lstStyle/>
          <a:p>
            <a:pPr marL="0" indent="0">
              <a:lnSpc>
                <a:spcPct val="150000"/>
              </a:lnSpc>
              <a:buNone/>
              <a:defRPr/>
            </a:pPr>
            <a:r>
              <a:rPr lang="de-DE" b="1"/>
              <a:t>The AStA </a:t>
            </a:r>
            <a:endParaRPr/>
          </a:p>
          <a:p>
            <a:pPr marL="0" indent="0">
              <a:lnSpc>
                <a:spcPct val="150000"/>
              </a:lnSpc>
              <a:buNone/>
              <a:defRPr/>
            </a:pPr>
            <a:r>
              <a:rPr lang="de-DE"/>
              <a:t>AStA is the short form of Allgemeiner Student*innenausschuss. It is responsible for representing the interests of students with regard to cultural, social and (university) political issues. </a:t>
            </a:r>
            <a:endParaRPr/>
          </a:p>
          <a:p>
            <a:pPr marL="0" indent="0">
              <a:lnSpc>
                <a:spcPct val="150000"/>
              </a:lnSpc>
              <a:buNone/>
              <a:defRPr/>
            </a:pPr>
            <a:r>
              <a:rPr lang="de-DE"/>
              <a:t>In practice, this means that it offers help with all aspects of studying, organizes cultural events such as concerts, readings, parties, cinema and theater performances, deals with political issues and takes care of important services related to studying.</a:t>
            </a:r>
            <a:endParaRPr/>
          </a:p>
          <a:p>
            <a:pPr marL="0" indent="0">
              <a:lnSpc>
                <a:spcPct val="150000"/>
              </a:lnSpc>
              <a:buNone/>
              <a:defRPr/>
            </a:pPr>
            <a:r>
              <a:rPr lang="de-DE" u="sng">
                <a:hlinkClick r:id="rId3" tooltip="https://www.asta-lueneburg.de/"/>
              </a:rPr>
              <a:t>https://www.asta-lueneburg.de/ </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20</a:t>
            </a:fld>
            <a:endParaRPr lang="de-DE"/>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lstStyle/>
          <a:p>
            <a:pPr marL="0" indent="0">
              <a:lnSpc>
                <a:spcPct val="150000"/>
              </a:lnSpc>
              <a:buNone/>
              <a:defRPr/>
            </a:pPr>
            <a:r>
              <a:rPr lang="de-DE" b="1"/>
              <a:t>IT support</a:t>
            </a:r>
            <a:endParaRPr/>
          </a:p>
          <a:p>
            <a:pPr marL="0" indent="0">
              <a:lnSpc>
                <a:spcPct val="150000"/>
              </a:lnSpc>
              <a:buNone/>
              <a:defRPr/>
            </a:pPr>
            <a:r>
              <a:rPr lang="de-DE"/>
              <a:t>Problems with the VPN, printing at the university, with Zoom or are you looking for information about the Office package for students? The student IT support team will be happy to help. </a:t>
            </a:r>
            <a:br>
              <a:rPr lang="de-DE"/>
            </a:br>
            <a:r>
              <a:rPr lang="de-DE" u="sng">
                <a:hlinkClick r:id="rId3" tooltip="https://www.leuphana.de/services/miz/service-support/it-support.html"/>
              </a:rPr>
              <a:t>https://www.leuphana.de/services/miz/service-support/it-support.html </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21</a:t>
            </a:fld>
            <a:endParaRPr lang="de-DE"/>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lstStyle/>
          <a:p>
            <a:pPr marL="0" indent="0">
              <a:lnSpc>
                <a:spcPct val="150000"/>
              </a:lnSpc>
              <a:buNone/>
              <a:defRPr/>
            </a:pPr>
            <a:r>
              <a:rPr lang="de-DE" b="1"/>
              <a:t>Psychotherapeutic counseling center</a:t>
            </a:r>
            <a:endParaRPr/>
          </a:p>
          <a:p>
            <a:pPr marL="0" indent="0">
              <a:lnSpc>
                <a:spcPct val="150000"/>
              </a:lnSpc>
              <a:buNone/>
              <a:defRPr/>
            </a:pPr>
            <a:r>
              <a:rPr lang="de-DE"/>
              <a:t>The psychotherapeutic advice center can be a good first port of call if you are experiencing a lot of psychological stress. Problems that can be discussed there include exam nerves, conflicts with parents, friends or in a shared flat, feelings of being overwhelmed and insecurity or difficulties in making decisions.</a:t>
            </a:r>
            <a:endParaRPr/>
          </a:p>
          <a:p>
            <a:pPr marL="0" indent="0">
              <a:lnSpc>
                <a:spcPct val="150000"/>
              </a:lnSpc>
              <a:buNone/>
              <a:defRPr/>
            </a:pPr>
            <a:r>
              <a:rPr lang="de-DE" u="sng">
                <a:solidFill>
                  <a:schemeClr val="accent3"/>
                </a:solidFill>
              </a:rPr>
              <a:t>https://stw-on.de/lüneburg/beratung/pbs</a:t>
            </a:r>
            <a:endParaRPr lang="de-DE">
              <a:solidFill>
                <a:schemeClr val="accent3"/>
              </a:solidFill>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22</a:t>
            </a:fld>
            <a:endParaRPr lang="de-DE"/>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title"/>
          </p:nvPr>
        </p:nvSpPr>
        <p:spPr bwMode="auto"/>
        <p:txBody>
          <a:bodyPr/>
          <a:lstStyle/>
          <a:p>
            <a:pPr>
              <a:defRPr/>
            </a:pPr>
            <a:r>
              <a:rPr lang="de-DE"/>
              <a:t>Important contact points at Leuphana</a:t>
            </a:r>
            <a:endParaRPr/>
          </a:p>
        </p:txBody>
      </p:sp>
      <p:sp>
        <p:nvSpPr>
          <p:cNvPr id="3" name="Textplatzhalter 2"/>
          <p:cNvSpPr>
            <a:spLocks noGrp="1"/>
          </p:cNvSpPr>
          <p:nvPr>
            <p:ph idx="1"/>
          </p:nvPr>
        </p:nvSpPr>
        <p:spPr bwMode="auto"/>
        <p:txBody>
          <a:bodyPr/>
          <a:lstStyle/>
          <a:p>
            <a:pPr marL="0" indent="0">
              <a:lnSpc>
                <a:spcPct val="150000"/>
              </a:lnSpc>
              <a:buNone/>
              <a:defRPr/>
            </a:pPr>
            <a:r>
              <a:rPr lang="de-DE" b="1"/>
              <a:t>Writing Center</a:t>
            </a:r>
            <a:endParaRPr/>
          </a:p>
          <a:p>
            <a:pPr marL="0" indent="0">
              <a:lnSpc>
                <a:spcPct val="150000"/>
              </a:lnSpc>
              <a:buNone/>
              <a:defRPr/>
            </a:pPr>
            <a:r>
              <a:rPr lang="de-DE"/>
              <a:t>The Writing Center offers a wide range of different consultations and workshops on all aspects of university text production. For example, you can discuss your text (drafts) in one of the open consultation hours, get tips on various writing or reading methods, attend workshops or take part in events such as the Long Night of Writing towards the end of the semester.</a:t>
            </a:r>
            <a:endParaRPr/>
          </a:p>
          <a:p>
            <a:pPr marL="0" indent="0">
              <a:lnSpc>
                <a:spcPct val="150000"/>
              </a:lnSpc>
              <a:buNone/>
              <a:defRPr/>
            </a:pPr>
            <a:r>
              <a:rPr lang="de-DE" u="sng">
                <a:hlinkClick r:id="rId3" tooltip="https://www.leuphana.de/einrichtungen/schreibzentrum.html"/>
              </a:rPr>
              <a:t>https://www.leuphana.de/einrichtungen/schreibzentrum.html </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23</a:t>
            </a:fld>
            <a:endParaRPr lang="de-DE"/>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a:t>Any open questions?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 name="Titel 1"/>
          <p:cNvSpPr>
            <a:spLocks noGrp="1"/>
          </p:cNvSpPr>
          <p:nvPr>
            <p:ph type="ctrTitle"/>
          </p:nvPr>
        </p:nvSpPr>
        <p:spPr bwMode="auto"/>
        <p:txBody>
          <a:bodyPr/>
          <a:lstStyle/>
          <a:p>
            <a:pPr>
              <a:defRPr/>
            </a:pPr>
            <a:r>
              <a:rPr lang="de-DE"/>
              <a:t>Nice to see you and till next week!</a:t>
            </a:r>
            <a:endParaRPr/>
          </a:p>
        </p:txBody>
      </p:sp>
      <p:sp>
        <p:nvSpPr>
          <p:cNvPr id="4" name="Foliennummernplatzhalter 3"/>
          <p:cNvSpPr>
            <a:spLocks noGrp="1"/>
          </p:cNvSpPr>
          <p:nvPr>
            <p:ph type="sldNum" idx="4294967295"/>
          </p:nvPr>
        </p:nvSpPr>
        <p:spPr bwMode="auto">
          <a:xfrm>
            <a:off x="8594725" y="4822825"/>
            <a:ext cx="549275" cy="393700"/>
          </a:xfrm>
          <a:prstGeom prst="rect">
            <a:avLst/>
          </a:prstGeom>
        </p:spPr>
        <p:txBody>
          <a:bodyPr/>
          <a:lstStyle/>
          <a:p>
            <a:pPr>
              <a:defRPr/>
            </a:pPr>
            <a:fld id="{00000000-1234-1234-1234-123412341234}" type="slidenum">
              <a:rPr lang="de-DE"/>
              <a:t>25</a:t>
            </a:fld>
            <a:endParaRPr lang="de-DE"/>
          </a:p>
        </p:txBody>
      </p:sp>
      <p:pic>
        <p:nvPicPr>
          <p:cNvPr id="11" name="Grafik 10" descr="Marke Fragezeichen"/>
          <p:cNvPicPr>
            <a:picLocks noChangeAspect="1"/>
          </p:cNvPicPr>
          <p:nvPr/>
        </p:nvPicPr>
        <p:blipFill>
          <a:blip r:embed="rId3"/>
          <a:stretch/>
        </p:blipFill>
        <p:spPr bwMode="auto">
          <a:xfrm>
            <a:off x="738312" y="880335"/>
            <a:ext cx="457200" cy="457200"/>
          </a:xfrm>
          <a:prstGeom prst="rect">
            <a:avLst/>
          </a:prstGeom>
        </p:spPr>
      </p:pic>
    </p:spTree>
  </p:cSld>
  <p:clrMapOvr>
    <a:masterClrMapping/>
  </p:clrMapOvr>
</p:sld>
</file>

<file path=ppt/theme/theme1.xml><?xml version="1.0" encoding="utf-8"?>
<a:theme xmlns:a="http://schemas.openxmlformats.org/drawingml/2006/main" name="Benutzerdefiniertes Design">
  <a:themeElements>
    <a:clrScheme name="Benutzerdefiniert 1">
      <a:dk1>
        <a:srgbClr val="000000"/>
      </a:dk1>
      <a:lt1>
        <a:srgbClr val="FFFFFF"/>
      </a:lt1>
      <a:dk2>
        <a:srgbClr val="771334"/>
      </a:dk2>
      <a:lt2>
        <a:srgbClr val="E8BAC7"/>
      </a:lt2>
      <a:accent1>
        <a:srgbClr val="771335"/>
      </a:accent1>
      <a:accent2>
        <a:srgbClr val="C59CAB"/>
      </a:accent2>
      <a:accent3>
        <a:srgbClr val="FECD78"/>
      </a:accent3>
      <a:accent4>
        <a:srgbClr val="8E3255"/>
      </a:accent4>
      <a:accent5>
        <a:srgbClr val="FFDA9C"/>
      </a:accent5>
      <a:accent6>
        <a:srgbClr val="4F4D4D"/>
      </a:accent6>
      <a:hlink>
        <a:srgbClr val="FECC78"/>
      </a:hlink>
      <a:folHlink>
        <a:srgbClr val="C59CAB"/>
      </a:folHlink>
    </a:clrScheme>
    <a:fontScheme name="Arial">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bwMode="auto"/>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71E891A511D040A52CA52D008DEB36" ma:contentTypeVersion="10" ma:contentTypeDescription="Create a new document." ma:contentTypeScope="" ma:versionID="c77faa4d502040c57c0b36fdfc19836d">
  <xsd:schema xmlns:xsd="http://www.w3.org/2001/XMLSchema" xmlns:xs="http://www.w3.org/2001/XMLSchema" xmlns:p="http://schemas.microsoft.com/office/2006/metadata/properties" xmlns:ns2="e0647eb4-fdd8-4a76-905c-ef029484ffcd" xmlns:ns3="884d299c-5010-4321-b642-613c40d795bb" targetNamespace="http://schemas.microsoft.com/office/2006/metadata/properties" ma:root="true" ma:fieldsID="dcf4d98119bc862fe7e639ceb3c68563" ns2:_="" ns3:_="">
    <xsd:import namespace="e0647eb4-fdd8-4a76-905c-ef029484ffcd"/>
    <xsd:import namespace="884d299c-5010-4321-b642-613c40d795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0647eb4-fdd8-4a76-905c-ef029484ffc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ba07055-5ffd-4acb-bc18-97989f07bc2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84d299c-5010-4321-b642-613c40d795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b4c1be4-22e4-443a-8f9b-7129b2e79c72}" ma:internalName="TaxCatchAll" ma:showField="CatchAllData" ma:web="884d299c-5010-4321-b642-613c40d795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884d299c-5010-4321-b642-613c40d795bb" xsi:nil="true"/>
    <lcf76f155ced4ddcb4097134ff3c332f xmlns="e0647eb4-fdd8-4a76-905c-ef029484ffcd">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15A82A-F945-483F-8BA1-593AB9E84898}"/>
</file>

<file path=customXml/itemProps2.xml><?xml version="1.0" encoding="utf-8"?>
<ds:datastoreItem xmlns:ds="http://schemas.openxmlformats.org/officeDocument/2006/customXml" ds:itemID="{3E39C8F8-E41B-4391-BECA-F212BD4FD405}">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C7944E6-0128-48CE-9C88-06C685DE1F4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(16:9)</PresentationFormat>
  <Slides>25</Slides>
  <Notes>24</Notes>
  <HiddenSlides>0</HiddenSlide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Benutzerdefiniertes Design</vt:lpstr>
      <vt:lpstr>1.1 Welcome!</vt:lpstr>
      <vt:lpstr>PowerPoint Presentation</vt:lpstr>
      <vt:lpstr>Agenda</vt:lpstr>
      <vt:lpstr>Welcome and arrival</vt:lpstr>
      <vt:lpstr>GET TO KNOW GAME</vt:lpstr>
      <vt:lpstr>Flashlight: How are you doing after the first week?</vt:lpstr>
      <vt:lpstr>Learning objectives: Why am I here in the tutorial?</vt:lpstr>
      <vt:lpstr>Organization</vt:lpstr>
      <vt:lpstr>The Tutorials</vt:lpstr>
      <vt:lpstr>The tutorials - content</vt:lpstr>
      <vt:lpstr>The tutorials  Topics during the semester</vt:lpstr>
      <vt:lpstr>Your topics</vt:lpstr>
      <vt:lpstr>Important note: </vt:lpstr>
      <vt:lpstr>Organization</vt:lpstr>
      <vt:lpstr>Code of Conduct</vt:lpstr>
      <vt:lpstr>University Code of Conduct</vt:lpstr>
      <vt:lpstr>University Code of Conduct</vt:lpstr>
      <vt:lpstr>University Code of Conduct</vt:lpstr>
      <vt:lpstr>Important contact points at Leuphana</vt:lpstr>
      <vt:lpstr>Important contact points at Leuphana</vt:lpstr>
      <vt:lpstr>Important contact points at Leuphana</vt:lpstr>
      <vt:lpstr>Important contact points at Leuphana</vt:lpstr>
      <vt:lpstr>Important contact points at Leuphana</vt:lpstr>
      <vt:lpstr>Any open questions?</vt:lpstr>
      <vt:lpstr>Nice to see you and till next week!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This is your presentation title</dc:title>
  <dc:subject/>
  <dc:creator>Mai Huong Crämer</dc:creator>
  <cp:keywords>, docId:055957278F8692A8D5317F9593042DCD</cp:keywords>
  <dc:description/>
  <cp:revision>1</cp:revision>
  <dcterms:modified xsi:type="dcterms:W3CDTF">2025-10-06T07:40:23Z</dcterms:modified>
  <cp:category/>
  <dc:identifier/>
  <cp:contentStatus/>
  <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0x0101004A71E891A511D040A52CA52D008DEB36</vt:lpwstr>
  </property>
</Properties>
</file>