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 id="2147483648" r:id="rId5"/>
  </p:sldMasterIdLst>
  <p:notesMasterIdLst>
    <p:notesMasterId r:id="rId23"/>
  </p:notesMasterIdLst>
  <p:sldIdLst>
    <p:sldId id="256" r:id="rId6"/>
    <p:sldId id="257" r:id="rId7"/>
    <p:sldId id="289" r:id="rId8"/>
    <p:sldId id="290" r:id="rId9"/>
    <p:sldId id="291" r:id="rId10"/>
    <p:sldId id="292" r:id="rId11"/>
    <p:sldId id="278" r:id="rId12"/>
    <p:sldId id="298" r:id="rId13"/>
    <p:sldId id="299" r:id="rId14"/>
    <p:sldId id="293" r:id="rId15"/>
    <p:sldId id="294" r:id="rId16"/>
    <p:sldId id="295" r:id="rId17"/>
    <p:sldId id="296" r:id="rId18"/>
    <p:sldId id="297" r:id="rId19"/>
    <p:sldId id="300" r:id="rId20"/>
    <p:sldId id="301" r:id="rId21"/>
    <p:sldId id="281" r:id="rId22"/>
  </p:sldIdLst>
  <p:sldSz cx="18288000" cy="10287000"/>
  <p:notesSz cx="6858000" cy="9144000"/>
  <p:embeddedFontLst>
    <p:embeddedFont>
      <p:font typeface="Arial Narrow" panose="020B0606020202030204" pitchFamily="34"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Lora" pitchFamily="2" charset="0"/>
      <p:regular r:id="rId32"/>
      <p:bold r:id="rId33"/>
      <p:italic r:id="rId34"/>
      <p:boldItalic r:id="rId35"/>
    </p:embeddedFont>
    <p:embeddedFont>
      <p:font typeface="Quattrocento Sans" panose="020B0502050000020003" pitchFamily="34" charset="0"/>
      <p:regular r:id="rId36"/>
      <p:bold r:id="rId37"/>
      <p:italic r:id="rId38"/>
      <p:boldItalic r:id="rId39"/>
    </p:embeddedFont>
    <p:embeddedFont>
      <p:font typeface="Raleway" pitchFamily="2"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56" autoAdjust="0"/>
    <p:restoredTop sz="53178" autoAdjust="0"/>
  </p:normalViewPr>
  <p:slideViewPr>
    <p:cSldViewPr>
      <p:cViewPr varScale="1">
        <p:scale>
          <a:sx n="57" d="100"/>
          <a:sy n="57" d="100"/>
        </p:scale>
        <p:origin x="3624" y="90"/>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font" Target="fonts/font11.fntdata"/><Relationship Id="rId42" Type="http://schemas.openxmlformats.org/officeDocument/2006/relationships/font" Target="fonts/font19.fntdata"/><Relationship Id="rId47"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8.fntdata"/><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font" Target="fonts/font20.fntdata"/><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innja Voltolina" userId="5280b76b82f7820f" providerId="LiveId" clId="{D17F2630-A2D9-4CD9-8C6D-9BFC6ECADC8A}"/>
    <pc:docChg chg="modSld">
      <pc:chgData name="Finnja Voltolina" userId="5280b76b82f7820f" providerId="LiveId" clId="{D17F2630-A2D9-4CD9-8C6D-9BFC6ECADC8A}" dt="2024-09-03T23:34:38.298" v="2" actId="20577"/>
      <pc:docMkLst>
        <pc:docMk/>
      </pc:docMkLst>
      <pc:sldChg chg="modSp mod">
        <pc:chgData name="Finnja Voltolina" userId="5280b76b82f7820f" providerId="LiveId" clId="{D17F2630-A2D9-4CD9-8C6D-9BFC6ECADC8A}" dt="2024-09-03T23:34:38.298" v="2" actId="20577"/>
        <pc:sldMkLst>
          <pc:docMk/>
          <pc:sldMk cId="2190947341" sldId="256"/>
        </pc:sldMkLst>
        <pc:spChg chg="mod">
          <ac:chgData name="Finnja Voltolina" userId="5280b76b82f7820f" providerId="LiveId" clId="{D17F2630-A2D9-4CD9-8C6D-9BFC6ECADC8A}" dt="2024-09-03T23:34:38.298" v="2" actId="20577"/>
          <ac:spMkLst>
            <pc:docMk/>
            <pc:sldMk cId="2190947341" sldId="256"/>
            <ac:spMk id="2" creationId="{72629D2E-CA01-9782-F867-19335E23C86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1" qsCatId="simple" csTypeId="urn:microsoft.com/office/officeart/2005/8/colors/accent1_2" csCatId="accent1" phldr="1"/>
      <dgm:spPr bwMode="auto"/>
      <dgm:t>
        <a:bodyPr/>
        <a:lstStyle/>
        <a:p>
          <a:pPr>
            <a:defRPr/>
          </a:pPr>
          <a:endParaRPr lang="de-DE"/>
        </a:p>
      </dgm:t>
    </dgm:pt>
    <dgm:pt modelId="{D20BA853-44B8-43B1-8FA2-3CC61F8F063C}">
      <dgm:prSet phldrT="[Text]" custT="1"/>
      <dgm:spPr bwMode="auto">
        <a:solidFill>
          <a:schemeClr val="accent4"/>
        </a:solidFill>
      </dgm:spPr>
      <dgm:t>
        <a:bodyPr/>
        <a:lstStyle/>
        <a:p>
          <a:pPr algn="ctr">
            <a:defRPr/>
          </a:pPr>
          <a:r>
            <a:rPr lang="en-US" sz="2400" b="1" dirty="0"/>
            <a:t>Superlatives</a:t>
          </a:r>
          <a:br>
            <a:rPr lang="en-US" sz="2400" b="1" dirty="0"/>
          </a:br>
          <a:r>
            <a:rPr lang="en-US" sz="2400" b="1" dirty="0"/>
            <a:t> </a:t>
          </a:r>
          <a:r>
            <a:rPr lang="en-US" sz="2400" dirty="0"/>
            <a:t>(Artificially convey the impression of importance. </a:t>
          </a:r>
          <a:br>
            <a:rPr lang="en-US" sz="2400" dirty="0"/>
          </a:br>
          <a:r>
            <a:rPr lang="en-US" sz="2400" dirty="0"/>
            <a:t> </a:t>
          </a:r>
          <a:br>
            <a:rPr lang="en-US" sz="2400" dirty="0"/>
          </a:br>
          <a:r>
            <a:rPr lang="en-US" sz="2400" dirty="0"/>
            <a:t> Instead, make superlatives unnecessary by describing meanings explicitly)</a:t>
          </a:r>
          <a:endParaRPr sz="24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a:solidFill>
          <a:schemeClr val="accent4"/>
        </a:solidFill>
      </dgm:spPr>
      <dgm:t>
        <a:bodyPr/>
        <a:lstStyle/>
        <a:p>
          <a:pPr>
            <a:defRPr/>
          </a:pPr>
          <a:r>
            <a:rPr lang="en-US" sz="2400" dirty="0"/>
            <a:t>"These are the clearest indicators of that."</a:t>
          </a:r>
          <a:endParaRPr sz="24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a:solidFill>
          <a:schemeClr val="accent4"/>
        </a:solidFill>
      </dgm:spPr>
      <dgm:t>
        <a:bodyPr/>
        <a:lstStyle/>
        <a:p>
          <a:pPr>
            <a:defRPr/>
          </a:pPr>
          <a:r>
            <a:rPr lang="de-DE" sz="2400" dirty="0"/>
            <a:t>"An </a:t>
          </a:r>
          <a:r>
            <a:rPr lang="de-DE" sz="2400" dirty="0" err="1"/>
            <a:t>incredibly</a:t>
          </a:r>
          <a:r>
            <a:rPr lang="de-DE" sz="2400" dirty="0"/>
            <a:t> </a:t>
          </a:r>
          <a:r>
            <a:rPr lang="de-DE" sz="2400" dirty="0" err="1"/>
            <a:t>wrong</a:t>
          </a:r>
          <a:r>
            <a:rPr lang="de-DE" sz="2400" dirty="0"/>
            <a:t> </a:t>
          </a:r>
          <a:r>
            <a:rPr lang="de-DE" sz="2400" dirty="0" err="1"/>
            <a:t>approach</a:t>
          </a:r>
          <a:r>
            <a:rPr lang="de-DE" sz="2400" dirty="0"/>
            <a:t>"</a:t>
          </a:r>
          <a:endParaRPr sz="24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a:solidFill>
          <a:schemeClr val="accent4"/>
        </a:solidFill>
      </dgm:spPr>
      <dgm:t>
        <a:bodyPr/>
        <a:lstStyle/>
        <a:p>
          <a:pPr>
            <a:defRPr/>
          </a:pPr>
          <a:r>
            <a:rPr lang="en-US" sz="2400" dirty="0"/>
            <a:t>"This is surely the most optimal alternative"</a:t>
          </a:r>
          <a:endParaRPr sz="24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4C223509-7001-4A50-9238-4EAD0838C0AF}">
      <dgm:prSet phldrT="[Text]" custT="1"/>
      <dgm:spPr bwMode="auto">
        <a:solidFill>
          <a:schemeClr val="accent4"/>
        </a:solidFill>
      </dgm:spPr>
      <dgm:t>
        <a:bodyPr/>
        <a:lstStyle/>
        <a:p>
          <a:pPr>
            <a:defRPr/>
          </a:pPr>
          <a:r>
            <a:rPr lang="en-US" sz="2400" dirty="0"/>
            <a:t>"Which therefore turns out to be the only correct model</a:t>
          </a:r>
          <a:r>
            <a:rPr lang="en-US" sz="3400" dirty="0"/>
            <a:t>.”</a:t>
          </a:r>
          <a:endParaRPr sz="3400" dirty="0"/>
        </a:p>
      </dgm:t>
    </dgm:pt>
    <dgm:pt modelId="{401D0F69-DD61-4E9F-BC77-FFC20613E5D6}" type="parTrans" cxnId="{CC5332C0-A4C4-4D8D-8A2B-5D3D163AA3D0}">
      <dgm:prSet/>
      <dgm:spPr bwMode="auto"/>
      <dgm:t>
        <a:bodyPr/>
        <a:lstStyle/>
        <a:p>
          <a:pPr>
            <a:defRPr/>
          </a:pPr>
          <a:endParaRPr lang="de-DE"/>
        </a:p>
      </dgm:t>
    </dgm:pt>
    <dgm:pt modelId="{3DE2B52B-4005-4545-A7BB-77746A17A247}" type="sibTrans" cxnId="{CC5332C0-A4C4-4D8D-8A2B-5D3D163AA3D0}">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4"/>
      <dgm:spPr bwMode="auto"/>
    </dgm:pt>
    <dgm:pt modelId="{A4B27AD9-383D-4376-9963-9306B76072F0}" type="pres">
      <dgm:prSet presAssocID="{8A0EC55E-09B8-44DA-8FD5-FD76CB4CF9CF}" presName="connTx" presStyleLbl="parChTrans1D2" presStyleIdx="0" presStyleCnt="4"/>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4" custScaleX="182731" custScaleY="52734" custLinFactNeighborX="-2547" custLinFactNeighborY="1339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4"/>
      <dgm:spPr bwMode="auto"/>
    </dgm:pt>
    <dgm:pt modelId="{83E2DAFD-F5D5-4791-B50E-CE22FF048C00}" type="pres">
      <dgm:prSet presAssocID="{1154AD7D-2508-4D17-81F5-292E7FC7D349}" presName="connTx" presStyleLbl="parChTrans1D2" presStyleIdx="1" presStyleCnt="4"/>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4" custScaleX="182753" custScaleY="50246" custLinFactNeighborX="-523" custLinFactNeighborY="2372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4"/>
      <dgm:spPr bwMode="auto"/>
    </dgm:pt>
    <dgm:pt modelId="{BD2818F7-31EB-49C6-8654-D42A3ECE7E77}" type="pres">
      <dgm:prSet presAssocID="{50AE89FE-0505-43B4-A50A-57D429F5A676}" presName="connTx" presStyleLbl="parChTrans1D2" presStyleIdx="2" presStyleCnt="4"/>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4" custScaleX="183485" custScaleY="42188" custLinFactNeighborX="-2547" custLinFactNeighborY="18059">
        <dgm:presLayoutVars>
          <dgm:chPref val="3"/>
        </dgm:presLayoutVars>
      </dgm:prSet>
      <dgm:spPr bwMode="auto"/>
    </dgm:pt>
    <dgm:pt modelId="{74598B79-3A1E-470F-9D97-085AD03011DF}" type="pres">
      <dgm:prSet presAssocID="{EB08EFA9-8F75-43DE-A7DF-506AB18D8F6D}" presName="level3hierChild" presStyleCnt="0"/>
      <dgm:spPr bwMode="auto"/>
    </dgm:pt>
    <dgm:pt modelId="{7C0BBF61-B73E-4B5A-857A-70B3BEC63459}" type="pres">
      <dgm:prSet presAssocID="{401D0F69-DD61-4E9F-BC77-FFC20613E5D6}" presName="conn2-1" presStyleLbl="parChTrans1D2" presStyleIdx="3" presStyleCnt="4"/>
      <dgm:spPr bwMode="auto"/>
    </dgm:pt>
    <dgm:pt modelId="{7F2928B4-2858-4213-B480-6599C6B737C5}" type="pres">
      <dgm:prSet presAssocID="{401D0F69-DD61-4E9F-BC77-FFC20613E5D6}" presName="connTx" presStyleLbl="parChTrans1D2" presStyleIdx="3" presStyleCnt="4"/>
      <dgm:spPr bwMode="auto"/>
    </dgm:pt>
    <dgm:pt modelId="{F9AEBBE1-2913-48D7-8EAE-744A99DEC7C6}" type="pres">
      <dgm:prSet presAssocID="{4C223509-7001-4A50-9238-4EAD0838C0AF}" presName="root2" presStyleCnt="0"/>
      <dgm:spPr bwMode="auto"/>
    </dgm:pt>
    <dgm:pt modelId="{B211DF7A-C2F3-41DD-9D7D-A6E4046DB2B0}" type="pres">
      <dgm:prSet presAssocID="{4C223509-7001-4A50-9238-4EAD0838C0AF}" presName="LevelTwoTextNode" presStyleLbl="node2" presStyleIdx="3" presStyleCnt="4" custScaleX="183406" custScaleY="55233" custLinFactNeighborX="-2547" custLinFactNeighborY="25934">
        <dgm:presLayoutVars>
          <dgm:chPref val="3"/>
        </dgm:presLayoutVars>
      </dgm:prSet>
      <dgm:spPr bwMode="auto"/>
    </dgm:pt>
    <dgm:pt modelId="{E7644F7C-1617-4144-8BCE-FB1143DEC307}" type="pres">
      <dgm:prSet presAssocID="{4C223509-7001-4A50-9238-4EAD0838C0AF}"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57F36B1C-A95D-4822-A97C-B634BD005A99}" type="presOf" srcId="{401D0F69-DD61-4E9F-BC77-FFC20613E5D6}" destId="{7C0BBF61-B73E-4B5A-857A-70B3BEC63459}"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4F7AE869-FEFE-4A00-B888-0E447DB7E61C}" type="presOf" srcId="{401D0F69-DD61-4E9F-BC77-FFC20613E5D6}" destId="{7F2928B4-2858-4213-B480-6599C6B737C5}" srcOrd="1" destOrd="0" presId="urn:microsoft.com/office/officeart/2005/8/layout/hierarchy2"/>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CC5332C0-A4C4-4D8D-8A2B-5D3D163AA3D0}" srcId="{D20BA853-44B8-43B1-8FA2-3CC61F8F063C}" destId="{4C223509-7001-4A50-9238-4EAD0838C0AF}" srcOrd="3" destOrd="0" parTransId="{401D0F69-DD61-4E9F-BC77-FFC20613E5D6}" sibTransId="{3DE2B52B-4005-4545-A7BB-77746A17A247}"/>
    <dgm:cxn modelId="{A8D0A3F3-5F50-487C-9A21-C95ED030532A}" type="presOf" srcId="{4C223509-7001-4A50-9238-4EAD0838C0AF}" destId="{B211DF7A-C2F3-41DD-9D7D-A6E4046DB2B0}" srcOrd="0" destOrd="0" presId="urn:microsoft.com/office/officeart/2005/8/layout/hierarchy2"/>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 modelId="{D99256CC-AF7A-4CE4-AC72-0B4C53E61904}" type="presParOf" srcId="{8AD45833-C41C-433F-B5D6-C8BEA9E73FB7}" destId="{7C0BBF61-B73E-4B5A-857A-70B3BEC63459}" srcOrd="6" destOrd="0" presId="urn:microsoft.com/office/officeart/2005/8/layout/hierarchy2"/>
    <dgm:cxn modelId="{F648A6DE-4C0E-4813-941B-8B38482CDDCE}" type="presParOf" srcId="{7C0BBF61-B73E-4B5A-857A-70B3BEC63459}" destId="{7F2928B4-2858-4213-B480-6599C6B737C5}" srcOrd="0" destOrd="0" presId="urn:microsoft.com/office/officeart/2005/8/layout/hierarchy2"/>
    <dgm:cxn modelId="{854C4D8B-55CD-4A09-8168-8114AC54B597}" type="presParOf" srcId="{8AD45833-C41C-433F-B5D6-C8BEA9E73FB7}" destId="{F9AEBBE1-2913-48D7-8EAE-744A99DEC7C6}" srcOrd="7" destOrd="0" presId="urn:microsoft.com/office/officeart/2005/8/layout/hierarchy2"/>
    <dgm:cxn modelId="{E0AAABA7-0494-4BAD-920C-5215FDA3C3A1}" type="presParOf" srcId="{F9AEBBE1-2913-48D7-8EAE-744A99DEC7C6}" destId="{B211DF7A-C2F3-41DD-9D7D-A6E4046DB2B0}" srcOrd="0" destOrd="0" presId="urn:microsoft.com/office/officeart/2005/8/layout/hierarchy2"/>
    <dgm:cxn modelId="{207FF9C9-D992-4539-AE49-452FAE007B4D}" type="presParOf" srcId="{F9AEBBE1-2913-48D7-8EAE-744A99DEC7C6}" destId="{E7644F7C-1617-4144-8BCE-FB1143DEC307}"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2" qsCatId="simple" csTypeId="urn:microsoft.com/office/officeart/2005/8/colors/accent2_2" csCatId="accent2" phldr="1"/>
      <dgm:spPr bwMode="auto"/>
      <dgm:t>
        <a:bodyPr/>
        <a:lstStyle/>
        <a:p>
          <a:pPr>
            <a:defRPr/>
          </a:pPr>
          <a:endParaRPr lang="de-DE"/>
        </a:p>
      </dgm:t>
    </dgm:pt>
    <dgm:pt modelId="{D20BA853-44B8-43B1-8FA2-3CC61F8F063C}">
      <dgm:prSet phldrT="[Text]" custT="1"/>
      <dgm:spPr bwMode="auto"/>
      <dgm:t>
        <a:bodyPr/>
        <a:lstStyle/>
        <a:p>
          <a:pPr algn="ctr">
            <a:defRPr/>
          </a:pPr>
          <a:r>
            <a:rPr lang="de-DE" sz="2800" b="1" dirty="0" err="1"/>
            <a:t>Dubious</a:t>
          </a:r>
          <a:r>
            <a:rPr lang="de-DE" sz="2800" b="1" dirty="0"/>
            <a:t> </a:t>
          </a:r>
          <a:r>
            <a:rPr lang="de-DE" sz="2800" b="1" dirty="0" err="1"/>
            <a:t>phrases</a:t>
          </a:r>
          <a:r>
            <a:rPr lang="de-DE" sz="2800" b="1" dirty="0"/>
            <a:t> </a:t>
          </a:r>
          <a:endParaRPr lang="de-DE" sz="2800" dirty="0"/>
        </a:p>
        <a:p>
          <a:pPr algn="ctr">
            <a:buFont typeface="Arial" panose="020B0604020202020204" pitchFamily="34" charset="0"/>
            <a:buChar char="•"/>
          </a:pPr>
          <a:r>
            <a:rPr lang="en-US" sz="2800" dirty="0"/>
            <a:t>(do not offer correct explanations or connections)</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en-US" sz="2800" dirty="0"/>
            <a:t>"...that’s what they say"</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en-US" sz="2800" dirty="0"/>
            <a:t>"I suppose </a:t>
          </a:r>
          <a:r>
            <a:rPr lang="en-US" sz="2800" dirty="0" err="1"/>
            <a:t>it&amp;apos;s</a:t>
          </a:r>
          <a:r>
            <a:rPr lang="en-US" sz="2800" dirty="0"/>
            <a:t> logical that ..."</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en-US" sz="2800" dirty="0"/>
            <a:t>"it goes without saying that..."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2565" custLinFactNeighborY="22954">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539" custLinFactNeighborY="35772">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7986" custLinFactNeighborX="-2565" custLinFactNeighborY="42510">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3" qsCatId="simple" csTypeId="urn:microsoft.com/office/officeart/2005/8/colors/accent3_2" csCatId="accent3" phldr="1"/>
      <dgm:spPr bwMode="auto"/>
      <dgm:t>
        <a:bodyPr/>
        <a:lstStyle/>
        <a:p>
          <a:pPr>
            <a:defRPr/>
          </a:pPr>
          <a:endParaRPr lang="de-DE"/>
        </a:p>
      </dgm:t>
    </dgm:pt>
    <dgm:pt modelId="{D20BA853-44B8-43B1-8FA2-3CC61F8F063C}">
      <dgm:prSet phldrT="[Text]" custT="1"/>
      <dgm:spPr bwMode="auto"/>
      <dgm:t>
        <a:bodyPr/>
        <a:lstStyle/>
        <a:p>
          <a:pPr algn="ctr">
            <a:lnSpc>
              <a:spcPct val="100000"/>
            </a:lnSpc>
            <a:defRPr/>
          </a:pPr>
          <a:r>
            <a:rPr lang="en-US" sz="2800" b="1" dirty="0"/>
            <a:t>Artificial exaggerations</a:t>
          </a:r>
          <a:br>
            <a:rPr lang="en-US" sz="2800" b="1" dirty="0"/>
          </a:br>
          <a:r>
            <a:rPr lang="en-US" sz="2800" b="1" dirty="0"/>
            <a:t> </a:t>
          </a:r>
          <a:r>
            <a:rPr lang="en-US" sz="2800" dirty="0"/>
            <a:t>(Again: artificially conveying the </a:t>
          </a:r>
        </a:p>
        <a:p>
          <a:pPr algn="ctr">
            <a:lnSpc>
              <a:spcPct val="100000"/>
            </a:lnSpc>
            <a:defRPr/>
          </a:pPr>
          <a:r>
            <a:rPr lang="en-US" sz="2800" dirty="0"/>
            <a:t>impression of importance. </a:t>
          </a:r>
          <a:br>
            <a:rPr lang="en-US" sz="2800" dirty="0"/>
          </a:br>
          <a:r>
            <a:rPr lang="en-US" sz="2800" dirty="0"/>
            <a:t> It is better to describe </a:t>
          </a:r>
        </a:p>
        <a:p>
          <a:pPr algn="ctr">
            <a:lnSpc>
              <a:spcPct val="100000"/>
            </a:lnSpc>
            <a:defRPr/>
          </a:pPr>
          <a:r>
            <a:rPr lang="en-US" sz="2800" dirty="0"/>
            <a:t>the particular situation </a:t>
          </a:r>
        </a:p>
        <a:p>
          <a:pPr algn="ctr">
            <a:lnSpc>
              <a:spcPct val="100000"/>
            </a:lnSpc>
            <a:defRPr/>
          </a:pPr>
          <a:r>
            <a:rPr lang="en-US" sz="2800" dirty="0"/>
            <a:t>explicitly).</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de-DE" sz="2800" dirty="0"/>
            <a:t>"</a:t>
          </a:r>
          <a:r>
            <a:rPr lang="de-DE" sz="2800" dirty="0" err="1"/>
            <a:t>Enormous</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de-DE" sz="2800" dirty="0"/>
            <a:t>"Substantial"</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de-DE" sz="2800" dirty="0"/>
            <a:t>„</a:t>
          </a:r>
          <a:r>
            <a:rPr lang="de-DE" sz="2800" dirty="0" err="1"/>
            <a:t>Tremendous</a:t>
          </a:r>
          <a:r>
            <a:rPr lang="de-DE" sz="2800" dirty="0"/>
            <a:t> “</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X="125509"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1957" custLinFactNeighborY="4304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1304" custLinFactNeighborY="4713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2188" custLinFactNeighborX="-1304" custLinFactNeighborY="52178">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4" qsCatId="simple" csTypeId="urn:microsoft.com/office/officeart/2005/8/colors/accent4_2" csCatId="accent4" phldr="1"/>
      <dgm:spPr bwMode="auto"/>
      <dgm:t>
        <a:bodyPr/>
        <a:lstStyle/>
        <a:p>
          <a:pPr>
            <a:defRPr/>
          </a:pPr>
          <a:endParaRPr lang="de-DE"/>
        </a:p>
      </dgm:t>
    </dgm:pt>
    <dgm:pt modelId="{D20BA853-44B8-43B1-8FA2-3CC61F8F063C}">
      <dgm:prSet phldrT="[Text]" custT="1"/>
      <dgm:spPr bwMode="auto"/>
      <dgm:t>
        <a:bodyPr/>
        <a:lstStyle/>
        <a:p>
          <a:pPr algn="ctr">
            <a:defRPr/>
          </a:pPr>
          <a:r>
            <a:rPr lang="en-US" sz="2400" b="1" dirty="0"/>
            <a:t>Disparaging adverbs</a:t>
          </a:r>
          <a:br>
            <a:rPr lang="en-US" sz="2400" b="1" dirty="0"/>
          </a:br>
          <a:r>
            <a:rPr lang="en-US" sz="2400" b="1" dirty="0"/>
            <a:t> </a:t>
          </a:r>
          <a:r>
            <a:rPr lang="en-US" sz="2400" dirty="0"/>
            <a:t>(make the following sentence seem not worth mentioning; are indicators of unimportant additions)</a:t>
          </a:r>
          <a:endParaRPr sz="24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dgm:t>
        <a:bodyPr/>
        <a:lstStyle/>
        <a:p>
          <a:pPr>
            <a:defRPr/>
          </a:pPr>
          <a:r>
            <a:rPr lang="de-DE" sz="2800" dirty="0"/>
            <a:t>"By </a:t>
          </a:r>
          <a:r>
            <a:rPr lang="de-DE" sz="2800" dirty="0" err="1"/>
            <a:t>the</a:t>
          </a:r>
          <a:r>
            <a:rPr lang="de-DE" sz="2800" dirty="0"/>
            <a:t> </a:t>
          </a:r>
          <a:r>
            <a:rPr lang="de-DE" sz="2800" dirty="0" err="1"/>
            <a:t>way</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dgm:t>
        <a:bodyPr/>
        <a:lstStyle/>
        <a:p>
          <a:pPr>
            <a:defRPr/>
          </a:pPr>
          <a:r>
            <a:rPr lang="de-DE" sz="2800" dirty="0"/>
            <a:t>"</a:t>
          </a:r>
          <a:r>
            <a:rPr lang="de-DE" sz="2800" dirty="0" err="1"/>
            <a:t>Somehow</a:t>
          </a:r>
          <a:r>
            <a:rPr lang="de-DE" sz="2800" dirty="0"/>
            <a:t>"</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dgm:t>
        <a:bodyPr/>
        <a:lstStyle/>
        <a:p>
          <a:pPr>
            <a:defRPr/>
          </a:pPr>
          <a:r>
            <a:rPr lang="de-DE" sz="2800" dirty="0"/>
            <a:t>"</a:t>
          </a:r>
          <a:r>
            <a:rPr lang="de-DE" sz="2800" dirty="0" err="1"/>
            <a:t>Actually</a:t>
          </a:r>
          <a:r>
            <a:rPr lang="de-DE" sz="2800" dirty="0"/>
            <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Y="288668" custLinFactNeighborX="-30595" custLinFactNeighborY="56353">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3"/>
      <dgm:spPr bwMode="auto"/>
    </dgm:pt>
    <dgm:pt modelId="{A4B27AD9-383D-4376-9963-9306B76072F0}" type="pres">
      <dgm:prSet presAssocID="{8A0EC55E-09B8-44DA-8FD5-FD76CB4CF9CF}" presName="connTx" presStyleLbl="parChTrans1D2" presStyleIdx="0" presStyleCnt="3"/>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3" custScaleX="182731" custScaleY="52734" custLinFactNeighborX="-1957" custLinFactNeighborY="43047">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3"/>
      <dgm:spPr bwMode="auto"/>
    </dgm:pt>
    <dgm:pt modelId="{83E2DAFD-F5D5-4791-B50E-CE22FF048C00}" type="pres">
      <dgm:prSet presAssocID="{1154AD7D-2508-4D17-81F5-292E7FC7D349}" presName="connTx" presStyleLbl="parChTrans1D2" presStyleIdx="1" presStyleCnt="3"/>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3" custScaleX="182753" custScaleY="50246" custLinFactNeighborX="-1304" custLinFactNeighborY="47130">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3"/>
      <dgm:spPr bwMode="auto"/>
    </dgm:pt>
    <dgm:pt modelId="{BD2818F7-31EB-49C6-8654-D42A3ECE7E77}" type="pres">
      <dgm:prSet presAssocID="{50AE89FE-0505-43B4-A50A-57D429F5A676}" presName="connTx" presStyleLbl="parChTrans1D2" presStyleIdx="2" presStyleCnt="3"/>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3" custScaleX="183485" custScaleY="42188" custLinFactNeighborX="-1304" custLinFactNeighborY="52178">
        <dgm:presLayoutVars>
          <dgm:chPref val="3"/>
        </dgm:presLayoutVars>
      </dgm:prSet>
      <dgm:spPr bwMode="auto"/>
    </dgm:pt>
    <dgm:pt modelId="{74598B79-3A1E-470F-9D97-085AD03011DF}" type="pres">
      <dgm:prSet presAssocID="{EB08EFA9-8F75-43DE-A7DF-506AB18D8F6D}" presName="level3hierChild" presStyleCnt="0"/>
      <dgm:spPr bwMode="auto"/>
    </dgm:pt>
  </dgm:ptLst>
  <dgm:cxnLst>
    <dgm:cxn modelId="{53CECE0C-3037-477E-8664-F054DF70F503}" type="presOf" srcId="{D20BA853-44B8-43B1-8FA2-3CC61F8F063C}" destId="{8F89BE12-3805-4C7E-9E11-93E034D9195D}"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00D9E270-1113-4658-87B2-BC1FA2595DF8}" type="presOf" srcId="{FFA3A1A6-F05E-4A9C-8F31-1955313B7402}" destId="{F70A2979-ABAF-4D1B-BA13-EBB79856511D}" srcOrd="0"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ED0B97D-5F94-420B-B25F-23ECA70C89AE}" type="doc">
      <dgm:prSet loTypeId="urn:microsoft.com/office/officeart/2005/8/layout/hierarchy2" loCatId="hierarchy" qsTypeId="urn:microsoft.com/office/officeart/2005/8/quickstyle/simple1#5" qsCatId="simple" csTypeId="urn:microsoft.com/office/officeart/2005/8/colors/accent5_2" csCatId="accent5" phldr="1"/>
      <dgm:spPr bwMode="auto"/>
      <dgm:t>
        <a:bodyPr/>
        <a:lstStyle/>
        <a:p>
          <a:pPr>
            <a:defRPr/>
          </a:pPr>
          <a:endParaRPr lang="de-DE"/>
        </a:p>
      </dgm:t>
    </dgm:pt>
    <dgm:pt modelId="{D20BA853-44B8-43B1-8FA2-3CC61F8F063C}">
      <dgm:prSet phldrT="[Text]" custT="1"/>
      <dgm:spPr bwMode="auto">
        <a:solidFill>
          <a:schemeClr val="accent2"/>
        </a:solidFill>
      </dgm:spPr>
      <dgm:t>
        <a:bodyPr/>
        <a:lstStyle/>
        <a:p>
          <a:pPr algn="ctr">
            <a:defRPr/>
          </a:pPr>
          <a:r>
            <a:rPr lang="en-US" sz="2800" b="1" dirty="0"/>
            <a:t>Everyday language / filler words</a:t>
          </a:r>
          <a:br>
            <a:rPr lang="en-US" sz="2800" b="1" dirty="0"/>
          </a:br>
          <a:r>
            <a:rPr lang="en-US" sz="2800" b="1" dirty="0"/>
            <a:t> </a:t>
          </a:r>
          <a:r>
            <a:rPr lang="en-US" sz="2800" dirty="0"/>
            <a:t>(Mostly either vague or </a:t>
          </a:r>
        </a:p>
        <a:p>
          <a:pPr algn="ctr">
            <a:defRPr/>
          </a:pPr>
          <a:r>
            <a:rPr lang="en-US" sz="2800" dirty="0"/>
            <a:t>incorrect, often used  unconsciously)</a:t>
          </a:r>
          <a:endParaRPr sz="2800" dirty="0"/>
        </a:p>
      </dgm:t>
    </dgm:pt>
    <dgm:pt modelId="{573BEDBA-2B81-4911-BE18-A8EAF96DB735}" type="parTrans" cxnId="{83857178-7542-4FAE-80AD-090E771E963C}">
      <dgm:prSet/>
      <dgm:spPr bwMode="auto"/>
      <dgm:t>
        <a:bodyPr/>
        <a:lstStyle/>
        <a:p>
          <a:pPr>
            <a:defRPr/>
          </a:pPr>
          <a:endParaRPr lang="de-DE"/>
        </a:p>
      </dgm:t>
    </dgm:pt>
    <dgm:pt modelId="{BE761A92-0D4A-4196-8B76-61331AC7D7B6}" type="sibTrans" cxnId="{83857178-7542-4FAE-80AD-090E771E963C}">
      <dgm:prSet/>
      <dgm:spPr bwMode="auto"/>
      <dgm:t>
        <a:bodyPr/>
        <a:lstStyle/>
        <a:p>
          <a:pPr>
            <a:defRPr/>
          </a:pPr>
          <a:endParaRPr lang="de-DE"/>
        </a:p>
      </dgm:t>
    </dgm:pt>
    <dgm:pt modelId="{FFA3A1A6-F05E-4A9C-8F31-1955313B7402}">
      <dgm:prSet phldrT="[Text]" custT="1"/>
      <dgm:spPr bwMode="auto">
        <a:solidFill>
          <a:schemeClr val="accent2"/>
        </a:solidFill>
      </dgm:spPr>
      <dgm:t>
        <a:bodyPr/>
        <a:lstStyle/>
        <a:p>
          <a:pPr>
            <a:defRPr/>
          </a:pPr>
          <a:r>
            <a:rPr lang="de-DE" sz="2800" dirty="0"/>
            <a:t>„</a:t>
          </a:r>
          <a:r>
            <a:rPr lang="de-DE" sz="2800" dirty="0" err="1"/>
            <a:t>Basically</a:t>
          </a:r>
          <a:r>
            <a:rPr lang="de-DE" sz="2800" dirty="0"/>
            <a:t>“</a:t>
          </a:r>
          <a:endParaRPr sz="2800" dirty="0"/>
        </a:p>
      </dgm:t>
    </dgm:pt>
    <dgm:pt modelId="{8A0EC55E-09B8-44DA-8FD5-FD76CB4CF9CF}" type="parTrans" cxnId="{920A0F28-4247-41F6-9327-3CB37DA22611}">
      <dgm:prSet/>
      <dgm:spPr bwMode="auto"/>
      <dgm:t>
        <a:bodyPr/>
        <a:lstStyle/>
        <a:p>
          <a:pPr>
            <a:defRPr/>
          </a:pPr>
          <a:endParaRPr lang="de-DE"/>
        </a:p>
      </dgm:t>
    </dgm:pt>
    <dgm:pt modelId="{70917513-14B4-4526-85FB-F102EF351C08}" type="sibTrans" cxnId="{920A0F28-4247-41F6-9327-3CB37DA22611}">
      <dgm:prSet/>
      <dgm:spPr bwMode="auto"/>
      <dgm:t>
        <a:bodyPr/>
        <a:lstStyle/>
        <a:p>
          <a:pPr>
            <a:defRPr/>
          </a:pPr>
          <a:endParaRPr lang="de-DE"/>
        </a:p>
      </dgm:t>
    </dgm:pt>
    <dgm:pt modelId="{E0F48C92-CEB2-481C-9B59-F166899213E4}">
      <dgm:prSet phldrT="[Text]" custT="1"/>
      <dgm:spPr bwMode="auto">
        <a:solidFill>
          <a:schemeClr val="accent2"/>
        </a:solidFill>
      </dgm:spPr>
      <dgm:t>
        <a:bodyPr/>
        <a:lstStyle/>
        <a:p>
          <a:pPr>
            <a:defRPr/>
          </a:pPr>
          <a:r>
            <a:rPr lang="de-DE" sz="2800" dirty="0"/>
            <a:t>“A </a:t>
          </a:r>
          <a:r>
            <a:rPr lang="de-DE" sz="2800" dirty="0" err="1"/>
            <a:t>bit</a:t>
          </a:r>
          <a:r>
            <a:rPr lang="de-DE" sz="2800" dirty="0"/>
            <a:t>“</a:t>
          </a:r>
          <a:endParaRPr sz="2800" dirty="0"/>
        </a:p>
      </dgm:t>
    </dgm:pt>
    <dgm:pt modelId="{1154AD7D-2508-4D17-81F5-292E7FC7D349}" type="parTrans" cxnId="{5F0C0B93-7532-4B6C-84EE-09407C48ED62}">
      <dgm:prSet/>
      <dgm:spPr bwMode="auto"/>
      <dgm:t>
        <a:bodyPr/>
        <a:lstStyle/>
        <a:p>
          <a:pPr>
            <a:defRPr/>
          </a:pPr>
          <a:endParaRPr lang="de-DE"/>
        </a:p>
      </dgm:t>
    </dgm:pt>
    <dgm:pt modelId="{5D318B8E-42EB-4868-98EA-3E8AE8D13FCE}" type="sibTrans" cxnId="{5F0C0B93-7532-4B6C-84EE-09407C48ED62}">
      <dgm:prSet/>
      <dgm:spPr bwMode="auto"/>
      <dgm:t>
        <a:bodyPr/>
        <a:lstStyle/>
        <a:p>
          <a:pPr>
            <a:defRPr/>
          </a:pPr>
          <a:endParaRPr lang="de-DE"/>
        </a:p>
      </dgm:t>
    </dgm:pt>
    <dgm:pt modelId="{EB08EFA9-8F75-43DE-A7DF-506AB18D8F6D}">
      <dgm:prSet phldrT="[Text]" custT="1"/>
      <dgm:spPr bwMode="auto">
        <a:solidFill>
          <a:schemeClr val="accent2"/>
        </a:solidFill>
      </dgm:spPr>
      <dgm:t>
        <a:bodyPr/>
        <a:lstStyle/>
        <a:p>
          <a:pPr>
            <a:defRPr/>
          </a:pPr>
          <a:r>
            <a:rPr lang="de-DE" sz="2800" dirty="0"/>
            <a:t>“</a:t>
          </a:r>
          <a:r>
            <a:rPr lang="de-DE" sz="2800" dirty="0" err="1"/>
            <a:t>besides</a:t>
          </a:r>
          <a:r>
            <a:rPr lang="de-DE" sz="2800" dirty="0"/>
            <a:t>“</a:t>
          </a:r>
          <a:endParaRPr sz="2800" dirty="0"/>
        </a:p>
      </dgm:t>
    </dgm:pt>
    <dgm:pt modelId="{50AE89FE-0505-43B4-A50A-57D429F5A676}" type="parTrans" cxnId="{887DB837-2B8A-4795-BD2B-30752B454CAF}">
      <dgm:prSet/>
      <dgm:spPr bwMode="auto"/>
      <dgm:t>
        <a:bodyPr/>
        <a:lstStyle/>
        <a:p>
          <a:pPr>
            <a:defRPr/>
          </a:pPr>
          <a:endParaRPr lang="de-DE"/>
        </a:p>
      </dgm:t>
    </dgm:pt>
    <dgm:pt modelId="{5E205F77-09BE-4F7A-8A86-522BBB7C23AD}" type="sibTrans" cxnId="{887DB837-2B8A-4795-BD2B-30752B454CAF}">
      <dgm:prSet/>
      <dgm:spPr bwMode="auto"/>
      <dgm:t>
        <a:bodyPr/>
        <a:lstStyle/>
        <a:p>
          <a:pPr>
            <a:defRPr/>
          </a:pPr>
          <a:endParaRPr lang="de-DE"/>
        </a:p>
      </dgm:t>
    </dgm:pt>
    <dgm:pt modelId="{4C223509-7001-4A50-9238-4EAD0838C0AF}">
      <dgm:prSet phldrT="[Text]" custT="1"/>
      <dgm:spPr bwMode="auto">
        <a:solidFill>
          <a:schemeClr val="accent2"/>
        </a:solidFill>
      </dgm:spPr>
      <dgm:t>
        <a:bodyPr/>
        <a:lstStyle/>
        <a:p>
          <a:pPr>
            <a:defRPr/>
          </a:pPr>
          <a:r>
            <a:rPr lang="de-DE" sz="2800" dirty="0"/>
            <a:t>“</a:t>
          </a:r>
          <a:r>
            <a:rPr lang="de-DE" sz="2800" dirty="0" err="1"/>
            <a:t>Actually</a:t>
          </a:r>
          <a:r>
            <a:rPr lang="de-DE" sz="2800" dirty="0"/>
            <a:t> “</a:t>
          </a:r>
          <a:endParaRPr sz="2800" dirty="0"/>
        </a:p>
      </dgm:t>
    </dgm:pt>
    <dgm:pt modelId="{401D0F69-DD61-4E9F-BC77-FFC20613E5D6}" type="parTrans" cxnId="{CC5332C0-A4C4-4D8D-8A2B-5D3D163AA3D0}">
      <dgm:prSet/>
      <dgm:spPr bwMode="auto"/>
      <dgm:t>
        <a:bodyPr/>
        <a:lstStyle/>
        <a:p>
          <a:pPr>
            <a:defRPr/>
          </a:pPr>
          <a:endParaRPr lang="de-DE"/>
        </a:p>
      </dgm:t>
    </dgm:pt>
    <dgm:pt modelId="{3DE2B52B-4005-4545-A7BB-77746A17A247}" type="sibTrans" cxnId="{CC5332C0-A4C4-4D8D-8A2B-5D3D163AA3D0}">
      <dgm:prSet/>
      <dgm:spPr bwMode="auto"/>
      <dgm:t>
        <a:bodyPr/>
        <a:lstStyle/>
        <a:p>
          <a:pPr>
            <a:defRPr/>
          </a:pPr>
          <a:endParaRPr lang="de-DE"/>
        </a:p>
      </dgm:t>
    </dgm:pt>
    <dgm:pt modelId="{EADB3683-351B-4392-94C4-BE560BF0F0E9}">
      <dgm:prSet phldrT="[Text]" custT="1"/>
      <dgm:spPr bwMode="auto">
        <a:solidFill>
          <a:schemeClr val="accent2"/>
        </a:solidFill>
      </dgm:spPr>
      <dgm:t>
        <a:bodyPr/>
        <a:lstStyle/>
        <a:p>
          <a:pPr>
            <a:defRPr/>
          </a:pPr>
          <a:r>
            <a:rPr lang="de-DE" sz="2800" dirty="0"/>
            <a:t>"In a </a:t>
          </a:r>
          <a:r>
            <a:rPr lang="de-DE" sz="2800" dirty="0" err="1"/>
            <a:t>way</a:t>
          </a:r>
          <a:r>
            <a:rPr lang="de-DE" sz="2800" dirty="0"/>
            <a:t>"</a:t>
          </a:r>
          <a:endParaRPr sz="2800" dirty="0"/>
        </a:p>
      </dgm:t>
    </dgm:pt>
    <dgm:pt modelId="{5CCAAEB8-6D7D-4957-B397-C1377A527B0F}" type="parTrans" cxnId="{3BB182EC-3DB6-4C6D-BC71-97FED3144115}">
      <dgm:prSet/>
      <dgm:spPr bwMode="auto"/>
      <dgm:t>
        <a:bodyPr/>
        <a:lstStyle/>
        <a:p>
          <a:pPr>
            <a:defRPr/>
          </a:pPr>
          <a:endParaRPr lang="de-DE"/>
        </a:p>
      </dgm:t>
    </dgm:pt>
    <dgm:pt modelId="{7C94869F-E869-44D8-BC2E-CB200D42EF05}" type="sibTrans" cxnId="{3BB182EC-3DB6-4C6D-BC71-97FED3144115}">
      <dgm:prSet/>
      <dgm:spPr bwMode="auto"/>
      <dgm:t>
        <a:bodyPr/>
        <a:lstStyle/>
        <a:p>
          <a:pPr>
            <a:defRPr/>
          </a:pPr>
          <a:endParaRPr lang="de-DE"/>
        </a:p>
      </dgm:t>
    </dgm:pt>
    <dgm:pt modelId="{274EE39E-A7D8-4716-A7CE-D10CE4D61D77}">
      <dgm:prSet phldrT="[Text]" custT="1"/>
      <dgm:spPr bwMode="auto">
        <a:solidFill>
          <a:schemeClr val="accent2"/>
        </a:solidFill>
      </dgm:spPr>
      <dgm:t>
        <a:bodyPr/>
        <a:lstStyle/>
        <a:p>
          <a:pPr>
            <a:defRPr/>
          </a:pPr>
          <a:r>
            <a:rPr lang="de-DE" sz="2800" dirty="0"/>
            <a:t>“Kind </a:t>
          </a:r>
          <a:r>
            <a:rPr lang="de-DE" sz="2800" dirty="0" err="1"/>
            <a:t>of</a:t>
          </a:r>
          <a:r>
            <a:rPr lang="de-DE" sz="2800" dirty="0"/>
            <a:t>“ / “</a:t>
          </a:r>
          <a:r>
            <a:rPr lang="de-DE" sz="2800" dirty="0" err="1"/>
            <a:t>sort</a:t>
          </a:r>
          <a:r>
            <a:rPr lang="de-DE" sz="2800" dirty="0"/>
            <a:t> </a:t>
          </a:r>
          <a:r>
            <a:rPr lang="de-DE" sz="2800" dirty="0" err="1"/>
            <a:t>of</a:t>
          </a:r>
          <a:r>
            <a:rPr lang="de-DE" sz="2800" dirty="0"/>
            <a:t>“</a:t>
          </a:r>
          <a:endParaRPr sz="2800" dirty="0"/>
        </a:p>
      </dgm:t>
    </dgm:pt>
    <dgm:pt modelId="{4758531D-BCA1-46E4-97FD-756764A3106B}" type="parTrans" cxnId="{DC5698EA-EDE6-4049-8353-43FCFB224A9B}">
      <dgm:prSet/>
      <dgm:spPr bwMode="auto"/>
      <dgm:t>
        <a:bodyPr/>
        <a:lstStyle/>
        <a:p>
          <a:pPr>
            <a:defRPr/>
          </a:pPr>
          <a:endParaRPr lang="de-DE"/>
        </a:p>
      </dgm:t>
    </dgm:pt>
    <dgm:pt modelId="{EF166F60-5C00-41B5-924A-63DDDDD705D2}" type="sibTrans" cxnId="{DC5698EA-EDE6-4049-8353-43FCFB224A9B}">
      <dgm:prSet/>
      <dgm:spPr bwMode="auto"/>
      <dgm:t>
        <a:bodyPr/>
        <a:lstStyle/>
        <a:p>
          <a:pPr>
            <a:defRPr/>
          </a:pPr>
          <a:endParaRPr lang="de-DE"/>
        </a:p>
      </dgm:t>
    </dgm:pt>
    <dgm:pt modelId="{D20D1986-BC5C-4532-B124-9DFBBC1A712A}">
      <dgm:prSet phldrT="[Text]" custT="1"/>
      <dgm:spPr bwMode="auto">
        <a:solidFill>
          <a:schemeClr val="accent2"/>
        </a:solidFill>
      </dgm:spPr>
      <dgm:t>
        <a:bodyPr/>
        <a:lstStyle/>
        <a:p>
          <a:pPr>
            <a:defRPr/>
          </a:pPr>
          <a:r>
            <a:rPr lang="de-DE" sz="2800" dirty="0"/>
            <a:t>“</a:t>
          </a:r>
          <a:r>
            <a:rPr lang="de-DE" sz="2800" dirty="0" err="1"/>
            <a:t>maybe</a:t>
          </a:r>
          <a:r>
            <a:rPr lang="de-DE" sz="2800" dirty="0"/>
            <a:t>“/ “</a:t>
          </a:r>
          <a:r>
            <a:rPr lang="de-DE" sz="2800" dirty="0" err="1"/>
            <a:t>Usually</a:t>
          </a:r>
          <a:r>
            <a:rPr lang="de-DE" sz="2800" dirty="0"/>
            <a:t>“</a:t>
          </a:r>
          <a:endParaRPr sz="2800" dirty="0"/>
        </a:p>
      </dgm:t>
    </dgm:pt>
    <dgm:pt modelId="{00574209-D2D7-4B76-B4CA-5ED2146623A6}" type="parTrans" cxnId="{850B5DB9-6138-4C14-8847-9E224C4405D1}">
      <dgm:prSet/>
      <dgm:spPr bwMode="auto"/>
      <dgm:t>
        <a:bodyPr/>
        <a:lstStyle/>
        <a:p>
          <a:pPr>
            <a:defRPr/>
          </a:pPr>
          <a:endParaRPr lang="de-DE"/>
        </a:p>
      </dgm:t>
    </dgm:pt>
    <dgm:pt modelId="{F27D9417-68B1-496C-9994-06556F826F25}" type="sibTrans" cxnId="{850B5DB9-6138-4C14-8847-9E224C4405D1}">
      <dgm:prSet/>
      <dgm:spPr bwMode="auto"/>
      <dgm:t>
        <a:bodyPr/>
        <a:lstStyle/>
        <a:p>
          <a:pPr>
            <a:defRPr/>
          </a:pPr>
          <a:endParaRPr lang="de-DE"/>
        </a:p>
      </dgm:t>
    </dgm:pt>
    <dgm:pt modelId="{34F719C7-E4D3-474B-9F7D-2AD693358693}" type="pres">
      <dgm:prSet presAssocID="{1ED0B97D-5F94-420B-B25F-23ECA70C89AE}" presName="diagram" presStyleCnt="0">
        <dgm:presLayoutVars>
          <dgm:chPref val="1"/>
          <dgm:dir/>
          <dgm:animOne val="branch"/>
          <dgm:animLvl val="lvl"/>
          <dgm:resizeHandles val="exact"/>
        </dgm:presLayoutVars>
      </dgm:prSet>
      <dgm:spPr bwMode="auto"/>
    </dgm:pt>
    <dgm:pt modelId="{DA768584-4B58-49CA-8AC0-99E14769A2C5}" type="pres">
      <dgm:prSet presAssocID="{D20BA853-44B8-43B1-8FA2-3CC61F8F063C}" presName="root1" presStyleCnt="0"/>
      <dgm:spPr bwMode="auto"/>
    </dgm:pt>
    <dgm:pt modelId="{8F89BE12-3805-4C7E-9E11-93E034D9195D}" type="pres">
      <dgm:prSet presAssocID="{D20BA853-44B8-43B1-8FA2-3CC61F8F063C}" presName="LevelOneTextNode" presStyleLbl="node0" presStyleIdx="0" presStyleCnt="1" custScaleX="136748" custScaleY="288668" custLinFactNeighborX="-270" custLinFactNeighborY="21914">
        <dgm:presLayoutVars>
          <dgm:chPref val="3"/>
        </dgm:presLayoutVars>
      </dgm:prSet>
      <dgm:spPr bwMode="auto"/>
    </dgm:pt>
    <dgm:pt modelId="{8AD45833-C41C-433F-B5D6-C8BEA9E73FB7}" type="pres">
      <dgm:prSet presAssocID="{D20BA853-44B8-43B1-8FA2-3CC61F8F063C}" presName="level2hierChild" presStyleCnt="0"/>
      <dgm:spPr bwMode="auto"/>
    </dgm:pt>
    <dgm:pt modelId="{1ABCA9D1-FEE3-4963-AEE1-AD224E15F66D}" type="pres">
      <dgm:prSet presAssocID="{8A0EC55E-09B8-44DA-8FD5-FD76CB4CF9CF}" presName="conn2-1" presStyleLbl="parChTrans1D2" presStyleIdx="0" presStyleCnt="7"/>
      <dgm:spPr bwMode="auto"/>
    </dgm:pt>
    <dgm:pt modelId="{A4B27AD9-383D-4376-9963-9306B76072F0}" type="pres">
      <dgm:prSet presAssocID="{8A0EC55E-09B8-44DA-8FD5-FD76CB4CF9CF}" presName="connTx" presStyleLbl="parChTrans1D2" presStyleIdx="0" presStyleCnt="7"/>
      <dgm:spPr bwMode="auto"/>
    </dgm:pt>
    <dgm:pt modelId="{91F319B2-F1FC-4721-844C-EFAF1454F9E9}" type="pres">
      <dgm:prSet presAssocID="{FFA3A1A6-F05E-4A9C-8F31-1955313B7402}" presName="root2" presStyleCnt="0"/>
      <dgm:spPr bwMode="auto"/>
    </dgm:pt>
    <dgm:pt modelId="{F70A2979-ABAF-4D1B-BA13-EBB79856511D}" type="pres">
      <dgm:prSet presAssocID="{FFA3A1A6-F05E-4A9C-8F31-1955313B7402}" presName="LevelTwoTextNode" presStyleLbl="node2" presStyleIdx="0" presStyleCnt="7" custScaleX="182731" custScaleY="39882" custLinFactNeighborX="-1957" custLinFactNeighborY="42420">
        <dgm:presLayoutVars>
          <dgm:chPref val="3"/>
        </dgm:presLayoutVars>
      </dgm:prSet>
      <dgm:spPr bwMode="auto"/>
    </dgm:pt>
    <dgm:pt modelId="{BFCAC1FB-A342-4C1E-95EB-CE76A9B521E3}" type="pres">
      <dgm:prSet presAssocID="{FFA3A1A6-F05E-4A9C-8F31-1955313B7402}" presName="level3hierChild" presStyleCnt="0"/>
      <dgm:spPr bwMode="auto"/>
    </dgm:pt>
    <dgm:pt modelId="{052E2524-84A6-4366-9F16-6176F3950FAC}" type="pres">
      <dgm:prSet presAssocID="{1154AD7D-2508-4D17-81F5-292E7FC7D349}" presName="conn2-1" presStyleLbl="parChTrans1D2" presStyleIdx="1" presStyleCnt="7"/>
      <dgm:spPr bwMode="auto"/>
    </dgm:pt>
    <dgm:pt modelId="{83E2DAFD-F5D5-4791-B50E-CE22FF048C00}" type="pres">
      <dgm:prSet presAssocID="{1154AD7D-2508-4D17-81F5-292E7FC7D349}" presName="connTx" presStyleLbl="parChTrans1D2" presStyleIdx="1" presStyleCnt="7"/>
      <dgm:spPr bwMode="auto"/>
    </dgm:pt>
    <dgm:pt modelId="{3372C1FB-432B-49C6-83B3-5DE7B9451A6E}" type="pres">
      <dgm:prSet presAssocID="{E0F48C92-CEB2-481C-9B59-F166899213E4}" presName="root2" presStyleCnt="0"/>
      <dgm:spPr bwMode="auto"/>
    </dgm:pt>
    <dgm:pt modelId="{7C85D59B-937F-4ABB-84F0-FFD8AE043D19}" type="pres">
      <dgm:prSet presAssocID="{E0F48C92-CEB2-481C-9B59-F166899213E4}" presName="LevelTwoTextNode" presStyleLbl="node2" presStyleIdx="1" presStyleCnt="7" custScaleX="182753" custScaleY="34979" custLinFactNeighborX="-1304" custLinFactNeighborY="36761">
        <dgm:presLayoutVars>
          <dgm:chPref val="3"/>
        </dgm:presLayoutVars>
      </dgm:prSet>
      <dgm:spPr bwMode="auto"/>
    </dgm:pt>
    <dgm:pt modelId="{CF1383E7-4913-43F9-A3D2-CF791A122C5B}" type="pres">
      <dgm:prSet presAssocID="{E0F48C92-CEB2-481C-9B59-F166899213E4}" presName="level3hierChild" presStyleCnt="0"/>
      <dgm:spPr bwMode="auto"/>
    </dgm:pt>
    <dgm:pt modelId="{58DDC020-6CC7-4DAD-ADCB-7093C18A5570}" type="pres">
      <dgm:prSet presAssocID="{50AE89FE-0505-43B4-A50A-57D429F5A676}" presName="conn2-1" presStyleLbl="parChTrans1D2" presStyleIdx="2" presStyleCnt="7"/>
      <dgm:spPr bwMode="auto"/>
    </dgm:pt>
    <dgm:pt modelId="{BD2818F7-31EB-49C6-8654-D42A3ECE7E77}" type="pres">
      <dgm:prSet presAssocID="{50AE89FE-0505-43B4-A50A-57D429F5A676}" presName="connTx" presStyleLbl="parChTrans1D2" presStyleIdx="2" presStyleCnt="7"/>
      <dgm:spPr bwMode="auto"/>
    </dgm:pt>
    <dgm:pt modelId="{C1630526-AFAE-417A-A3A5-AD262844658B}" type="pres">
      <dgm:prSet presAssocID="{EB08EFA9-8F75-43DE-A7DF-506AB18D8F6D}" presName="root2" presStyleCnt="0"/>
      <dgm:spPr bwMode="auto"/>
    </dgm:pt>
    <dgm:pt modelId="{685E2704-D45D-484C-A605-F30CF3A0BC9C}" type="pres">
      <dgm:prSet presAssocID="{EB08EFA9-8F75-43DE-A7DF-506AB18D8F6D}" presName="LevelTwoTextNode" presStyleLbl="node2" presStyleIdx="2" presStyleCnt="7" custScaleX="183485" custScaleY="42142" custLinFactNeighborX="-656" custLinFactNeighborY="27313">
        <dgm:presLayoutVars>
          <dgm:chPref val="3"/>
        </dgm:presLayoutVars>
      </dgm:prSet>
      <dgm:spPr bwMode="auto"/>
    </dgm:pt>
    <dgm:pt modelId="{74598B79-3A1E-470F-9D97-085AD03011DF}" type="pres">
      <dgm:prSet presAssocID="{EB08EFA9-8F75-43DE-A7DF-506AB18D8F6D}" presName="level3hierChild" presStyleCnt="0"/>
      <dgm:spPr bwMode="auto"/>
    </dgm:pt>
    <dgm:pt modelId="{7C0BBF61-B73E-4B5A-857A-70B3BEC63459}" type="pres">
      <dgm:prSet presAssocID="{401D0F69-DD61-4E9F-BC77-FFC20613E5D6}" presName="conn2-1" presStyleLbl="parChTrans1D2" presStyleIdx="3" presStyleCnt="7"/>
      <dgm:spPr bwMode="auto"/>
    </dgm:pt>
    <dgm:pt modelId="{7F2928B4-2858-4213-B480-6599C6B737C5}" type="pres">
      <dgm:prSet presAssocID="{401D0F69-DD61-4E9F-BC77-FFC20613E5D6}" presName="connTx" presStyleLbl="parChTrans1D2" presStyleIdx="3" presStyleCnt="7"/>
      <dgm:spPr bwMode="auto"/>
    </dgm:pt>
    <dgm:pt modelId="{F9AEBBE1-2913-48D7-8EAE-744A99DEC7C6}" type="pres">
      <dgm:prSet presAssocID="{4C223509-7001-4A50-9238-4EAD0838C0AF}" presName="root2" presStyleCnt="0"/>
      <dgm:spPr bwMode="auto"/>
    </dgm:pt>
    <dgm:pt modelId="{B211DF7A-C2F3-41DD-9D7D-A6E4046DB2B0}" type="pres">
      <dgm:prSet presAssocID="{4C223509-7001-4A50-9238-4EAD0838C0AF}" presName="LevelTwoTextNode" presStyleLbl="node2" presStyleIdx="3" presStyleCnt="7" custScaleX="183406" custScaleY="34193" custLinFactNeighborX="-1952" custLinFactNeighborY="62454">
        <dgm:presLayoutVars>
          <dgm:chPref val="3"/>
        </dgm:presLayoutVars>
      </dgm:prSet>
      <dgm:spPr bwMode="auto"/>
    </dgm:pt>
    <dgm:pt modelId="{E7644F7C-1617-4144-8BCE-FB1143DEC307}" type="pres">
      <dgm:prSet presAssocID="{4C223509-7001-4A50-9238-4EAD0838C0AF}" presName="level3hierChild" presStyleCnt="0"/>
      <dgm:spPr bwMode="auto"/>
    </dgm:pt>
    <dgm:pt modelId="{8E1D9104-3C85-42D3-BBF6-2809BFA39412}" type="pres">
      <dgm:prSet presAssocID="{5CCAAEB8-6D7D-4957-B397-C1377A527B0F}" presName="conn2-1" presStyleLbl="parChTrans1D2" presStyleIdx="4" presStyleCnt="7"/>
      <dgm:spPr bwMode="auto"/>
    </dgm:pt>
    <dgm:pt modelId="{B8FE93AB-482B-4BED-A3E4-220AC37DC049}" type="pres">
      <dgm:prSet presAssocID="{5CCAAEB8-6D7D-4957-B397-C1377A527B0F}" presName="connTx" presStyleLbl="parChTrans1D2" presStyleIdx="4" presStyleCnt="7"/>
      <dgm:spPr bwMode="auto"/>
    </dgm:pt>
    <dgm:pt modelId="{84D5FB15-C78F-4772-9E17-49985474E8DB}" type="pres">
      <dgm:prSet presAssocID="{EADB3683-351B-4392-94C4-BE560BF0F0E9}" presName="root2" presStyleCnt="0"/>
      <dgm:spPr bwMode="auto"/>
    </dgm:pt>
    <dgm:pt modelId="{B48B1C7F-2B4E-4912-B28C-0474CA8F34AE}" type="pres">
      <dgm:prSet presAssocID="{EADB3683-351B-4392-94C4-BE560BF0F0E9}" presName="LevelTwoTextNode" presStyleLbl="node2" presStyleIdx="4" presStyleCnt="7" custScaleX="179935" custScaleY="39826" custLinFactNeighborY="-32985">
        <dgm:presLayoutVars>
          <dgm:chPref val="3"/>
        </dgm:presLayoutVars>
      </dgm:prSet>
      <dgm:spPr bwMode="auto"/>
    </dgm:pt>
    <dgm:pt modelId="{C9E49BCF-FC79-4C58-AC8E-10CB6969C412}" type="pres">
      <dgm:prSet presAssocID="{EADB3683-351B-4392-94C4-BE560BF0F0E9}" presName="level3hierChild" presStyleCnt="0"/>
      <dgm:spPr bwMode="auto"/>
    </dgm:pt>
    <dgm:pt modelId="{6BBA3D1F-7169-4C3D-A41D-673698AFF410}" type="pres">
      <dgm:prSet presAssocID="{4758531D-BCA1-46E4-97FD-756764A3106B}" presName="conn2-1" presStyleLbl="parChTrans1D2" presStyleIdx="5" presStyleCnt="7"/>
      <dgm:spPr bwMode="auto"/>
    </dgm:pt>
    <dgm:pt modelId="{BC417181-3FAC-4E70-A448-EFBAC112E1A0}" type="pres">
      <dgm:prSet presAssocID="{4758531D-BCA1-46E4-97FD-756764A3106B}" presName="connTx" presStyleLbl="parChTrans1D2" presStyleIdx="5" presStyleCnt="7"/>
      <dgm:spPr bwMode="auto"/>
    </dgm:pt>
    <dgm:pt modelId="{C2709CB3-80CD-4F98-B12F-D8D32B987275}" type="pres">
      <dgm:prSet presAssocID="{274EE39E-A7D8-4716-A7CE-D10CE4D61D77}" presName="root2" presStyleCnt="0"/>
      <dgm:spPr bwMode="auto"/>
    </dgm:pt>
    <dgm:pt modelId="{28887700-F01F-4EFF-8A7D-DEAB7A99701D}" type="pres">
      <dgm:prSet presAssocID="{274EE39E-A7D8-4716-A7CE-D10CE4D61D77}" presName="LevelTwoTextNode" presStyleLbl="node2" presStyleIdx="5" presStyleCnt="7" custScaleX="181257" custScaleY="37145" custLinFactNeighborX="-648" custLinFactNeighborY="1296">
        <dgm:presLayoutVars>
          <dgm:chPref val="3"/>
        </dgm:presLayoutVars>
      </dgm:prSet>
      <dgm:spPr bwMode="auto"/>
    </dgm:pt>
    <dgm:pt modelId="{B6630FD4-D424-4090-AF17-FAD808EA9C52}" type="pres">
      <dgm:prSet presAssocID="{274EE39E-A7D8-4716-A7CE-D10CE4D61D77}" presName="level3hierChild" presStyleCnt="0"/>
      <dgm:spPr bwMode="auto"/>
    </dgm:pt>
    <dgm:pt modelId="{BCF0AD44-92B9-4BA1-AE01-36075D163F82}" type="pres">
      <dgm:prSet presAssocID="{00574209-D2D7-4B76-B4CA-5ED2146623A6}" presName="conn2-1" presStyleLbl="parChTrans1D2" presStyleIdx="6" presStyleCnt="7"/>
      <dgm:spPr bwMode="auto"/>
    </dgm:pt>
    <dgm:pt modelId="{598A8033-FBD9-4CE4-B32E-18520FBE4938}" type="pres">
      <dgm:prSet presAssocID="{00574209-D2D7-4B76-B4CA-5ED2146623A6}" presName="connTx" presStyleLbl="parChTrans1D2" presStyleIdx="6" presStyleCnt="7"/>
      <dgm:spPr bwMode="auto"/>
    </dgm:pt>
    <dgm:pt modelId="{9421C581-E426-4681-99DF-A4BFEDDFBFAA}" type="pres">
      <dgm:prSet presAssocID="{D20D1986-BC5C-4532-B124-9DFBBC1A712A}" presName="root2" presStyleCnt="0"/>
      <dgm:spPr bwMode="auto"/>
    </dgm:pt>
    <dgm:pt modelId="{AA0EC7D9-8590-44FB-930A-82F7255A7824}" type="pres">
      <dgm:prSet presAssocID="{D20D1986-BC5C-4532-B124-9DFBBC1A712A}" presName="LevelTwoTextNode" presStyleLbl="node2" presStyleIdx="6" presStyleCnt="7" custScaleX="182081" custScaleY="38255" custLinFactNeighborY="-7778">
        <dgm:presLayoutVars>
          <dgm:chPref val="3"/>
        </dgm:presLayoutVars>
      </dgm:prSet>
      <dgm:spPr bwMode="auto"/>
    </dgm:pt>
    <dgm:pt modelId="{6F4BD0C3-DB11-49F5-AB13-1862B943A875}" type="pres">
      <dgm:prSet presAssocID="{D20D1986-BC5C-4532-B124-9DFBBC1A712A}" presName="level3hierChild" presStyleCnt="0"/>
      <dgm:spPr bwMode="auto"/>
    </dgm:pt>
  </dgm:ptLst>
  <dgm:cxnLst>
    <dgm:cxn modelId="{27FB8206-321D-4CCC-B0E0-AD3F8CCE42E6}" type="presOf" srcId="{D20D1986-BC5C-4532-B124-9DFBBC1A712A}" destId="{AA0EC7D9-8590-44FB-930A-82F7255A7824}" srcOrd="0" destOrd="0" presId="urn:microsoft.com/office/officeart/2005/8/layout/hierarchy2"/>
    <dgm:cxn modelId="{53CECE0C-3037-477E-8664-F054DF70F503}" type="presOf" srcId="{D20BA853-44B8-43B1-8FA2-3CC61F8F063C}" destId="{8F89BE12-3805-4C7E-9E11-93E034D9195D}" srcOrd="0" destOrd="0" presId="urn:microsoft.com/office/officeart/2005/8/layout/hierarchy2"/>
    <dgm:cxn modelId="{57F36B1C-A95D-4822-A97C-B634BD005A99}" type="presOf" srcId="{401D0F69-DD61-4E9F-BC77-FFC20613E5D6}" destId="{7C0BBF61-B73E-4B5A-857A-70B3BEC63459}" srcOrd="0" destOrd="0" presId="urn:microsoft.com/office/officeart/2005/8/layout/hierarchy2"/>
    <dgm:cxn modelId="{2595681E-9171-48A2-89B7-C4C87D64D550}" type="presOf" srcId="{1ED0B97D-5F94-420B-B25F-23ECA70C89AE}" destId="{34F719C7-E4D3-474B-9F7D-2AD693358693}" srcOrd="0" destOrd="0" presId="urn:microsoft.com/office/officeart/2005/8/layout/hierarchy2"/>
    <dgm:cxn modelId="{920A0F28-4247-41F6-9327-3CB37DA22611}" srcId="{D20BA853-44B8-43B1-8FA2-3CC61F8F063C}" destId="{FFA3A1A6-F05E-4A9C-8F31-1955313B7402}" srcOrd="0" destOrd="0" parTransId="{8A0EC55E-09B8-44DA-8FD5-FD76CB4CF9CF}" sibTransId="{70917513-14B4-4526-85FB-F102EF351C08}"/>
    <dgm:cxn modelId="{DE293C29-FE9C-4B98-B7EA-408B28896C30}" type="presOf" srcId="{50AE89FE-0505-43B4-A50A-57D429F5A676}" destId="{BD2818F7-31EB-49C6-8654-D42A3ECE7E77}" srcOrd="1" destOrd="0" presId="urn:microsoft.com/office/officeart/2005/8/layout/hierarchy2"/>
    <dgm:cxn modelId="{968F4F31-484F-41A1-BD03-8F3A6E8FB943}" type="presOf" srcId="{8A0EC55E-09B8-44DA-8FD5-FD76CB4CF9CF}" destId="{A4B27AD9-383D-4376-9963-9306B76072F0}" srcOrd="1" destOrd="0" presId="urn:microsoft.com/office/officeart/2005/8/layout/hierarchy2"/>
    <dgm:cxn modelId="{887DB837-2B8A-4795-BD2B-30752B454CAF}" srcId="{D20BA853-44B8-43B1-8FA2-3CC61F8F063C}" destId="{EB08EFA9-8F75-43DE-A7DF-506AB18D8F6D}" srcOrd="2" destOrd="0" parTransId="{50AE89FE-0505-43B4-A50A-57D429F5A676}" sibTransId="{5E205F77-09BE-4F7A-8A86-522BBB7C23AD}"/>
    <dgm:cxn modelId="{4182C267-722B-43C1-9F05-646A38770664}" type="presOf" srcId="{EADB3683-351B-4392-94C4-BE560BF0F0E9}" destId="{B48B1C7F-2B4E-4912-B28C-0474CA8F34AE}" srcOrd="0" destOrd="0" presId="urn:microsoft.com/office/officeart/2005/8/layout/hierarchy2"/>
    <dgm:cxn modelId="{4F7AE869-FEFE-4A00-B888-0E447DB7E61C}" type="presOf" srcId="{401D0F69-DD61-4E9F-BC77-FFC20613E5D6}" destId="{7F2928B4-2858-4213-B480-6599C6B737C5}" srcOrd="1" destOrd="0" presId="urn:microsoft.com/office/officeart/2005/8/layout/hierarchy2"/>
    <dgm:cxn modelId="{00D9E270-1113-4658-87B2-BC1FA2595DF8}" type="presOf" srcId="{FFA3A1A6-F05E-4A9C-8F31-1955313B7402}" destId="{F70A2979-ABAF-4D1B-BA13-EBB79856511D}" srcOrd="0" destOrd="0" presId="urn:microsoft.com/office/officeart/2005/8/layout/hierarchy2"/>
    <dgm:cxn modelId="{3BDFFB52-2F4A-4CA4-9B7D-32BD55CB66B6}" type="presOf" srcId="{5CCAAEB8-6D7D-4957-B397-C1377A527B0F}" destId="{B8FE93AB-482B-4BED-A3E4-220AC37DC049}" srcOrd="1" destOrd="0" presId="urn:microsoft.com/office/officeart/2005/8/layout/hierarchy2"/>
    <dgm:cxn modelId="{9DC42F74-6B37-4F50-B0EA-56D5BC8C1B0F}" type="presOf" srcId="{50AE89FE-0505-43B4-A50A-57D429F5A676}" destId="{58DDC020-6CC7-4DAD-ADCB-7093C18A5570}" srcOrd="0" destOrd="0" presId="urn:microsoft.com/office/officeart/2005/8/layout/hierarchy2"/>
    <dgm:cxn modelId="{40DB8C76-7A60-4621-93F8-9883D87AF440}" type="presOf" srcId="{1154AD7D-2508-4D17-81F5-292E7FC7D349}" destId="{052E2524-84A6-4366-9F16-6176F3950FAC}" srcOrd="0" destOrd="0" presId="urn:microsoft.com/office/officeart/2005/8/layout/hierarchy2"/>
    <dgm:cxn modelId="{83857178-7542-4FAE-80AD-090E771E963C}" srcId="{1ED0B97D-5F94-420B-B25F-23ECA70C89AE}" destId="{D20BA853-44B8-43B1-8FA2-3CC61F8F063C}" srcOrd="0" destOrd="0" parTransId="{573BEDBA-2B81-4911-BE18-A8EAF96DB735}" sibTransId="{BE761A92-0D4A-4196-8B76-61331AC7D7B6}"/>
    <dgm:cxn modelId="{03B17958-E52F-4DF0-9731-FD0F5AD77B13}" type="presOf" srcId="{5CCAAEB8-6D7D-4957-B397-C1377A527B0F}" destId="{8E1D9104-3C85-42D3-BBF6-2809BFA39412}" srcOrd="0" destOrd="0" presId="urn:microsoft.com/office/officeart/2005/8/layout/hierarchy2"/>
    <dgm:cxn modelId="{6F908D7F-1549-448C-A8A5-BE5C3819FF0D}" type="presOf" srcId="{EB08EFA9-8F75-43DE-A7DF-506AB18D8F6D}" destId="{685E2704-D45D-484C-A605-F30CF3A0BC9C}" srcOrd="0" destOrd="0" presId="urn:microsoft.com/office/officeart/2005/8/layout/hierarchy2"/>
    <dgm:cxn modelId="{65512380-86EC-43CE-AFC1-D28655055CD2}" type="presOf" srcId="{E0F48C92-CEB2-481C-9B59-F166899213E4}" destId="{7C85D59B-937F-4ABB-84F0-FFD8AE043D19}" srcOrd="0" destOrd="0" presId="urn:microsoft.com/office/officeart/2005/8/layout/hierarchy2"/>
    <dgm:cxn modelId="{C65F938A-11BF-40F6-9BD8-3689AF74DFD7}" type="presOf" srcId="{1154AD7D-2508-4D17-81F5-292E7FC7D349}" destId="{83E2DAFD-F5D5-4791-B50E-CE22FF048C00}" srcOrd="1" destOrd="0" presId="urn:microsoft.com/office/officeart/2005/8/layout/hierarchy2"/>
    <dgm:cxn modelId="{657DFF8A-76CE-4A97-8A99-9C36ED907969}" type="presOf" srcId="{8A0EC55E-09B8-44DA-8FD5-FD76CB4CF9CF}" destId="{1ABCA9D1-FEE3-4963-AEE1-AD224E15F66D}" srcOrd="0" destOrd="0" presId="urn:microsoft.com/office/officeart/2005/8/layout/hierarchy2"/>
    <dgm:cxn modelId="{0AFF108C-C8D7-4CA2-8834-50AD0B37D7CC}" type="presOf" srcId="{4758531D-BCA1-46E4-97FD-756764A3106B}" destId="{BC417181-3FAC-4E70-A448-EFBAC112E1A0}" srcOrd="1" destOrd="0" presId="urn:microsoft.com/office/officeart/2005/8/layout/hierarchy2"/>
    <dgm:cxn modelId="{5F0C0B93-7532-4B6C-84EE-09407C48ED62}" srcId="{D20BA853-44B8-43B1-8FA2-3CC61F8F063C}" destId="{E0F48C92-CEB2-481C-9B59-F166899213E4}" srcOrd="1" destOrd="0" parTransId="{1154AD7D-2508-4D17-81F5-292E7FC7D349}" sibTransId="{5D318B8E-42EB-4868-98EA-3E8AE8D13FCE}"/>
    <dgm:cxn modelId="{BC37A795-48EF-434A-8B00-067167D79631}" type="presOf" srcId="{274EE39E-A7D8-4716-A7CE-D10CE4D61D77}" destId="{28887700-F01F-4EFF-8A7D-DEAB7A99701D}" srcOrd="0" destOrd="0" presId="urn:microsoft.com/office/officeart/2005/8/layout/hierarchy2"/>
    <dgm:cxn modelId="{C4C79597-96E3-428F-845F-61280F0792BF}" type="presOf" srcId="{4758531D-BCA1-46E4-97FD-756764A3106B}" destId="{6BBA3D1F-7169-4C3D-A41D-673698AFF410}" srcOrd="0" destOrd="0" presId="urn:microsoft.com/office/officeart/2005/8/layout/hierarchy2"/>
    <dgm:cxn modelId="{7BC39698-13CB-4623-859D-4FC531747711}" type="presOf" srcId="{00574209-D2D7-4B76-B4CA-5ED2146623A6}" destId="{BCF0AD44-92B9-4BA1-AE01-36075D163F82}" srcOrd="0" destOrd="0" presId="urn:microsoft.com/office/officeart/2005/8/layout/hierarchy2"/>
    <dgm:cxn modelId="{850B5DB9-6138-4C14-8847-9E224C4405D1}" srcId="{D20BA853-44B8-43B1-8FA2-3CC61F8F063C}" destId="{D20D1986-BC5C-4532-B124-9DFBBC1A712A}" srcOrd="6" destOrd="0" parTransId="{00574209-D2D7-4B76-B4CA-5ED2146623A6}" sibTransId="{F27D9417-68B1-496C-9994-06556F826F25}"/>
    <dgm:cxn modelId="{CC5332C0-A4C4-4D8D-8A2B-5D3D163AA3D0}" srcId="{D20BA853-44B8-43B1-8FA2-3CC61F8F063C}" destId="{4C223509-7001-4A50-9238-4EAD0838C0AF}" srcOrd="3" destOrd="0" parTransId="{401D0F69-DD61-4E9F-BC77-FFC20613E5D6}" sibTransId="{3DE2B52B-4005-4545-A7BB-77746A17A247}"/>
    <dgm:cxn modelId="{DC5698EA-EDE6-4049-8353-43FCFB224A9B}" srcId="{D20BA853-44B8-43B1-8FA2-3CC61F8F063C}" destId="{274EE39E-A7D8-4716-A7CE-D10CE4D61D77}" srcOrd="5" destOrd="0" parTransId="{4758531D-BCA1-46E4-97FD-756764A3106B}" sibTransId="{EF166F60-5C00-41B5-924A-63DDDDD705D2}"/>
    <dgm:cxn modelId="{3BB182EC-3DB6-4C6D-BC71-97FED3144115}" srcId="{D20BA853-44B8-43B1-8FA2-3CC61F8F063C}" destId="{EADB3683-351B-4392-94C4-BE560BF0F0E9}" srcOrd="4" destOrd="0" parTransId="{5CCAAEB8-6D7D-4957-B397-C1377A527B0F}" sibTransId="{7C94869F-E869-44D8-BC2E-CB200D42EF05}"/>
    <dgm:cxn modelId="{A8D0A3F3-5F50-487C-9A21-C95ED030532A}" type="presOf" srcId="{4C223509-7001-4A50-9238-4EAD0838C0AF}" destId="{B211DF7A-C2F3-41DD-9D7D-A6E4046DB2B0}" srcOrd="0" destOrd="0" presId="urn:microsoft.com/office/officeart/2005/8/layout/hierarchy2"/>
    <dgm:cxn modelId="{284E49F6-1039-46EE-9DB1-0E1DB7B78412}" type="presOf" srcId="{00574209-D2D7-4B76-B4CA-5ED2146623A6}" destId="{598A8033-FBD9-4CE4-B32E-18520FBE4938}" srcOrd="1" destOrd="0" presId="urn:microsoft.com/office/officeart/2005/8/layout/hierarchy2"/>
    <dgm:cxn modelId="{AE88195C-2BD3-4568-A11B-B0C8795D4653}" type="presParOf" srcId="{34F719C7-E4D3-474B-9F7D-2AD693358693}" destId="{DA768584-4B58-49CA-8AC0-99E14769A2C5}" srcOrd="0" destOrd="0" presId="urn:microsoft.com/office/officeart/2005/8/layout/hierarchy2"/>
    <dgm:cxn modelId="{E609F08C-7E48-40E2-847C-93EEABA8AC00}" type="presParOf" srcId="{DA768584-4B58-49CA-8AC0-99E14769A2C5}" destId="{8F89BE12-3805-4C7E-9E11-93E034D9195D}" srcOrd="0" destOrd="0" presId="urn:microsoft.com/office/officeart/2005/8/layout/hierarchy2"/>
    <dgm:cxn modelId="{4296BD2F-A587-4DAF-B794-CB5A685DC07E}" type="presParOf" srcId="{DA768584-4B58-49CA-8AC0-99E14769A2C5}" destId="{8AD45833-C41C-433F-B5D6-C8BEA9E73FB7}" srcOrd="1" destOrd="0" presId="urn:microsoft.com/office/officeart/2005/8/layout/hierarchy2"/>
    <dgm:cxn modelId="{06DA412E-EBB7-46D9-99E0-C8FCB64DAAD4}" type="presParOf" srcId="{8AD45833-C41C-433F-B5D6-C8BEA9E73FB7}" destId="{1ABCA9D1-FEE3-4963-AEE1-AD224E15F66D}" srcOrd="0" destOrd="0" presId="urn:microsoft.com/office/officeart/2005/8/layout/hierarchy2"/>
    <dgm:cxn modelId="{693FCCD6-498F-447E-BEB3-B490F0844ACA}" type="presParOf" srcId="{1ABCA9D1-FEE3-4963-AEE1-AD224E15F66D}" destId="{A4B27AD9-383D-4376-9963-9306B76072F0}" srcOrd="0" destOrd="0" presId="urn:microsoft.com/office/officeart/2005/8/layout/hierarchy2"/>
    <dgm:cxn modelId="{A105CD0E-EAAC-4043-BAA9-0CF397E86060}" type="presParOf" srcId="{8AD45833-C41C-433F-B5D6-C8BEA9E73FB7}" destId="{91F319B2-F1FC-4721-844C-EFAF1454F9E9}" srcOrd="1" destOrd="0" presId="urn:microsoft.com/office/officeart/2005/8/layout/hierarchy2"/>
    <dgm:cxn modelId="{64FF6A8F-9690-4E7F-8A2C-3FF042DBD402}" type="presParOf" srcId="{91F319B2-F1FC-4721-844C-EFAF1454F9E9}" destId="{F70A2979-ABAF-4D1B-BA13-EBB79856511D}" srcOrd="0" destOrd="0" presId="urn:microsoft.com/office/officeart/2005/8/layout/hierarchy2"/>
    <dgm:cxn modelId="{7929E917-D767-4A11-8E11-4D8E16FEE8D5}" type="presParOf" srcId="{91F319B2-F1FC-4721-844C-EFAF1454F9E9}" destId="{BFCAC1FB-A342-4C1E-95EB-CE76A9B521E3}" srcOrd="1" destOrd="0" presId="urn:microsoft.com/office/officeart/2005/8/layout/hierarchy2"/>
    <dgm:cxn modelId="{3A460741-3692-4BE3-A824-62B844890978}" type="presParOf" srcId="{8AD45833-C41C-433F-B5D6-C8BEA9E73FB7}" destId="{052E2524-84A6-4366-9F16-6176F3950FAC}" srcOrd="2" destOrd="0" presId="urn:microsoft.com/office/officeart/2005/8/layout/hierarchy2"/>
    <dgm:cxn modelId="{ECC1E0E3-6CD7-4FCE-AF95-2B818F2457E1}" type="presParOf" srcId="{052E2524-84A6-4366-9F16-6176F3950FAC}" destId="{83E2DAFD-F5D5-4791-B50E-CE22FF048C00}" srcOrd="0" destOrd="0" presId="urn:microsoft.com/office/officeart/2005/8/layout/hierarchy2"/>
    <dgm:cxn modelId="{C5DF9E51-6A18-4F6C-A00C-860DD2D3AFDF}" type="presParOf" srcId="{8AD45833-C41C-433F-B5D6-C8BEA9E73FB7}" destId="{3372C1FB-432B-49C6-83B3-5DE7B9451A6E}" srcOrd="3" destOrd="0" presId="urn:microsoft.com/office/officeart/2005/8/layout/hierarchy2"/>
    <dgm:cxn modelId="{30148C12-D12E-4D18-92E1-1F7ABDE91875}" type="presParOf" srcId="{3372C1FB-432B-49C6-83B3-5DE7B9451A6E}" destId="{7C85D59B-937F-4ABB-84F0-FFD8AE043D19}" srcOrd="0" destOrd="0" presId="urn:microsoft.com/office/officeart/2005/8/layout/hierarchy2"/>
    <dgm:cxn modelId="{F75AC7A8-57FA-4E35-BD84-DA7B18882865}" type="presParOf" srcId="{3372C1FB-432B-49C6-83B3-5DE7B9451A6E}" destId="{CF1383E7-4913-43F9-A3D2-CF791A122C5B}" srcOrd="1" destOrd="0" presId="urn:microsoft.com/office/officeart/2005/8/layout/hierarchy2"/>
    <dgm:cxn modelId="{6A1F341B-DFB9-4AB6-8D21-0E6EE664E8A3}" type="presParOf" srcId="{8AD45833-C41C-433F-B5D6-C8BEA9E73FB7}" destId="{58DDC020-6CC7-4DAD-ADCB-7093C18A5570}" srcOrd="4" destOrd="0" presId="urn:microsoft.com/office/officeart/2005/8/layout/hierarchy2"/>
    <dgm:cxn modelId="{27CC20C8-9DF3-44D5-B36E-D8F9C1011120}" type="presParOf" srcId="{58DDC020-6CC7-4DAD-ADCB-7093C18A5570}" destId="{BD2818F7-31EB-49C6-8654-D42A3ECE7E77}" srcOrd="0" destOrd="0" presId="urn:microsoft.com/office/officeart/2005/8/layout/hierarchy2"/>
    <dgm:cxn modelId="{526462F0-F0C7-48C4-BBB5-50CD0EB49AD0}" type="presParOf" srcId="{8AD45833-C41C-433F-B5D6-C8BEA9E73FB7}" destId="{C1630526-AFAE-417A-A3A5-AD262844658B}" srcOrd="5" destOrd="0" presId="urn:microsoft.com/office/officeart/2005/8/layout/hierarchy2"/>
    <dgm:cxn modelId="{405A1EC3-5F7B-4A95-9241-21B7AD129373}" type="presParOf" srcId="{C1630526-AFAE-417A-A3A5-AD262844658B}" destId="{685E2704-D45D-484C-A605-F30CF3A0BC9C}" srcOrd="0" destOrd="0" presId="urn:microsoft.com/office/officeart/2005/8/layout/hierarchy2"/>
    <dgm:cxn modelId="{2DCC282C-1B8A-4CED-8F4B-F048932B3223}" type="presParOf" srcId="{C1630526-AFAE-417A-A3A5-AD262844658B}" destId="{74598B79-3A1E-470F-9D97-085AD03011DF}" srcOrd="1" destOrd="0" presId="urn:microsoft.com/office/officeart/2005/8/layout/hierarchy2"/>
    <dgm:cxn modelId="{D99256CC-AF7A-4CE4-AC72-0B4C53E61904}" type="presParOf" srcId="{8AD45833-C41C-433F-B5D6-C8BEA9E73FB7}" destId="{7C0BBF61-B73E-4B5A-857A-70B3BEC63459}" srcOrd="6" destOrd="0" presId="urn:microsoft.com/office/officeart/2005/8/layout/hierarchy2"/>
    <dgm:cxn modelId="{F648A6DE-4C0E-4813-941B-8B38482CDDCE}" type="presParOf" srcId="{7C0BBF61-B73E-4B5A-857A-70B3BEC63459}" destId="{7F2928B4-2858-4213-B480-6599C6B737C5}" srcOrd="0" destOrd="0" presId="urn:microsoft.com/office/officeart/2005/8/layout/hierarchy2"/>
    <dgm:cxn modelId="{854C4D8B-55CD-4A09-8168-8114AC54B597}" type="presParOf" srcId="{8AD45833-C41C-433F-B5D6-C8BEA9E73FB7}" destId="{F9AEBBE1-2913-48D7-8EAE-744A99DEC7C6}" srcOrd="7" destOrd="0" presId="urn:microsoft.com/office/officeart/2005/8/layout/hierarchy2"/>
    <dgm:cxn modelId="{E0AAABA7-0494-4BAD-920C-5215FDA3C3A1}" type="presParOf" srcId="{F9AEBBE1-2913-48D7-8EAE-744A99DEC7C6}" destId="{B211DF7A-C2F3-41DD-9D7D-A6E4046DB2B0}" srcOrd="0" destOrd="0" presId="urn:microsoft.com/office/officeart/2005/8/layout/hierarchy2"/>
    <dgm:cxn modelId="{207FF9C9-D992-4539-AE49-452FAE007B4D}" type="presParOf" srcId="{F9AEBBE1-2913-48D7-8EAE-744A99DEC7C6}" destId="{E7644F7C-1617-4144-8BCE-FB1143DEC307}" srcOrd="1" destOrd="0" presId="urn:microsoft.com/office/officeart/2005/8/layout/hierarchy2"/>
    <dgm:cxn modelId="{5351524C-7CD7-41D1-8784-0C837ABAEC61}" type="presParOf" srcId="{8AD45833-C41C-433F-B5D6-C8BEA9E73FB7}" destId="{8E1D9104-3C85-42D3-BBF6-2809BFA39412}" srcOrd="8" destOrd="0" presId="urn:microsoft.com/office/officeart/2005/8/layout/hierarchy2"/>
    <dgm:cxn modelId="{D4903CD7-EDFF-426B-964D-B99ABC0576BA}" type="presParOf" srcId="{8E1D9104-3C85-42D3-BBF6-2809BFA39412}" destId="{B8FE93AB-482B-4BED-A3E4-220AC37DC049}" srcOrd="0" destOrd="0" presId="urn:microsoft.com/office/officeart/2005/8/layout/hierarchy2"/>
    <dgm:cxn modelId="{CA7B459F-C1D4-43AA-9293-72C6E4CE2284}" type="presParOf" srcId="{8AD45833-C41C-433F-B5D6-C8BEA9E73FB7}" destId="{84D5FB15-C78F-4772-9E17-49985474E8DB}" srcOrd="9" destOrd="0" presId="urn:microsoft.com/office/officeart/2005/8/layout/hierarchy2"/>
    <dgm:cxn modelId="{8B0432C4-1A9B-4209-A0C3-5557C7A2E2DE}" type="presParOf" srcId="{84D5FB15-C78F-4772-9E17-49985474E8DB}" destId="{B48B1C7F-2B4E-4912-B28C-0474CA8F34AE}" srcOrd="0" destOrd="0" presId="urn:microsoft.com/office/officeart/2005/8/layout/hierarchy2"/>
    <dgm:cxn modelId="{85B779A5-031F-4AC3-A4E3-356162C81DA6}" type="presParOf" srcId="{84D5FB15-C78F-4772-9E17-49985474E8DB}" destId="{C9E49BCF-FC79-4C58-AC8E-10CB6969C412}" srcOrd="1" destOrd="0" presId="urn:microsoft.com/office/officeart/2005/8/layout/hierarchy2"/>
    <dgm:cxn modelId="{956AE1FD-C3FC-46AD-9F35-45E812AE7141}" type="presParOf" srcId="{8AD45833-C41C-433F-B5D6-C8BEA9E73FB7}" destId="{6BBA3D1F-7169-4C3D-A41D-673698AFF410}" srcOrd="10" destOrd="0" presId="urn:microsoft.com/office/officeart/2005/8/layout/hierarchy2"/>
    <dgm:cxn modelId="{A31395FB-EB64-44BC-982E-07C39C0015BC}" type="presParOf" srcId="{6BBA3D1F-7169-4C3D-A41D-673698AFF410}" destId="{BC417181-3FAC-4E70-A448-EFBAC112E1A0}" srcOrd="0" destOrd="0" presId="urn:microsoft.com/office/officeart/2005/8/layout/hierarchy2"/>
    <dgm:cxn modelId="{4E3F73D8-4D10-426D-A90B-9A4781F87C45}" type="presParOf" srcId="{8AD45833-C41C-433F-B5D6-C8BEA9E73FB7}" destId="{C2709CB3-80CD-4F98-B12F-D8D32B987275}" srcOrd="11" destOrd="0" presId="urn:microsoft.com/office/officeart/2005/8/layout/hierarchy2"/>
    <dgm:cxn modelId="{770FFF7B-39D8-400E-8E55-76BDA4E060CB}" type="presParOf" srcId="{C2709CB3-80CD-4F98-B12F-D8D32B987275}" destId="{28887700-F01F-4EFF-8A7D-DEAB7A99701D}" srcOrd="0" destOrd="0" presId="urn:microsoft.com/office/officeart/2005/8/layout/hierarchy2"/>
    <dgm:cxn modelId="{D2532BB0-0D7C-4E16-B5B3-467B7BACAD16}" type="presParOf" srcId="{C2709CB3-80CD-4F98-B12F-D8D32B987275}" destId="{B6630FD4-D424-4090-AF17-FAD808EA9C52}" srcOrd="1" destOrd="0" presId="urn:microsoft.com/office/officeart/2005/8/layout/hierarchy2"/>
    <dgm:cxn modelId="{973C949B-F469-4894-B244-5D74C98ACFCE}" type="presParOf" srcId="{8AD45833-C41C-433F-B5D6-C8BEA9E73FB7}" destId="{BCF0AD44-92B9-4BA1-AE01-36075D163F82}" srcOrd="12" destOrd="0" presId="urn:microsoft.com/office/officeart/2005/8/layout/hierarchy2"/>
    <dgm:cxn modelId="{1DD9CB72-F344-4413-9C2D-B69B4824F7D5}" type="presParOf" srcId="{BCF0AD44-92B9-4BA1-AE01-36075D163F82}" destId="{598A8033-FBD9-4CE4-B32E-18520FBE4938}" srcOrd="0" destOrd="0" presId="urn:microsoft.com/office/officeart/2005/8/layout/hierarchy2"/>
    <dgm:cxn modelId="{64C5A7AC-FC25-458C-B364-383B528EF71B}" type="presParOf" srcId="{8AD45833-C41C-433F-B5D6-C8BEA9E73FB7}" destId="{9421C581-E426-4681-99DF-A4BFEDDFBFAA}" srcOrd="13" destOrd="0" presId="urn:microsoft.com/office/officeart/2005/8/layout/hierarchy2"/>
    <dgm:cxn modelId="{6324DC5B-6371-4ECB-B1AB-F028AD5B8855}" type="presParOf" srcId="{9421C581-E426-4681-99DF-A4BFEDDFBFAA}" destId="{AA0EC7D9-8590-44FB-930A-82F7255A7824}" srcOrd="0" destOrd="0" presId="urn:microsoft.com/office/officeart/2005/8/layout/hierarchy2"/>
    <dgm:cxn modelId="{F810BC4F-0BD1-4520-9D34-13AB0BA3BBD3}" type="presParOf" srcId="{9421C581-E426-4681-99DF-A4BFEDDFBFAA}" destId="{6F4BD0C3-DB11-49F5-AB13-1862B943A875}"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769369"/>
          <a:ext cx="3760881" cy="5428230"/>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b="1" kern="1200" dirty="0"/>
            <a:t>Superlatives</a:t>
          </a:r>
          <a:br>
            <a:rPr lang="en-US" sz="2400" b="1" kern="1200" dirty="0"/>
          </a:br>
          <a:r>
            <a:rPr lang="en-US" sz="2400" b="1" kern="1200" dirty="0"/>
            <a:t> </a:t>
          </a:r>
          <a:r>
            <a:rPr lang="en-US" sz="2400" kern="1200" dirty="0"/>
            <a:t>(Artificially convey the impression of importance. </a:t>
          </a:r>
          <a:br>
            <a:rPr lang="en-US" sz="2400" kern="1200" dirty="0"/>
          </a:br>
          <a:r>
            <a:rPr lang="en-US" sz="2400" kern="1200" dirty="0"/>
            <a:t> </a:t>
          </a:r>
          <a:br>
            <a:rPr lang="en-US" sz="2400" kern="1200" dirty="0"/>
          </a:br>
          <a:r>
            <a:rPr lang="en-US" sz="2400" kern="1200" dirty="0"/>
            <a:t> Instead, make superlatives unnecessary by describing meanings explicitly)</a:t>
          </a:r>
          <a:endParaRPr sz="2400" kern="1200" dirty="0"/>
        </a:p>
      </dsp:txBody>
      <dsp:txXfrm>
        <a:off x="110152" y="879521"/>
        <a:ext cx="3540577" cy="5207926"/>
      </dsp:txXfrm>
    </dsp:sp>
    <dsp:sp modelId="{1ABCA9D1-FEE3-4963-AEE1-AD224E15F66D}">
      <dsp:nvSpPr>
        <dsp:cNvPr id="0" name=""/>
        <dsp:cNvSpPr/>
      </dsp:nvSpPr>
      <dsp:spPr bwMode="auto">
        <a:xfrm rot="18370432">
          <a:off x="3267413" y="2484049"/>
          <a:ext cx="2408554" cy="54614"/>
        </a:xfrm>
        <a:custGeom>
          <a:avLst/>
          <a:gdLst/>
          <a:ahLst/>
          <a:cxnLst/>
          <a:rect l="0" t="0" r="0" b="0"/>
          <a:pathLst>
            <a:path>
              <a:moveTo>
                <a:pt x="0" y="27307"/>
              </a:moveTo>
              <a:lnTo>
                <a:pt x="2408554"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defRPr/>
          </a:pPr>
          <a:endParaRPr lang="de-DE" sz="900" kern="1200"/>
        </a:p>
      </dsp:txBody>
      <dsp:txXfrm>
        <a:off x="4411477" y="2451142"/>
        <a:ext cx="120427" cy="120427"/>
      </dsp:txXfrm>
    </dsp:sp>
    <dsp:sp modelId="{F70A2979-ABAF-4D1B-BA13-EBB79856511D}">
      <dsp:nvSpPr>
        <dsp:cNvPr id="0" name=""/>
        <dsp:cNvSpPr/>
      </dsp:nvSpPr>
      <dsp:spPr bwMode="auto">
        <a:xfrm>
          <a:off x="5182500" y="1043412"/>
          <a:ext cx="6872296" cy="991631"/>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"These are the clearest indicators of that."</a:t>
          </a:r>
          <a:endParaRPr sz="2400" kern="1200" dirty="0"/>
        </a:p>
      </dsp:txBody>
      <dsp:txXfrm>
        <a:off x="5211544" y="1072456"/>
        <a:ext cx="6814208" cy="933543"/>
      </dsp:txXfrm>
    </dsp:sp>
    <dsp:sp modelId="{052E2524-84A6-4366-9F16-6176F3950FAC}">
      <dsp:nvSpPr>
        <dsp:cNvPr id="0" name=""/>
        <dsp:cNvSpPr/>
      </dsp:nvSpPr>
      <dsp:spPr bwMode="auto">
        <a:xfrm rot="20492691">
          <a:off x="3720280" y="3206260"/>
          <a:ext cx="1578941" cy="54614"/>
        </a:xfrm>
        <a:custGeom>
          <a:avLst/>
          <a:gdLst/>
          <a:ahLst/>
          <a:cxnLst/>
          <a:rect l="0" t="0" r="0" b="0"/>
          <a:pathLst>
            <a:path>
              <a:moveTo>
                <a:pt x="0" y="27307"/>
              </a:moveTo>
              <a:lnTo>
                <a:pt x="1578941"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4470277" y="3194094"/>
        <a:ext cx="78947" cy="78947"/>
      </dsp:txXfrm>
    </dsp:sp>
    <dsp:sp modelId="{7C85D59B-937F-4ABB-84F0-FFD8AE043D19}">
      <dsp:nvSpPr>
        <dsp:cNvPr id="0" name=""/>
        <dsp:cNvSpPr/>
      </dsp:nvSpPr>
      <dsp:spPr bwMode="auto">
        <a:xfrm>
          <a:off x="5258620" y="2511228"/>
          <a:ext cx="6873123" cy="944846"/>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de-DE" sz="2400" kern="1200" dirty="0"/>
            <a:t>"An </a:t>
          </a:r>
          <a:r>
            <a:rPr lang="de-DE" sz="2400" kern="1200" dirty="0" err="1"/>
            <a:t>incredibly</a:t>
          </a:r>
          <a:r>
            <a:rPr lang="de-DE" sz="2400" kern="1200" dirty="0"/>
            <a:t> </a:t>
          </a:r>
          <a:r>
            <a:rPr lang="de-DE" sz="2400" kern="1200" dirty="0" err="1"/>
            <a:t>wrong</a:t>
          </a:r>
          <a:r>
            <a:rPr lang="de-DE" sz="2400" kern="1200" dirty="0"/>
            <a:t> </a:t>
          </a:r>
          <a:r>
            <a:rPr lang="de-DE" sz="2400" kern="1200" dirty="0" err="1"/>
            <a:t>approach</a:t>
          </a:r>
          <a:r>
            <a:rPr lang="de-DE" sz="2400" kern="1200" dirty="0"/>
            <a:t>"</a:t>
          </a:r>
          <a:endParaRPr sz="2400" kern="1200" dirty="0"/>
        </a:p>
      </dsp:txBody>
      <dsp:txXfrm>
        <a:off x="5286294" y="2538902"/>
        <a:ext cx="6817775" cy="889498"/>
      </dsp:txXfrm>
    </dsp:sp>
    <dsp:sp modelId="{58DDC020-6CC7-4DAD-ADCB-7093C18A5570}">
      <dsp:nvSpPr>
        <dsp:cNvPr id="0" name=""/>
        <dsp:cNvSpPr/>
      </dsp:nvSpPr>
      <dsp:spPr bwMode="auto">
        <a:xfrm rot="1258220">
          <a:off x="3710462" y="3728609"/>
          <a:ext cx="1522457" cy="54614"/>
        </a:xfrm>
        <a:custGeom>
          <a:avLst/>
          <a:gdLst/>
          <a:ahLst/>
          <a:cxnLst/>
          <a:rect l="0" t="0" r="0" b="0"/>
          <a:pathLst>
            <a:path>
              <a:moveTo>
                <a:pt x="0" y="27307"/>
              </a:moveTo>
              <a:lnTo>
                <a:pt x="1522457"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33629" y="3717855"/>
        <a:ext cx="76122" cy="76122"/>
      </dsp:txXfrm>
    </dsp:sp>
    <dsp:sp modelId="{685E2704-D45D-484C-A605-F30CF3A0BC9C}">
      <dsp:nvSpPr>
        <dsp:cNvPr id="0" name=""/>
        <dsp:cNvSpPr/>
      </dsp:nvSpPr>
      <dsp:spPr bwMode="auto">
        <a:xfrm>
          <a:off x="5182500" y="3631688"/>
          <a:ext cx="6900653" cy="793320"/>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"This is surely the most optimal alternative"</a:t>
          </a:r>
          <a:endParaRPr sz="2400" kern="1200" dirty="0"/>
        </a:p>
      </dsp:txBody>
      <dsp:txXfrm>
        <a:off x="5205736" y="3654924"/>
        <a:ext cx="6854181" cy="746848"/>
      </dsp:txXfrm>
    </dsp:sp>
    <dsp:sp modelId="{7C0BBF61-B73E-4B5A-857A-70B3BEC63459}">
      <dsp:nvSpPr>
        <dsp:cNvPr id="0" name=""/>
        <dsp:cNvSpPr/>
      </dsp:nvSpPr>
      <dsp:spPr bwMode="auto">
        <a:xfrm rot="3183878">
          <a:off x="3288809" y="4401670"/>
          <a:ext cx="2365762" cy="54614"/>
        </a:xfrm>
        <a:custGeom>
          <a:avLst/>
          <a:gdLst/>
          <a:ahLst/>
          <a:cxnLst/>
          <a:rect l="0" t="0" r="0" b="0"/>
          <a:pathLst>
            <a:path>
              <a:moveTo>
                <a:pt x="0" y="27307"/>
              </a:moveTo>
              <a:lnTo>
                <a:pt x="2365762" y="273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defRPr/>
          </a:pPr>
          <a:endParaRPr lang="de-DE" sz="900" kern="1200"/>
        </a:p>
      </dsp:txBody>
      <dsp:txXfrm>
        <a:off x="4412547" y="4369834"/>
        <a:ext cx="118288" cy="118288"/>
      </dsp:txXfrm>
    </dsp:sp>
    <dsp:sp modelId="{B211DF7A-C2F3-41DD-9D7D-A6E4046DB2B0}">
      <dsp:nvSpPr>
        <dsp:cNvPr id="0" name=""/>
        <dsp:cNvSpPr/>
      </dsp:nvSpPr>
      <dsp:spPr bwMode="auto">
        <a:xfrm>
          <a:off x="5182500" y="4855159"/>
          <a:ext cx="6897682" cy="1038623"/>
        </a:xfrm>
        <a:prstGeom prst="roundRect">
          <a:avLst>
            <a:gd name="adj" fmla="val 10000"/>
          </a:avLst>
        </a:prstGeom>
        <a:solidFill>
          <a:schemeClr val="accent4"/>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kern="1200" dirty="0"/>
            <a:t>"Which therefore turns out to be the only correct model</a:t>
          </a:r>
          <a:r>
            <a:rPr lang="en-US" sz="3400" kern="1200" dirty="0"/>
            <a:t>.”</a:t>
          </a:r>
          <a:endParaRPr sz="3400" kern="1200" dirty="0"/>
        </a:p>
      </dsp:txBody>
      <dsp:txXfrm>
        <a:off x="5212920" y="4885579"/>
        <a:ext cx="6836842" cy="9777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072738"/>
          <a:ext cx="3761872" cy="542966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b="1" kern="1200" dirty="0" err="1"/>
            <a:t>Dubious</a:t>
          </a:r>
          <a:r>
            <a:rPr lang="de-DE" sz="2800" b="1" kern="1200" dirty="0"/>
            <a:t> </a:t>
          </a:r>
          <a:r>
            <a:rPr lang="de-DE" sz="2800" b="1" kern="1200" dirty="0" err="1"/>
            <a:t>phrases</a:t>
          </a:r>
          <a:r>
            <a:rPr lang="de-DE" sz="2800" b="1" kern="1200" dirty="0"/>
            <a:t> </a:t>
          </a:r>
          <a:endParaRPr lang="de-DE" sz="2800" kern="1200" dirty="0"/>
        </a:p>
        <a:p>
          <a:pPr marL="0" lvl="0" indent="0" algn="ctr" defTabSz="1244600">
            <a:lnSpc>
              <a:spcPct val="90000"/>
            </a:lnSpc>
            <a:spcBef>
              <a:spcPct val="0"/>
            </a:spcBef>
            <a:spcAft>
              <a:spcPct val="35000"/>
            </a:spcAft>
            <a:buFont typeface="Arial" panose="020B0604020202020204" pitchFamily="34" charset="0"/>
            <a:buNone/>
          </a:pPr>
          <a:r>
            <a:rPr lang="en-US" sz="2800" kern="1200" dirty="0"/>
            <a:t>(do not offer correct explanations or connections)</a:t>
          </a:r>
          <a:endParaRPr sz="2800" kern="1200" dirty="0"/>
        </a:p>
      </dsp:txBody>
      <dsp:txXfrm>
        <a:off x="110181" y="1182919"/>
        <a:ext cx="3541510" cy="5209299"/>
      </dsp:txXfrm>
    </dsp:sp>
    <dsp:sp modelId="{1ABCA9D1-FEE3-4963-AEE1-AD224E15F66D}">
      <dsp:nvSpPr>
        <dsp:cNvPr id="0" name=""/>
        <dsp:cNvSpPr/>
      </dsp:nvSpPr>
      <dsp:spPr bwMode="auto">
        <a:xfrm rot="19037308">
          <a:off x="3505646" y="3106235"/>
          <a:ext cx="1932162" cy="52068"/>
        </a:xfrm>
        <a:custGeom>
          <a:avLst/>
          <a:gdLst/>
          <a:ahLst/>
          <a:cxnLst/>
          <a:rect l="0" t="0" r="0" b="0"/>
          <a:pathLst>
            <a:path>
              <a:moveTo>
                <a:pt x="0" y="26034"/>
              </a:moveTo>
              <a:lnTo>
                <a:pt x="1932162"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4423423" y="3083965"/>
        <a:ext cx="96608" cy="96608"/>
      </dsp:txXfrm>
    </dsp:sp>
    <dsp:sp modelId="{F70A2979-ABAF-4D1B-BA13-EBB79856511D}">
      <dsp:nvSpPr>
        <dsp:cNvPr id="0" name=""/>
        <dsp:cNvSpPr/>
      </dsp:nvSpPr>
      <dsp:spPr bwMode="auto">
        <a:xfrm>
          <a:off x="5181582" y="1981022"/>
          <a:ext cx="6874107" cy="99189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"...that’s what they say"</a:t>
          </a:r>
          <a:endParaRPr sz="2800" kern="1200" dirty="0"/>
        </a:p>
      </dsp:txBody>
      <dsp:txXfrm>
        <a:off x="5210634" y="2010074"/>
        <a:ext cx="6816003" cy="933788"/>
      </dsp:txXfrm>
    </dsp:sp>
    <dsp:sp modelId="{052E2524-84A6-4366-9F16-6176F3950FAC}">
      <dsp:nvSpPr>
        <dsp:cNvPr id="0" name=""/>
        <dsp:cNvSpPr/>
      </dsp:nvSpPr>
      <dsp:spPr bwMode="auto">
        <a:xfrm rot="414240">
          <a:off x="3756409" y="3852101"/>
          <a:ext cx="1506851" cy="52068"/>
        </a:xfrm>
        <a:custGeom>
          <a:avLst/>
          <a:gdLst/>
          <a:ahLst/>
          <a:cxnLst/>
          <a:rect l="0" t="0" r="0" b="0"/>
          <a:pathLst>
            <a:path>
              <a:moveTo>
                <a:pt x="0" y="26034"/>
              </a:moveTo>
              <a:lnTo>
                <a:pt x="1506851"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72164" y="3840464"/>
        <a:ext cx="75342" cy="75342"/>
      </dsp:txXfrm>
    </dsp:sp>
    <dsp:sp modelId="{7C85D59B-937F-4ABB-84F0-FFD8AE043D19}">
      <dsp:nvSpPr>
        <dsp:cNvPr id="0" name=""/>
        <dsp:cNvSpPr/>
      </dsp:nvSpPr>
      <dsp:spPr bwMode="auto">
        <a:xfrm>
          <a:off x="5257798" y="3496154"/>
          <a:ext cx="6874935" cy="94509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"I suppose </a:t>
          </a:r>
          <a:r>
            <a:rPr lang="en-US" sz="2800" kern="1200" dirty="0" err="1"/>
            <a:t>it&amp;apos;s</a:t>
          </a:r>
          <a:r>
            <a:rPr lang="en-US" sz="2800" kern="1200" dirty="0"/>
            <a:t> logical that ..."</a:t>
          </a:r>
          <a:endParaRPr sz="2800" kern="1200" dirty="0"/>
        </a:p>
      </dsp:txBody>
      <dsp:txXfrm>
        <a:off x="5285479" y="3523835"/>
        <a:ext cx="6819573" cy="889733"/>
      </dsp:txXfrm>
    </dsp:sp>
    <dsp:sp modelId="{58DDC020-6CC7-4DAD-ADCB-7093C18A5570}">
      <dsp:nvSpPr>
        <dsp:cNvPr id="0" name=""/>
        <dsp:cNvSpPr/>
      </dsp:nvSpPr>
      <dsp:spPr bwMode="auto">
        <a:xfrm rot="2810283">
          <a:off x="3434023" y="4518460"/>
          <a:ext cx="2075408" cy="52068"/>
        </a:xfrm>
        <a:custGeom>
          <a:avLst/>
          <a:gdLst/>
          <a:ahLst/>
          <a:cxnLst/>
          <a:rect l="0" t="0" r="0" b="0"/>
          <a:pathLst>
            <a:path>
              <a:moveTo>
                <a:pt x="0" y="26034"/>
              </a:moveTo>
              <a:lnTo>
                <a:pt x="2075408" y="26034"/>
              </a:lnTo>
            </a:path>
          </a:pathLst>
        </a:custGeom>
        <a:noFill/>
        <a:ln w="19050" cap="flat" cmpd="sng" algn="ctr">
          <a:solidFill>
            <a:schemeClr val="accent2">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4419842" y="4492609"/>
        <a:ext cx="103770" cy="103770"/>
      </dsp:txXfrm>
    </dsp:sp>
    <dsp:sp modelId="{685E2704-D45D-484C-A605-F30CF3A0BC9C}">
      <dsp:nvSpPr>
        <dsp:cNvPr id="0" name=""/>
        <dsp:cNvSpPr/>
      </dsp:nvSpPr>
      <dsp:spPr bwMode="auto">
        <a:xfrm>
          <a:off x="5181582" y="4850127"/>
          <a:ext cx="6902472" cy="902586"/>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kern="1200" dirty="0"/>
            <a:t>"it goes without saying that..."</a:t>
          </a:r>
          <a:endParaRPr sz="2800" kern="1200" dirty="0"/>
        </a:p>
      </dsp:txBody>
      <dsp:txXfrm>
        <a:off x="5208018" y="4876563"/>
        <a:ext cx="6849600" cy="8497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596811"/>
          <a:ext cx="4372691" cy="5028548"/>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100000"/>
            </a:lnSpc>
            <a:spcBef>
              <a:spcPct val="0"/>
            </a:spcBef>
            <a:spcAft>
              <a:spcPct val="35000"/>
            </a:spcAft>
            <a:buNone/>
            <a:defRPr/>
          </a:pPr>
          <a:r>
            <a:rPr lang="en-US" sz="2800" b="1" kern="1200" dirty="0"/>
            <a:t>Artificial exaggerations</a:t>
          </a:r>
          <a:br>
            <a:rPr lang="en-US" sz="2800" b="1" kern="1200" dirty="0"/>
          </a:br>
          <a:r>
            <a:rPr lang="en-US" sz="2800" b="1" kern="1200" dirty="0"/>
            <a:t> </a:t>
          </a:r>
          <a:r>
            <a:rPr lang="en-US" sz="2800" kern="1200" dirty="0"/>
            <a:t>(Again: artificially conveying the </a:t>
          </a:r>
        </a:p>
        <a:p>
          <a:pPr marL="0" lvl="0" indent="0" algn="ctr" defTabSz="1244600">
            <a:lnSpc>
              <a:spcPct val="100000"/>
            </a:lnSpc>
            <a:spcBef>
              <a:spcPct val="0"/>
            </a:spcBef>
            <a:spcAft>
              <a:spcPct val="35000"/>
            </a:spcAft>
            <a:buNone/>
            <a:defRPr/>
          </a:pPr>
          <a:r>
            <a:rPr lang="en-US" sz="2800" kern="1200" dirty="0"/>
            <a:t>impression of importance. </a:t>
          </a:r>
          <a:br>
            <a:rPr lang="en-US" sz="2800" kern="1200" dirty="0"/>
          </a:br>
          <a:r>
            <a:rPr lang="en-US" sz="2800" kern="1200" dirty="0"/>
            <a:t> It is better to describe </a:t>
          </a:r>
        </a:p>
        <a:p>
          <a:pPr marL="0" lvl="0" indent="0" algn="ctr" defTabSz="1244600">
            <a:lnSpc>
              <a:spcPct val="100000"/>
            </a:lnSpc>
            <a:spcBef>
              <a:spcPct val="0"/>
            </a:spcBef>
            <a:spcAft>
              <a:spcPct val="35000"/>
            </a:spcAft>
            <a:buNone/>
            <a:defRPr/>
          </a:pPr>
          <a:r>
            <a:rPr lang="en-US" sz="2800" kern="1200" dirty="0"/>
            <a:t>the particular situation </a:t>
          </a:r>
        </a:p>
        <a:p>
          <a:pPr marL="0" lvl="0" indent="0" algn="ctr" defTabSz="1244600">
            <a:lnSpc>
              <a:spcPct val="100000"/>
            </a:lnSpc>
            <a:spcBef>
              <a:spcPct val="0"/>
            </a:spcBef>
            <a:spcAft>
              <a:spcPct val="35000"/>
            </a:spcAft>
            <a:buNone/>
            <a:defRPr/>
          </a:pPr>
          <a:r>
            <a:rPr lang="en-US" sz="2800" kern="1200" dirty="0"/>
            <a:t>explicitly).</a:t>
          </a:r>
          <a:endParaRPr sz="2800" kern="1200" dirty="0"/>
        </a:p>
      </dsp:txBody>
      <dsp:txXfrm>
        <a:off x="128072" y="1724883"/>
        <a:ext cx="4116547" cy="4772404"/>
      </dsp:txXfrm>
    </dsp:sp>
    <dsp:sp modelId="{1ABCA9D1-FEE3-4963-AEE1-AD224E15F66D}">
      <dsp:nvSpPr>
        <dsp:cNvPr id="0" name=""/>
        <dsp:cNvSpPr/>
      </dsp:nvSpPr>
      <dsp:spPr bwMode="auto">
        <a:xfrm rot="19216811">
          <a:off x="4171334" y="3529960"/>
          <a:ext cx="1744703" cy="47326"/>
        </a:xfrm>
        <a:custGeom>
          <a:avLst/>
          <a:gdLst/>
          <a:ahLst/>
          <a:cxnLst/>
          <a:rect l="0" t="0" r="0" b="0"/>
          <a:pathLst>
            <a:path>
              <a:moveTo>
                <a:pt x="0" y="23663"/>
              </a:moveTo>
              <a:lnTo>
                <a:pt x="1744703"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5000068" y="3510006"/>
        <a:ext cx="87235" cy="87235"/>
      </dsp:txXfrm>
    </dsp:sp>
    <dsp:sp modelId="{F70A2979-ABAF-4D1B-BA13-EBB79856511D}">
      <dsp:nvSpPr>
        <dsp:cNvPr id="0" name=""/>
        <dsp:cNvSpPr/>
      </dsp:nvSpPr>
      <dsp:spPr bwMode="auto">
        <a:xfrm>
          <a:off x="5714679" y="2536852"/>
          <a:ext cx="6366286" cy="91861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Enormous</a:t>
          </a:r>
          <a:r>
            <a:rPr lang="de-DE" sz="2800" kern="1200" dirty="0"/>
            <a:t>“</a:t>
          </a:r>
          <a:endParaRPr sz="2800" kern="1200" dirty="0"/>
        </a:p>
      </dsp:txBody>
      <dsp:txXfrm>
        <a:off x="5741584" y="2563757"/>
        <a:ext cx="6312476" cy="864807"/>
      </dsp:txXfrm>
    </dsp:sp>
    <dsp:sp modelId="{052E2524-84A6-4366-9F16-6176F3950FAC}">
      <dsp:nvSpPr>
        <dsp:cNvPr id="0" name=""/>
        <dsp:cNvSpPr/>
      </dsp:nvSpPr>
      <dsp:spPr bwMode="auto">
        <a:xfrm rot="287613">
          <a:off x="4370296" y="4144645"/>
          <a:ext cx="1369528" cy="47326"/>
        </a:xfrm>
        <a:custGeom>
          <a:avLst/>
          <a:gdLst/>
          <a:ahLst/>
          <a:cxnLst/>
          <a:rect l="0" t="0" r="0" b="0"/>
          <a:pathLst>
            <a:path>
              <a:moveTo>
                <a:pt x="0" y="23663"/>
              </a:moveTo>
              <a:lnTo>
                <a:pt x="1369528"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020822" y="4134070"/>
        <a:ext cx="68476" cy="68476"/>
      </dsp:txXfrm>
    </dsp:sp>
    <dsp:sp modelId="{7C85D59B-937F-4ABB-84F0-FFD8AE043D19}">
      <dsp:nvSpPr>
        <dsp:cNvPr id="0" name=""/>
        <dsp:cNvSpPr/>
      </dsp:nvSpPr>
      <dsp:spPr bwMode="auto">
        <a:xfrm>
          <a:off x="5737430" y="3787893"/>
          <a:ext cx="6367053" cy="875276"/>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"Substantial"</a:t>
          </a:r>
          <a:endParaRPr sz="2800" kern="1200" dirty="0"/>
        </a:p>
      </dsp:txBody>
      <dsp:txXfrm>
        <a:off x="5763066" y="3813529"/>
        <a:ext cx="6315781" cy="824004"/>
      </dsp:txXfrm>
    </dsp:sp>
    <dsp:sp modelId="{58DDC020-6CC7-4DAD-ADCB-7093C18A5570}">
      <dsp:nvSpPr>
        <dsp:cNvPr id="0" name=""/>
        <dsp:cNvSpPr/>
      </dsp:nvSpPr>
      <dsp:spPr bwMode="auto">
        <a:xfrm rot="2574780">
          <a:off x="4123356" y="4721807"/>
          <a:ext cx="1863408" cy="47326"/>
        </a:xfrm>
        <a:custGeom>
          <a:avLst/>
          <a:gdLst/>
          <a:ahLst/>
          <a:cxnLst/>
          <a:rect l="0" t="0" r="0" b="0"/>
          <a:pathLst>
            <a:path>
              <a:moveTo>
                <a:pt x="0" y="23663"/>
              </a:moveTo>
              <a:lnTo>
                <a:pt x="1863408" y="23663"/>
              </a:lnTo>
            </a:path>
          </a:pathLst>
        </a:custGeom>
        <a:noFill/>
        <a:ln w="19050" cap="flat" cmpd="sng" algn="ctr">
          <a:solidFill>
            <a:schemeClr val="accent3">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5008475" y="4698886"/>
        <a:ext cx="93170" cy="93170"/>
      </dsp:txXfrm>
    </dsp:sp>
    <dsp:sp modelId="{685E2704-D45D-484C-A605-F30CF3A0BC9C}">
      <dsp:nvSpPr>
        <dsp:cNvPr id="0" name=""/>
        <dsp:cNvSpPr/>
      </dsp:nvSpPr>
      <dsp:spPr bwMode="auto">
        <a:xfrm>
          <a:off x="5737430" y="5012402"/>
          <a:ext cx="6392555" cy="73490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Tremendous</a:t>
          </a:r>
          <a:r>
            <a:rPr lang="de-DE" sz="2800" kern="1200" dirty="0"/>
            <a:t> “</a:t>
          </a:r>
          <a:endParaRPr sz="2800" kern="1200" dirty="0"/>
        </a:p>
      </dsp:txBody>
      <dsp:txXfrm>
        <a:off x="5758955" y="5033927"/>
        <a:ext cx="6349505" cy="6918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0" y="1072738"/>
          <a:ext cx="3761872" cy="542966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defRPr/>
          </a:pPr>
          <a:r>
            <a:rPr lang="en-US" sz="2400" b="1" kern="1200" dirty="0"/>
            <a:t>Disparaging adverbs</a:t>
          </a:r>
          <a:br>
            <a:rPr lang="en-US" sz="2400" b="1" kern="1200" dirty="0"/>
          </a:br>
          <a:r>
            <a:rPr lang="en-US" sz="2400" b="1" kern="1200" dirty="0"/>
            <a:t> </a:t>
          </a:r>
          <a:r>
            <a:rPr lang="en-US" sz="2400" kern="1200" dirty="0"/>
            <a:t>(make the following sentence seem not worth mentioning; are indicators of unimportant additions)</a:t>
          </a:r>
          <a:endParaRPr sz="2400" kern="1200" dirty="0"/>
        </a:p>
      </dsp:txBody>
      <dsp:txXfrm>
        <a:off x="110181" y="1182919"/>
        <a:ext cx="3541510" cy="5209299"/>
      </dsp:txXfrm>
    </dsp:sp>
    <dsp:sp modelId="{1ABCA9D1-FEE3-4963-AEE1-AD224E15F66D}">
      <dsp:nvSpPr>
        <dsp:cNvPr id="0" name=""/>
        <dsp:cNvSpPr/>
      </dsp:nvSpPr>
      <dsp:spPr bwMode="auto">
        <a:xfrm rot="19720206">
          <a:off x="3638746" y="3322467"/>
          <a:ext cx="1688835" cy="52068"/>
        </a:xfrm>
        <a:custGeom>
          <a:avLst/>
          <a:gdLst/>
          <a:ahLst/>
          <a:cxnLst/>
          <a:rect l="0" t="0" r="0" b="0"/>
          <a:pathLst>
            <a:path>
              <a:moveTo>
                <a:pt x="0" y="26034"/>
              </a:moveTo>
              <a:lnTo>
                <a:pt x="1688835"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4440942" y="3306280"/>
        <a:ext cx="84441" cy="84441"/>
      </dsp:txXfrm>
    </dsp:sp>
    <dsp:sp modelId="{F70A2979-ABAF-4D1B-BA13-EBB79856511D}">
      <dsp:nvSpPr>
        <dsp:cNvPr id="0" name=""/>
        <dsp:cNvSpPr/>
      </dsp:nvSpPr>
      <dsp:spPr bwMode="auto">
        <a:xfrm>
          <a:off x="5204454" y="2413487"/>
          <a:ext cx="6874107" cy="99189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"By </a:t>
          </a:r>
          <a:r>
            <a:rPr lang="de-DE" sz="2800" kern="1200" dirty="0" err="1"/>
            <a:t>the</a:t>
          </a:r>
          <a:r>
            <a:rPr lang="de-DE" sz="2800" kern="1200" dirty="0"/>
            <a:t> </a:t>
          </a:r>
          <a:r>
            <a:rPr lang="de-DE" sz="2800" kern="1200" dirty="0" err="1"/>
            <a:t>way</a:t>
          </a:r>
          <a:r>
            <a:rPr lang="de-DE" sz="2800" kern="1200" dirty="0"/>
            <a:t>"</a:t>
          </a:r>
          <a:endParaRPr sz="2800" kern="1200" dirty="0"/>
        </a:p>
      </dsp:txBody>
      <dsp:txXfrm>
        <a:off x="5233506" y="2442539"/>
        <a:ext cx="6816003" cy="933788"/>
      </dsp:txXfrm>
    </dsp:sp>
    <dsp:sp modelId="{052E2524-84A6-4366-9F16-6176F3950FAC}">
      <dsp:nvSpPr>
        <dsp:cNvPr id="0" name=""/>
        <dsp:cNvSpPr/>
      </dsp:nvSpPr>
      <dsp:spPr bwMode="auto">
        <a:xfrm rot="1021598">
          <a:off x="3728245" y="3986184"/>
          <a:ext cx="1534402" cy="52068"/>
        </a:xfrm>
        <a:custGeom>
          <a:avLst/>
          <a:gdLst/>
          <a:ahLst/>
          <a:cxnLst/>
          <a:rect l="0" t="0" r="0" b="0"/>
          <a:pathLst>
            <a:path>
              <a:moveTo>
                <a:pt x="0" y="26034"/>
              </a:moveTo>
              <a:lnTo>
                <a:pt x="1534402"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4457086" y="3973858"/>
        <a:ext cx="76720" cy="76720"/>
      </dsp:txXfrm>
    </dsp:sp>
    <dsp:sp modelId="{7C85D59B-937F-4ABB-84F0-FFD8AE043D19}">
      <dsp:nvSpPr>
        <dsp:cNvPr id="0" name=""/>
        <dsp:cNvSpPr/>
      </dsp:nvSpPr>
      <dsp:spPr bwMode="auto">
        <a:xfrm>
          <a:off x="5229020" y="3764319"/>
          <a:ext cx="6874935" cy="94509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Somehow</a:t>
          </a:r>
          <a:r>
            <a:rPr lang="de-DE" sz="2800" kern="1200" dirty="0"/>
            <a:t>"</a:t>
          </a:r>
          <a:endParaRPr sz="2800" kern="1200" dirty="0"/>
        </a:p>
      </dsp:txBody>
      <dsp:txXfrm>
        <a:off x="5256701" y="3792000"/>
        <a:ext cx="6819573" cy="889733"/>
      </dsp:txXfrm>
    </dsp:sp>
    <dsp:sp modelId="{58DDC020-6CC7-4DAD-ADCB-7093C18A5570}">
      <dsp:nvSpPr>
        <dsp:cNvPr id="0" name=""/>
        <dsp:cNvSpPr/>
      </dsp:nvSpPr>
      <dsp:spPr bwMode="auto">
        <a:xfrm rot="2947987">
          <a:off x="3374295" y="4609385"/>
          <a:ext cx="2242302" cy="52068"/>
        </a:xfrm>
        <a:custGeom>
          <a:avLst/>
          <a:gdLst/>
          <a:ahLst/>
          <a:cxnLst/>
          <a:rect l="0" t="0" r="0" b="0"/>
          <a:pathLst>
            <a:path>
              <a:moveTo>
                <a:pt x="0" y="26034"/>
              </a:moveTo>
              <a:lnTo>
                <a:pt x="2242302" y="26034"/>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defRPr/>
          </a:pPr>
          <a:endParaRPr lang="de-DE" sz="800" kern="1200"/>
        </a:p>
      </dsp:txBody>
      <dsp:txXfrm>
        <a:off x="4439388" y="4579361"/>
        <a:ext cx="112115" cy="112115"/>
      </dsp:txXfrm>
    </dsp:sp>
    <dsp:sp modelId="{685E2704-D45D-484C-A605-F30CF3A0BC9C}">
      <dsp:nvSpPr>
        <dsp:cNvPr id="0" name=""/>
        <dsp:cNvSpPr/>
      </dsp:nvSpPr>
      <dsp:spPr bwMode="auto">
        <a:xfrm>
          <a:off x="5229020" y="5086504"/>
          <a:ext cx="6902472" cy="79352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Actually</a:t>
          </a:r>
          <a:r>
            <a:rPr lang="de-DE" sz="2800" kern="1200" dirty="0"/>
            <a:t>"</a:t>
          </a:r>
          <a:endParaRPr sz="2800" kern="1200" dirty="0"/>
        </a:p>
      </dsp:txBody>
      <dsp:txXfrm>
        <a:off x="5252262" y="5109746"/>
        <a:ext cx="6855988" cy="7470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9BE12-3805-4C7E-9E11-93E034D9195D}">
      <dsp:nvSpPr>
        <dsp:cNvPr id="0" name=""/>
        <dsp:cNvSpPr/>
      </dsp:nvSpPr>
      <dsp:spPr bwMode="auto">
        <a:xfrm>
          <a:off x="2011" y="1879790"/>
          <a:ext cx="4879697" cy="5150395"/>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en-US" sz="2800" b="1" kern="1200" dirty="0"/>
            <a:t>Everyday language / filler words</a:t>
          </a:r>
          <a:br>
            <a:rPr lang="en-US" sz="2800" b="1" kern="1200" dirty="0"/>
          </a:br>
          <a:r>
            <a:rPr lang="en-US" sz="2800" b="1" kern="1200" dirty="0"/>
            <a:t> </a:t>
          </a:r>
          <a:r>
            <a:rPr lang="en-US" sz="2800" kern="1200" dirty="0"/>
            <a:t>(Mostly either vague or </a:t>
          </a:r>
        </a:p>
        <a:p>
          <a:pPr marL="0" lvl="0" indent="0" algn="ctr" defTabSz="1244600">
            <a:lnSpc>
              <a:spcPct val="90000"/>
            </a:lnSpc>
            <a:spcBef>
              <a:spcPct val="0"/>
            </a:spcBef>
            <a:spcAft>
              <a:spcPct val="35000"/>
            </a:spcAft>
            <a:buNone/>
            <a:defRPr/>
          </a:pPr>
          <a:r>
            <a:rPr lang="en-US" sz="2800" kern="1200" dirty="0"/>
            <a:t>incorrect, often used  unconsciously)</a:t>
          </a:r>
          <a:endParaRPr sz="2800" kern="1200" dirty="0"/>
        </a:p>
      </dsp:txBody>
      <dsp:txXfrm>
        <a:off x="144932" y="2022711"/>
        <a:ext cx="4593855" cy="4864553"/>
      </dsp:txXfrm>
    </dsp:sp>
    <dsp:sp modelId="{1ABCA9D1-FEE3-4963-AEE1-AD224E15F66D}">
      <dsp:nvSpPr>
        <dsp:cNvPr id="0" name=""/>
        <dsp:cNvSpPr/>
      </dsp:nvSpPr>
      <dsp:spPr bwMode="auto">
        <a:xfrm rot="17945000">
          <a:off x="4158983" y="3206243"/>
          <a:ext cx="2812607" cy="39512"/>
        </a:xfrm>
        <a:custGeom>
          <a:avLst/>
          <a:gdLst/>
          <a:ahLst/>
          <a:cxnLst/>
          <a:rect l="0" t="0" r="0" b="0"/>
          <a:pathLst>
            <a:path>
              <a:moveTo>
                <a:pt x="0" y="19756"/>
              </a:moveTo>
              <a:lnTo>
                <a:pt x="2812607"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defRPr/>
          </a:pPr>
          <a:endParaRPr lang="de-DE" sz="1000" kern="1200"/>
        </a:p>
      </dsp:txBody>
      <dsp:txXfrm>
        <a:off x="5494972" y="3155684"/>
        <a:ext cx="140630" cy="140630"/>
      </dsp:txXfrm>
    </dsp:sp>
    <dsp:sp modelId="{F70A2979-ABAF-4D1B-BA13-EBB79856511D}">
      <dsp:nvSpPr>
        <dsp:cNvPr id="0" name=""/>
        <dsp:cNvSpPr/>
      </dsp:nvSpPr>
      <dsp:spPr bwMode="auto">
        <a:xfrm>
          <a:off x="6248865" y="1641225"/>
          <a:ext cx="6520548" cy="711572"/>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Basically</a:t>
          </a:r>
          <a:r>
            <a:rPr lang="de-DE" sz="2800" kern="1200" dirty="0"/>
            <a:t>“</a:t>
          </a:r>
          <a:endParaRPr sz="2800" kern="1200" dirty="0"/>
        </a:p>
      </dsp:txBody>
      <dsp:txXfrm>
        <a:off x="6269706" y="1662066"/>
        <a:ext cx="6478866" cy="669890"/>
      </dsp:txXfrm>
    </dsp:sp>
    <dsp:sp modelId="{052E2524-84A6-4366-9F16-6176F3950FAC}">
      <dsp:nvSpPr>
        <dsp:cNvPr id="0" name=""/>
        <dsp:cNvSpPr/>
      </dsp:nvSpPr>
      <dsp:spPr bwMode="auto">
        <a:xfrm rot="18634736">
          <a:off x="4508169" y="3623490"/>
          <a:ext cx="2137537" cy="39512"/>
        </a:xfrm>
        <a:custGeom>
          <a:avLst/>
          <a:gdLst/>
          <a:ahLst/>
          <a:cxnLst/>
          <a:rect l="0" t="0" r="0" b="0"/>
          <a:pathLst>
            <a:path>
              <a:moveTo>
                <a:pt x="0" y="19756"/>
              </a:moveTo>
              <a:lnTo>
                <a:pt x="2137537"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defRPr/>
          </a:pPr>
          <a:endParaRPr lang="de-DE" sz="800" kern="1200"/>
        </a:p>
      </dsp:txBody>
      <dsp:txXfrm>
        <a:off x="5523499" y="3589808"/>
        <a:ext cx="106876" cy="106876"/>
      </dsp:txXfrm>
    </dsp:sp>
    <dsp:sp modelId="{7C85D59B-937F-4ABB-84F0-FFD8AE043D19}">
      <dsp:nvSpPr>
        <dsp:cNvPr id="0" name=""/>
        <dsp:cNvSpPr/>
      </dsp:nvSpPr>
      <dsp:spPr bwMode="auto">
        <a:xfrm>
          <a:off x="6272167" y="2519459"/>
          <a:ext cx="6521334" cy="624093"/>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 </a:t>
          </a:r>
          <a:r>
            <a:rPr lang="de-DE" sz="2800" kern="1200" dirty="0" err="1"/>
            <a:t>bit</a:t>
          </a:r>
          <a:r>
            <a:rPr lang="de-DE" sz="2800" kern="1200" dirty="0"/>
            <a:t>“</a:t>
          </a:r>
          <a:endParaRPr sz="2800" kern="1200" dirty="0"/>
        </a:p>
      </dsp:txBody>
      <dsp:txXfrm>
        <a:off x="6290446" y="2537738"/>
        <a:ext cx="6484776" cy="587535"/>
      </dsp:txXfrm>
    </dsp:sp>
    <dsp:sp modelId="{58DDC020-6CC7-4DAD-ADCB-7093C18A5570}">
      <dsp:nvSpPr>
        <dsp:cNvPr id="0" name=""/>
        <dsp:cNvSpPr/>
      </dsp:nvSpPr>
      <dsp:spPr bwMode="auto">
        <a:xfrm rot="19763206">
          <a:off x="4767246" y="4017017"/>
          <a:ext cx="1642505" cy="39512"/>
        </a:xfrm>
        <a:custGeom>
          <a:avLst/>
          <a:gdLst/>
          <a:ahLst/>
          <a:cxnLst/>
          <a:rect l="0" t="0" r="0" b="0"/>
          <a:pathLst>
            <a:path>
              <a:moveTo>
                <a:pt x="0" y="19756"/>
              </a:moveTo>
              <a:lnTo>
                <a:pt x="1642505"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defRPr/>
          </a:pPr>
          <a:endParaRPr lang="de-DE" sz="600" kern="1200"/>
        </a:p>
      </dsp:txBody>
      <dsp:txXfrm>
        <a:off x="5547437" y="3995710"/>
        <a:ext cx="82125" cy="82125"/>
      </dsp:txXfrm>
    </dsp:sp>
    <dsp:sp modelId="{685E2704-D45D-484C-A605-F30CF3A0BC9C}">
      <dsp:nvSpPr>
        <dsp:cNvPr id="0" name=""/>
        <dsp:cNvSpPr/>
      </dsp:nvSpPr>
      <dsp:spPr bwMode="auto">
        <a:xfrm>
          <a:off x="6295290" y="3242610"/>
          <a:ext cx="6547454" cy="751894"/>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besides</a:t>
          </a:r>
          <a:r>
            <a:rPr lang="de-DE" sz="2800" kern="1200" dirty="0"/>
            <a:t>“</a:t>
          </a:r>
          <a:endParaRPr sz="2800" kern="1200" dirty="0"/>
        </a:p>
      </dsp:txBody>
      <dsp:txXfrm>
        <a:off x="6317312" y="3264632"/>
        <a:ext cx="6503410" cy="707850"/>
      </dsp:txXfrm>
    </dsp:sp>
    <dsp:sp modelId="{7C0BBF61-B73E-4B5A-857A-70B3BEC63459}">
      <dsp:nvSpPr>
        <dsp:cNvPr id="0" name=""/>
        <dsp:cNvSpPr/>
      </dsp:nvSpPr>
      <dsp:spPr bwMode="auto">
        <a:xfrm rot="1703707">
          <a:off x="4788207" y="4804814"/>
          <a:ext cx="1554338" cy="39512"/>
        </a:xfrm>
        <a:custGeom>
          <a:avLst/>
          <a:gdLst/>
          <a:ahLst/>
          <a:cxnLst/>
          <a:rect l="0" t="0" r="0" b="0"/>
          <a:pathLst>
            <a:path>
              <a:moveTo>
                <a:pt x="0" y="19756"/>
              </a:moveTo>
              <a:lnTo>
                <a:pt x="1554338"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526518" y="4785711"/>
        <a:ext cx="77716" cy="77716"/>
      </dsp:txXfrm>
    </dsp:sp>
    <dsp:sp modelId="{B211DF7A-C2F3-41DD-9D7D-A6E4046DB2B0}">
      <dsp:nvSpPr>
        <dsp:cNvPr id="0" name=""/>
        <dsp:cNvSpPr/>
      </dsp:nvSpPr>
      <dsp:spPr bwMode="auto">
        <a:xfrm>
          <a:off x="6249043" y="4889118"/>
          <a:ext cx="6544635" cy="610069"/>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Actually</a:t>
          </a:r>
          <a:r>
            <a:rPr lang="de-DE" sz="2800" kern="1200" dirty="0"/>
            <a:t> “</a:t>
          </a:r>
          <a:endParaRPr sz="2800" kern="1200" dirty="0"/>
        </a:p>
      </dsp:txBody>
      <dsp:txXfrm>
        <a:off x="6266911" y="4906986"/>
        <a:ext cx="6508899" cy="574333"/>
      </dsp:txXfrm>
    </dsp:sp>
    <dsp:sp modelId="{8E1D9104-3C85-42D3-BBF6-2809BFA39412}">
      <dsp:nvSpPr>
        <dsp:cNvPr id="0" name=""/>
        <dsp:cNvSpPr/>
      </dsp:nvSpPr>
      <dsp:spPr bwMode="auto">
        <a:xfrm rot="21514607">
          <a:off x="4881487" y="4417381"/>
          <a:ext cx="1437432" cy="39512"/>
        </a:xfrm>
        <a:custGeom>
          <a:avLst/>
          <a:gdLst/>
          <a:ahLst/>
          <a:cxnLst/>
          <a:rect l="0" t="0" r="0" b="0"/>
          <a:pathLst>
            <a:path>
              <a:moveTo>
                <a:pt x="0" y="19756"/>
              </a:moveTo>
              <a:lnTo>
                <a:pt x="1437432"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defRPr/>
          </a:pPr>
          <a:endParaRPr lang="de-DE" sz="500" kern="1200"/>
        </a:p>
      </dsp:txBody>
      <dsp:txXfrm>
        <a:off x="5564268" y="4401201"/>
        <a:ext cx="71871" cy="71871"/>
      </dsp:txXfrm>
    </dsp:sp>
    <dsp:sp modelId="{B48B1C7F-2B4E-4912-B28C-0474CA8F34AE}">
      <dsp:nvSpPr>
        <dsp:cNvPr id="0" name=""/>
        <dsp:cNvSpPr/>
      </dsp:nvSpPr>
      <dsp:spPr bwMode="auto">
        <a:xfrm>
          <a:off x="6318698" y="4063999"/>
          <a:ext cx="6420776" cy="710572"/>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"In a </a:t>
          </a:r>
          <a:r>
            <a:rPr lang="de-DE" sz="2800" kern="1200" dirty="0" err="1"/>
            <a:t>way</a:t>
          </a:r>
          <a:r>
            <a:rPr lang="de-DE" sz="2800" kern="1200" dirty="0"/>
            <a:t>"</a:t>
          </a:r>
          <a:endParaRPr sz="2800" kern="1200" dirty="0"/>
        </a:p>
      </dsp:txBody>
      <dsp:txXfrm>
        <a:off x="6339510" y="4084811"/>
        <a:ext cx="6379152" cy="668948"/>
      </dsp:txXfrm>
    </dsp:sp>
    <dsp:sp modelId="{6BBA3D1F-7169-4C3D-A41D-673698AFF410}">
      <dsp:nvSpPr>
        <dsp:cNvPr id="0" name=""/>
        <dsp:cNvSpPr/>
      </dsp:nvSpPr>
      <dsp:spPr bwMode="auto">
        <a:xfrm rot="2835796">
          <a:off x="4546937" y="5200343"/>
          <a:ext cx="2083410" cy="39512"/>
        </a:xfrm>
        <a:custGeom>
          <a:avLst/>
          <a:gdLst/>
          <a:ahLst/>
          <a:cxnLst/>
          <a:rect l="0" t="0" r="0" b="0"/>
          <a:pathLst>
            <a:path>
              <a:moveTo>
                <a:pt x="0" y="19756"/>
              </a:moveTo>
              <a:lnTo>
                <a:pt x="2083410"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defRPr/>
          </a:pPr>
          <a:endParaRPr lang="de-DE" sz="700" kern="1200"/>
        </a:p>
      </dsp:txBody>
      <dsp:txXfrm>
        <a:off x="5536557" y="5168014"/>
        <a:ext cx="104170" cy="104170"/>
      </dsp:txXfrm>
    </dsp:sp>
    <dsp:sp modelId="{28887700-F01F-4EFF-8A7D-DEAB7A99701D}">
      <dsp:nvSpPr>
        <dsp:cNvPr id="0" name=""/>
        <dsp:cNvSpPr/>
      </dsp:nvSpPr>
      <dsp:spPr bwMode="auto">
        <a:xfrm>
          <a:off x="6295575" y="5653841"/>
          <a:ext cx="6467950" cy="662738"/>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“Kind </a:t>
          </a:r>
          <a:r>
            <a:rPr lang="de-DE" sz="2800" kern="1200" dirty="0" err="1"/>
            <a:t>of</a:t>
          </a:r>
          <a:r>
            <a:rPr lang="de-DE" sz="2800" kern="1200" dirty="0"/>
            <a:t>“ / “</a:t>
          </a:r>
          <a:r>
            <a:rPr lang="de-DE" sz="2800" kern="1200" dirty="0" err="1"/>
            <a:t>sort</a:t>
          </a:r>
          <a:r>
            <a:rPr lang="de-DE" sz="2800" kern="1200" dirty="0"/>
            <a:t> </a:t>
          </a:r>
          <a:r>
            <a:rPr lang="de-DE" sz="2800" kern="1200" dirty="0" err="1"/>
            <a:t>of</a:t>
          </a:r>
          <a:r>
            <a:rPr lang="de-DE" sz="2800" kern="1200" dirty="0"/>
            <a:t>“</a:t>
          </a:r>
          <a:endParaRPr sz="2800" kern="1200" dirty="0"/>
        </a:p>
      </dsp:txBody>
      <dsp:txXfrm>
        <a:off x="6314986" y="5673252"/>
        <a:ext cx="6429128" cy="623916"/>
      </dsp:txXfrm>
    </dsp:sp>
    <dsp:sp modelId="{BCF0AD44-92B9-4BA1-AE01-36075D163F82}">
      <dsp:nvSpPr>
        <dsp:cNvPr id="0" name=""/>
        <dsp:cNvSpPr/>
      </dsp:nvSpPr>
      <dsp:spPr bwMode="auto">
        <a:xfrm rot="3485983">
          <a:off x="4240558" y="5589529"/>
          <a:ext cx="2719291" cy="39512"/>
        </a:xfrm>
        <a:custGeom>
          <a:avLst/>
          <a:gdLst/>
          <a:ahLst/>
          <a:cxnLst/>
          <a:rect l="0" t="0" r="0" b="0"/>
          <a:pathLst>
            <a:path>
              <a:moveTo>
                <a:pt x="0" y="19756"/>
              </a:moveTo>
              <a:lnTo>
                <a:pt x="2719291" y="19756"/>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rgbClr val="000000"/>
        </a:lnRef>
        <a:fillRef idx="0">
          <a:srgbClr val="000000"/>
        </a:fillRef>
        <a:effectRef idx="0">
          <a:srgbClr val="00000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defRPr/>
          </a:pPr>
          <a:endParaRPr lang="de-DE" sz="1000" kern="1200"/>
        </a:p>
      </dsp:txBody>
      <dsp:txXfrm>
        <a:off x="5532221" y="5541303"/>
        <a:ext cx="135964" cy="135964"/>
      </dsp:txXfrm>
    </dsp:sp>
    <dsp:sp modelId="{AA0EC7D9-8590-44FB-930A-82F7255A7824}">
      <dsp:nvSpPr>
        <dsp:cNvPr id="0" name=""/>
        <dsp:cNvSpPr/>
      </dsp:nvSpPr>
      <dsp:spPr bwMode="auto">
        <a:xfrm>
          <a:off x="6318698" y="6422311"/>
          <a:ext cx="6497354" cy="682543"/>
        </a:xfrm>
        <a:prstGeom prst="roundRect">
          <a:avLst>
            <a:gd name="adj" fmla="val 10000"/>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defRPr/>
          </a:pPr>
          <a:r>
            <a:rPr lang="de-DE" sz="2800" kern="1200" dirty="0"/>
            <a:t>“</a:t>
          </a:r>
          <a:r>
            <a:rPr lang="de-DE" sz="2800" kern="1200" dirty="0" err="1"/>
            <a:t>maybe</a:t>
          </a:r>
          <a:r>
            <a:rPr lang="de-DE" sz="2800" kern="1200" dirty="0"/>
            <a:t>“/ “</a:t>
          </a:r>
          <a:r>
            <a:rPr lang="de-DE" sz="2800" kern="1200" dirty="0" err="1"/>
            <a:t>Usually</a:t>
          </a:r>
          <a:r>
            <a:rPr lang="de-DE" sz="2800" kern="1200" dirty="0"/>
            <a:t>“</a:t>
          </a:r>
          <a:endParaRPr sz="2800" kern="1200" dirty="0"/>
        </a:p>
      </dsp:txBody>
      <dsp:txXfrm>
        <a:off x="6338689" y="6442302"/>
        <a:ext cx="6457372" cy="64256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AB545-A7A2-C64E-BEC8-51F178C6B1AA}" type="datetimeFigureOut">
              <a:rPr lang="de-DE" smtClean="0"/>
              <a:t>22.06.2026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7837A-BE0C-8E44-AC6E-3BD867A160FB}" type="slidenum">
              <a:rPr lang="de-DE" smtClean="0"/>
              <a:t>‹Nr.›</a:t>
            </a:fld>
            <a:endParaRPr lang="de-DE"/>
          </a:p>
        </p:txBody>
      </p:sp>
    </p:spTree>
    <p:extLst>
      <p:ext uri="{BB962C8B-B14F-4D97-AF65-F5344CB8AC3E}">
        <p14:creationId xmlns:p14="http://schemas.microsoft.com/office/powerpoint/2010/main" val="347103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de-DE" b="1" dirty="0" err="1"/>
              <a:t>To</a:t>
            </a:r>
            <a:r>
              <a:rPr lang="de-DE" b="1" dirty="0"/>
              <a:t> </a:t>
            </a:r>
            <a:r>
              <a:rPr lang="de-DE" b="1" dirty="0" err="1"/>
              <a:t>you</a:t>
            </a:r>
            <a:r>
              <a:rPr lang="de-DE" b="1" dirty="0"/>
              <a:t>: </a:t>
            </a:r>
            <a:r>
              <a:rPr lang="de-DE" dirty="0"/>
              <a:t>Here </a:t>
            </a:r>
            <a:r>
              <a:rPr lang="de-DE" dirty="0" err="1"/>
              <a:t>you</a:t>
            </a:r>
            <a:r>
              <a:rPr lang="de-DE" dirty="0"/>
              <a:t> </a:t>
            </a:r>
            <a:r>
              <a:rPr lang="de-DE" dirty="0" err="1"/>
              <a:t>can</a:t>
            </a:r>
            <a:r>
              <a:rPr lang="de-DE" dirty="0"/>
              <a:t> </a:t>
            </a:r>
            <a:r>
              <a:rPr lang="de-DE" dirty="0" err="1"/>
              <a:t>shortly</a:t>
            </a:r>
            <a:r>
              <a:rPr lang="de-DE" dirty="0"/>
              <a:t> </a:t>
            </a:r>
            <a:r>
              <a:rPr lang="de-DE" dirty="0" err="1"/>
              <a:t>describe</a:t>
            </a:r>
            <a:r>
              <a:rPr lang="de-DE" dirty="0"/>
              <a:t>, </a:t>
            </a:r>
            <a:r>
              <a:rPr lang="de-DE" dirty="0" err="1"/>
              <a:t>what</a:t>
            </a:r>
            <a:r>
              <a:rPr lang="de-DE" dirty="0"/>
              <a:t> </a:t>
            </a:r>
            <a:r>
              <a:rPr lang="de-DE" dirty="0" err="1"/>
              <a:t>is</a:t>
            </a:r>
            <a:r>
              <a:rPr lang="de-DE" dirty="0"/>
              <a:t> </a:t>
            </a:r>
            <a:r>
              <a:rPr lang="de-DE" dirty="0" err="1"/>
              <a:t>going</a:t>
            </a:r>
            <a:r>
              <a:rPr lang="de-DE" dirty="0"/>
              <a:t> </a:t>
            </a:r>
            <a:r>
              <a:rPr lang="de-DE" dirty="0" err="1"/>
              <a:t>to</a:t>
            </a:r>
            <a:r>
              <a:rPr lang="de-DE" dirty="0"/>
              <a:t> happen </a:t>
            </a:r>
            <a:r>
              <a:rPr lang="de-DE" dirty="0" err="1"/>
              <a:t>during</a:t>
            </a:r>
            <a:r>
              <a:rPr lang="de-DE" dirty="0"/>
              <a:t> </a:t>
            </a:r>
            <a:r>
              <a:rPr lang="de-DE" dirty="0" err="1"/>
              <a:t>this</a:t>
            </a:r>
            <a:r>
              <a:rPr lang="de-DE" dirty="0"/>
              <a:t> </a:t>
            </a:r>
            <a:r>
              <a:rPr lang="de-DE" dirty="0" err="1"/>
              <a:t>session</a:t>
            </a:r>
            <a:r>
              <a:rPr lang="de-DE" dirty="0"/>
              <a:t>. </a:t>
            </a:r>
            <a:r>
              <a:rPr lang="de-DE" dirty="0" err="1"/>
              <a:t>Either</a:t>
            </a:r>
            <a:r>
              <a:rPr lang="de-DE" dirty="0"/>
              <a:t> </a:t>
            </a:r>
            <a:r>
              <a:rPr lang="de-DE" dirty="0" err="1"/>
              <a:t>very</a:t>
            </a:r>
            <a:r>
              <a:rPr lang="de-DE" dirty="0"/>
              <a:t> </a:t>
            </a:r>
            <a:r>
              <a:rPr lang="de-DE" dirty="0" err="1"/>
              <a:t>briefly</a:t>
            </a:r>
            <a:r>
              <a:rPr lang="de-DE" dirty="0"/>
              <a:t> </a:t>
            </a:r>
            <a:r>
              <a:rPr lang="de-DE" dirty="0" err="1"/>
              <a:t>or</a:t>
            </a:r>
            <a:r>
              <a:rPr lang="de-DE" dirty="0"/>
              <a:t> </a:t>
            </a:r>
            <a:r>
              <a:rPr lang="de-DE" dirty="0" err="1"/>
              <a:t>you</a:t>
            </a:r>
            <a:r>
              <a:rPr lang="de-DE" dirty="0"/>
              <a:t> </a:t>
            </a:r>
            <a:r>
              <a:rPr lang="de-DE" dirty="0" err="1"/>
              <a:t>already</a:t>
            </a:r>
            <a:r>
              <a:rPr lang="de-DE" dirty="0"/>
              <a:t> </a:t>
            </a:r>
            <a:r>
              <a:rPr lang="de-DE" dirty="0" err="1"/>
              <a:t>give</a:t>
            </a:r>
            <a:r>
              <a:rPr lang="de-DE" dirty="0"/>
              <a:t> a </a:t>
            </a:r>
            <a:r>
              <a:rPr lang="de-DE" dirty="0" err="1"/>
              <a:t>few</a:t>
            </a:r>
            <a:r>
              <a:rPr lang="de-DE" dirty="0"/>
              <a:t> </a:t>
            </a:r>
            <a:r>
              <a:rPr lang="de-DE" dirty="0" err="1"/>
              <a:t>hints</a:t>
            </a:r>
            <a:r>
              <a:rPr lang="de-DE" dirty="0"/>
              <a:t> </a:t>
            </a:r>
            <a:r>
              <a:rPr lang="de-DE" dirty="0" err="1"/>
              <a:t>what</a:t>
            </a:r>
            <a:r>
              <a:rPr lang="de-DE" dirty="0"/>
              <a:t> </a:t>
            </a:r>
            <a:r>
              <a:rPr lang="de-DE" dirty="0" err="1"/>
              <a:t>could</a:t>
            </a:r>
            <a:r>
              <a:rPr lang="de-DE" dirty="0"/>
              <a:t> </a:t>
            </a:r>
            <a:r>
              <a:rPr lang="de-DE" dirty="0" err="1"/>
              <a:t>be</a:t>
            </a:r>
            <a:r>
              <a:rPr lang="de-DE" dirty="0"/>
              <a:t> </a:t>
            </a:r>
            <a:r>
              <a:rPr lang="de-DE" dirty="0" err="1"/>
              <a:t>meant</a:t>
            </a:r>
            <a:r>
              <a:rPr lang="de-DE" dirty="0"/>
              <a:t> </a:t>
            </a:r>
            <a:r>
              <a:rPr lang="de-DE" dirty="0" err="1"/>
              <a:t>by</a:t>
            </a:r>
            <a:r>
              <a:rPr lang="de-DE" dirty="0"/>
              <a:t> </a:t>
            </a:r>
            <a:r>
              <a:rPr lang="de-DE" dirty="0" err="1"/>
              <a:t>each</a:t>
            </a:r>
            <a:r>
              <a:rPr lang="de-DE" dirty="0"/>
              <a:t> </a:t>
            </a:r>
            <a:r>
              <a:rPr lang="de-DE" dirty="0" err="1"/>
              <a:t>of</a:t>
            </a:r>
            <a:r>
              <a:rPr lang="de-DE" dirty="0"/>
              <a:t> </a:t>
            </a:r>
            <a:r>
              <a:rPr lang="de-DE" dirty="0" err="1"/>
              <a:t>the</a:t>
            </a:r>
            <a:r>
              <a:rPr lang="de-DE" dirty="0"/>
              <a:t> </a:t>
            </a:r>
            <a:r>
              <a:rPr lang="de-DE" dirty="0" err="1"/>
              <a:t>points</a:t>
            </a:r>
            <a:r>
              <a:rPr lang="de-DE" dirty="0"/>
              <a:t>. The </a:t>
            </a:r>
            <a:r>
              <a:rPr lang="de-DE" dirty="0" err="1"/>
              <a:t>tutorials</a:t>
            </a:r>
            <a:r>
              <a:rPr lang="de-DE" dirty="0"/>
              <a:t> </a:t>
            </a:r>
            <a:r>
              <a:rPr lang="de-DE" dirty="0" err="1"/>
              <a:t>are</a:t>
            </a:r>
            <a:r>
              <a:rPr lang="de-DE" dirty="0"/>
              <a:t> </a:t>
            </a:r>
            <a:r>
              <a:rPr lang="de-DE" dirty="0" err="1"/>
              <a:t>strongly</a:t>
            </a:r>
            <a:r>
              <a:rPr lang="de-DE" dirty="0"/>
              <a:t> </a:t>
            </a:r>
            <a:r>
              <a:rPr lang="de-DE" dirty="0" err="1"/>
              <a:t>based</a:t>
            </a:r>
            <a:r>
              <a:rPr lang="de-DE" dirty="0"/>
              <a:t> on </a:t>
            </a:r>
            <a:r>
              <a:rPr lang="de-DE" dirty="0" err="1"/>
              <a:t>your</a:t>
            </a:r>
            <a:r>
              <a:rPr lang="de-DE" dirty="0"/>
              <a:t> personal </a:t>
            </a:r>
            <a:r>
              <a:rPr lang="de-DE" dirty="0" err="1"/>
              <a:t>experiences</a:t>
            </a:r>
            <a:r>
              <a:rPr lang="de-DE" dirty="0"/>
              <a:t>, so </a:t>
            </a:r>
            <a:r>
              <a:rPr lang="de-DE" dirty="0" err="1"/>
              <a:t>please</a:t>
            </a:r>
            <a:r>
              <a:rPr lang="de-DE" dirty="0"/>
              <a:t> </a:t>
            </a:r>
            <a:r>
              <a:rPr lang="de-DE" dirty="0" err="1"/>
              <a:t>share</a:t>
            </a:r>
            <a:r>
              <a:rPr lang="de-DE" dirty="0"/>
              <a:t> a </a:t>
            </a:r>
            <a:r>
              <a:rPr lang="de-DE" dirty="0" err="1"/>
              <a:t>few</a:t>
            </a:r>
            <a:r>
              <a:rPr lang="de-DE" dirty="0"/>
              <a:t> </a:t>
            </a:r>
            <a:r>
              <a:rPr lang="de-DE" dirty="0" err="1"/>
              <a:t>thoughts</a:t>
            </a:r>
            <a:r>
              <a:rPr lang="de-DE" dirty="0"/>
              <a:t> and </a:t>
            </a:r>
            <a:r>
              <a:rPr lang="de-DE" dirty="0" err="1"/>
              <a:t>impulses</a:t>
            </a:r>
            <a:r>
              <a:rPr lang="de-DE" dirty="0"/>
              <a:t> </a:t>
            </a:r>
            <a:r>
              <a:rPr lang="de-DE" dirty="0" err="1"/>
              <a:t>that</a:t>
            </a:r>
            <a:r>
              <a:rPr lang="de-DE" dirty="0"/>
              <a:t> </a:t>
            </a:r>
            <a:r>
              <a:rPr lang="de-DE" dirty="0" err="1"/>
              <a:t>helped</a:t>
            </a:r>
            <a:r>
              <a:rPr lang="de-DE" dirty="0"/>
              <a:t> </a:t>
            </a:r>
            <a:r>
              <a:rPr lang="de-DE" dirty="0" err="1"/>
              <a:t>you</a:t>
            </a:r>
            <a:r>
              <a:rPr lang="de-DE" dirty="0"/>
              <a:t> </a:t>
            </a:r>
            <a:r>
              <a:rPr lang="de-DE" dirty="0" err="1"/>
              <a:t>or</a:t>
            </a:r>
            <a:r>
              <a:rPr lang="de-DE" dirty="0"/>
              <a:t> </a:t>
            </a:r>
            <a:r>
              <a:rPr lang="de-DE" dirty="0" err="1"/>
              <a:t>were</a:t>
            </a:r>
            <a:r>
              <a:rPr lang="de-DE" dirty="0"/>
              <a:t> </a:t>
            </a:r>
            <a:r>
              <a:rPr lang="de-DE" dirty="0" err="1"/>
              <a:t>important</a:t>
            </a:r>
            <a:r>
              <a:rPr lang="de-DE" dirty="0"/>
              <a:t> </a:t>
            </a:r>
            <a:r>
              <a:rPr lang="de-DE" dirty="0" err="1"/>
              <a:t>to</a:t>
            </a:r>
            <a:r>
              <a:rPr lang="de-DE" dirty="0"/>
              <a:t> </a:t>
            </a:r>
            <a:r>
              <a:rPr lang="de-DE" dirty="0" err="1"/>
              <a:t>you</a:t>
            </a:r>
            <a:r>
              <a:rPr lang="de-DE" dirty="0"/>
              <a:t> </a:t>
            </a:r>
            <a:r>
              <a:rPr lang="de-DE" dirty="0" err="1"/>
              <a:t>when</a:t>
            </a:r>
            <a:r>
              <a:rPr lang="de-DE" dirty="0"/>
              <a:t> </a:t>
            </a:r>
            <a:r>
              <a:rPr lang="de-DE" dirty="0" err="1"/>
              <a:t>being</a:t>
            </a:r>
            <a:r>
              <a:rPr lang="de-DE" dirty="0"/>
              <a:t> in </a:t>
            </a:r>
            <a:r>
              <a:rPr lang="de-DE" dirty="0" err="1"/>
              <a:t>their</a:t>
            </a:r>
            <a:r>
              <a:rPr lang="de-DE" dirty="0"/>
              <a:t> </a:t>
            </a:r>
            <a:r>
              <a:rPr lang="de-DE" dirty="0" err="1"/>
              <a:t>situation</a:t>
            </a:r>
            <a:r>
              <a:rPr lang="de-DE" dirty="0"/>
              <a:t>.</a:t>
            </a:r>
            <a:endParaRPr lang="en-GB" dirty="0"/>
          </a:p>
        </p:txBody>
      </p:sp>
      <p:sp>
        <p:nvSpPr>
          <p:cNvPr id="4" name="Slide Number Placeholder 3"/>
          <p:cNvSpPr>
            <a:spLocks noGrp="1"/>
          </p:cNvSpPr>
          <p:nvPr>
            <p:ph type="sldNum" sz="quarter" idx="5"/>
          </p:nvPr>
        </p:nvSpPr>
        <p:spPr/>
        <p:txBody>
          <a:bodyPr/>
          <a:lstStyle/>
          <a:p>
            <a:fld id="{91C7837A-BE0C-8E44-AC6E-3BD867A160FB}" type="slidenum">
              <a:rPr lang="de-DE" smtClean="0"/>
              <a:t>2</a:t>
            </a:fld>
            <a:endParaRPr lang="de-DE"/>
          </a:p>
        </p:txBody>
      </p:sp>
    </p:spTree>
    <p:extLst>
      <p:ext uri="{BB962C8B-B14F-4D97-AF65-F5344CB8AC3E}">
        <p14:creationId xmlns:p14="http://schemas.microsoft.com/office/powerpoint/2010/main" val="1864300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de-DE" b="1" dirty="0" err="1"/>
              <a:t>To</a:t>
            </a:r>
            <a:r>
              <a:rPr lang="de-DE" b="1" dirty="0"/>
              <a:t> </a:t>
            </a:r>
            <a:r>
              <a:rPr lang="de-DE" b="1" dirty="0" err="1"/>
              <a:t>you</a:t>
            </a:r>
            <a:r>
              <a:rPr lang="de-DE" b="1" dirty="0"/>
              <a:t>: </a:t>
            </a:r>
            <a:r>
              <a:rPr lang="en-US" dirty="0"/>
              <a:t>Here we first want to discuss what needs to be part of a written scientific paper so that the first-year students don't forget anything later (“like, list of figures?”). </a:t>
            </a:r>
          </a:p>
          <a:p>
            <a:pPr marL="171450" indent="-171450">
              <a:buFont typeface="Arial" panose="020B0604020202020204" pitchFamily="34" charset="0"/>
              <a:buChar char="•"/>
              <a:defRPr/>
            </a:pPr>
            <a:r>
              <a:rPr lang="en-US" dirty="0"/>
              <a:t>You are welcome to go through this slide a little interactively: “Who knows where a written scientific paper begins? No, not with the introduction. What comes before that? Exactly, the cover sheet. Then content. Then [...]. And, is the written scientific paper over with the conclusion? Nope.” you know what we mean ;) </a:t>
            </a:r>
          </a:p>
          <a:p>
            <a:pPr marL="171450" indent="-171450">
              <a:buFont typeface="Arial" panose="020B0604020202020204" pitchFamily="34" charset="0"/>
              <a:buChar char="•"/>
              <a:defRPr/>
            </a:pPr>
            <a:r>
              <a:rPr lang="en-US" dirty="0"/>
              <a:t>On the next page, we'll go through the three main parts - introduction, main body and conclusion - in more detail.</a:t>
            </a:r>
          </a:p>
        </p:txBody>
      </p:sp>
      <p:sp>
        <p:nvSpPr>
          <p:cNvPr id="4" name="Slide Number Placeholder 3"/>
          <p:cNvSpPr>
            <a:spLocks noGrp="1"/>
          </p:cNvSpPr>
          <p:nvPr>
            <p:ph type="sldNum" sz="quarter" idx="5"/>
          </p:nvPr>
        </p:nvSpPr>
        <p:spPr/>
        <p:txBody>
          <a:bodyPr/>
          <a:lstStyle/>
          <a:p>
            <a:fld id="{91C7837A-BE0C-8E44-AC6E-3BD867A160FB}" type="slidenum">
              <a:rPr lang="de-DE" smtClean="0"/>
              <a:t>3</a:t>
            </a:fld>
            <a:endParaRPr lang="de-DE"/>
          </a:p>
        </p:txBody>
      </p:sp>
    </p:spTree>
    <p:extLst>
      <p:ext uri="{BB962C8B-B14F-4D97-AF65-F5344CB8AC3E}">
        <p14:creationId xmlns:p14="http://schemas.microsoft.com/office/powerpoint/2010/main" val="3090829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 </a:t>
            </a:r>
            <a:r>
              <a:rPr lang="en-US" dirty="0"/>
              <a:t>A cover sheet is relatively self-explanatory - so this is more about what exactly belongs in the introduction, main body and conclusion. Here, too, you are welcome to ask your tutor a few questions. So “what do you think belongs in a main body?”</a:t>
            </a:r>
          </a:p>
          <a:p>
            <a:pPr marL="171450" indent="-171450">
              <a:buFont typeface="Arial" panose="020B0604020202020204" pitchFamily="34" charset="0"/>
              <a:buChar char="•"/>
              <a:defRPr/>
            </a:pPr>
            <a:r>
              <a:rPr lang="en-US" dirty="0"/>
              <a:t>This slide is also great for sharing your own experiences: Have you perhaps had a blunder in a written academic paper that your students can work around? Is there something that is particularly (important) in your subject that you can tell them about to illustrate that every subject can have slightly different requirements? </a:t>
            </a:r>
          </a:p>
          <a:p>
            <a:pPr marL="171450" indent="-171450">
              <a:buFont typeface="Arial" panose="020B0604020202020204" pitchFamily="34" charset="0"/>
              <a:buChar char="•"/>
              <a:defRPr/>
            </a:pPr>
            <a:r>
              <a:rPr lang="en-US" dirty="0"/>
              <a:t>Main part: </a:t>
            </a:r>
            <a:r>
              <a:rPr lang="en-US" dirty="0" err="1"/>
              <a:t>schol</a:t>
            </a:r>
            <a:r>
              <a:rPr lang="en-US" dirty="0"/>
              <a:t>. Work is not about listing facts, but about solving (or working on) problems</a:t>
            </a:r>
          </a:p>
          <a:p>
            <a:pPr marL="171450" indent="-171450">
              <a:buFont typeface="Arial" panose="020B0604020202020204" pitchFamily="34" charset="0"/>
              <a:buChar char="•"/>
              <a:defRPr/>
            </a:pPr>
            <a:r>
              <a:rPr lang="en-US" dirty="0"/>
              <a:t>Conclusion - important! Please also mention that at the end of a written scientific paper there does not have to be an absolute solution, but a result can also be that you have found out X in the sense of the question, but discovered along the way that Y would also have to be investigated.</a:t>
            </a:r>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4</a:t>
            </a:fld>
            <a:endParaRPr lang="de-DE"/>
          </a:p>
        </p:txBody>
      </p:sp>
    </p:spTree>
    <p:extLst>
      <p:ext uri="{BB962C8B-B14F-4D97-AF65-F5344CB8AC3E}">
        <p14:creationId xmlns:p14="http://schemas.microsoft.com/office/powerpoint/2010/main" val="195449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 </a:t>
            </a:r>
            <a:r>
              <a:rPr lang="en-US" b="0" dirty="0"/>
              <a:t>If necessary, discuss the path to the outline at the same time</a:t>
            </a:r>
          </a:p>
          <a:p>
            <a:pPr marL="171450" indent="-171450">
              <a:buFont typeface="Arial" panose="020B0604020202020204" pitchFamily="34" charset="0"/>
              <a:buChar char="•"/>
              <a:defRPr/>
            </a:pPr>
            <a:r>
              <a:rPr lang="en-US" b="0" dirty="0"/>
              <a:t>The point of this slide is to show first-year students that a good written academic paper (as a rule) is not started on page 1 and then simply written through to page X, but that there is also preliminary work here, that the introduction and conclusion are only written after the main body, etc. </a:t>
            </a:r>
          </a:p>
          <a:p>
            <a:pPr marL="171450" indent="-171450">
              <a:buFont typeface="Arial" panose="020B0604020202020204" pitchFamily="34" charset="0"/>
              <a:buChar char="•"/>
              <a:defRPr/>
            </a:pPr>
            <a:r>
              <a:rPr lang="en-US" b="0" dirty="0"/>
              <a:t>Please also point out the importance of the declaration of independence - this is an avoidable mistake which, if ignored, will result in a failing grade</a:t>
            </a:r>
          </a:p>
          <a:p>
            <a:pPr marL="171450" indent="-171450">
              <a:buFont typeface="Arial" panose="020B0604020202020204" pitchFamily="34" charset="0"/>
              <a:buChar char="•"/>
              <a:defRPr/>
            </a:pPr>
            <a:r>
              <a:rPr lang="en-US" b="0" dirty="0"/>
              <a:t>You are welcome to involve the students in the process here too. What would they start with? And if someone says something “wrong” (not black or white, of course), can the rest of the group then explain why they should perhaps do it differently and how?</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5</a:t>
            </a:fld>
            <a:endParaRPr lang="de-DE"/>
          </a:p>
        </p:txBody>
      </p:sp>
    </p:spTree>
    <p:extLst>
      <p:ext uri="{BB962C8B-B14F-4D97-AF65-F5344CB8AC3E}">
        <p14:creationId xmlns:p14="http://schemas.microsoft.com/office/powerpoint/2010/main" val="1384555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defRPr/>
            </a:pPr>
            <a:r>
              <a:rPr lang="en-US" b="1" dirty="0"/>
              <a:t>To you:</a:t>
            </a:r>
            <a:r>
              <a:rPr lang="en-US" b="0" dirty="0"/>
              <a:t> If you like, why don't you tell your students here about your “fastest” and “slowest” written scientific work and how different these experiences were for you - or how similar? Perhaps the students here can also draw parallels to their own previous work.</a:t>
            </a:r>
          </a:p>
          <a:p>
            <a:pPr marL="171450" indent="-171450">
              <a:buFont typeface="Arial" panose="020B0604020202020204" pitchFamily="34" charset="0"/>
              <a:buChar char="•"/>
              <a:defRPr/>
            </a:pPr>
            <a:r>
              <a:rPr lang="en-US" b="0" dirty="0"/>
              <a:t>The primary aim here is for the first-year students to understand that you don't have to panic when other students tell you that they were </a:t>
            </a:r>
            <a:r>
              <a:rPr lang="en-US" b="0" dirty="0" err="1"/>
              <a:t>sooo</a:t>
            </a:r>
            <a:r>
              <a:rPr lang="en-US" b="0" dirty="0"/>
              <a:t> fast or </a:t>
            </a:r>
            <a:r>
              <a:rPr lang="en-US" b="0" dirty="0" err="1"/>
              <a:t>sooo</a:t>
            </a:r>
            <a:r>
              <a:rPr lang="en-US" b="0" dirty="0"/>
              <a:t> slow and therefore got the great grade X, while you have a completely different time frame. Everything can be okay!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6</a:t>
            </a:fld>
            <a:endParaRPr lang="de-DE"/>
          </a:p>
        </p:txBody>
      </p:sp>
    </p:spTree>
    <p:extLst>
      <p:ext uri="{BB962C8B-B14F-4D97-AF65-F5344CB8AC3E}">
        <p14:creationId xmlns:p14="http://schemas.microsoft.com/office/powerpoint/2010/main" val="651933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marL="171450" indent="-171450">
              <a:buFont typeface="Arial" panose="020B0604020202020204" pitchFamily="34" charset="0"/>
              <a:buChar char="•"/>
              <a:defRPr/>
            </a:pPr>
            <a:r>
              <a:rPr lang="en-US" b="1" dirty="0"/>
              <a:t>To you: </a:t>
            </a:r>
            <a:r>
              <a:rPr lang="en-US" b="0" dirty="0"/>
              <a:t>The following slides are about what scientific written language looks like and what you could and should pay attention to. Here is an overview.</a:t>
            </a:r>
          </a:p>
          <a:p>
            <a:pPr marL="171450" indent="-171450">
              <a:buFont typeface="Arial" panose="020B0604020202020204" pitchFamily="34" charset="0"/>
              <a:buChar char="•"/>
              <a:defRPr/>
            </a:pPr>
            <a:endParaRPr lang="en-US" b="0" dirty="0"/>
          </a:p>
          <a:p>
            <a:pPr marL="171450" indent="-171450">
              <a:buFont typeface="Arial" panose="020B0604020202020204" pitchFamily="34" charset="0"/>
              <a:buChar char="•"/>
              <a:defRPr/>
            </a:pPr>
            <a:r>
              <a:rPr lang="en-US" b="0" dirty="0"/>
              <a:t>Regarding the freedom of “I”: in the past, it was often recommended to be passive (it was analyzed), today the word “I” may usually be used (I have analyzed), you should only not introduce unfounded opinions (I think that's good). It also depends on the discipline, so if in doubt, ask the teacher.</a:t>
            </a:r>
            <a:endParaRPr b="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dirty="0"/>
              <a:t>To you: </a:t>
            </a:r>
            <a:r>
              <a:rPr lang="en-US" b="0" dirty="0"/>
              <a:t>In this exercise, students should either rewrite this text “correctly” in individual or small group work or discuss in plenary what mistakes were made and how to solve them. On the following slide you will find a possible “solution”.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We would recommend doing this exercise first and using it to work out the don'ts with the students about what not to write. A few don'ts are listed on the next slides, which you can then go through as required.</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8</a:t>
            </a:fld>
            <a:endParaRPr lang="de-DE"/>
          </a:p>
        </p:txBody>
      </p:sp>
    </p:spTree>
    <p:extLst>
      <p:ext uri="{BB962C8B-B14F-4D97-AF65-F5344CB8AC3E}">
        <p14:creationId xmlns:p14="http://schemas.microsoft.com/office/powerpoint/2010/main" val="35026923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To you: </a:t>
            </a:r>
            <a:r>
              <a:rPr lang="en-US" b="0" dirty="0"/>
              <a:t>Did the students notice all the “mistakes”? Did you find it difficult to rephrase them? If so, how and where could you seek help? (fellow students, writing center, literature, ...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9</a:t>
            </a:fld>
            <a:endParaRPr lang="de-DE"/>
          </a:p>
        </p:txBody>
      </p:sp>
    </p:spTree>
    <p:extLst>
      <p:ext uri="{BB962C8B-B14F-4D97-AF65-F5344CB8AC3E}">
        <p14:creationId xmlns:p14="http://schemas.microsoft.com/office/powerpoint/2010/main" val="3865405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To You: </a:t>
            </a:r>
            <a:r>
              <a:rPr lang="en-US" dirty="0"/>
              <a:t>Here and on the next slides the don'ts mentioned</a:t>
            </a:r>
            <a:r>
              <a:rPr lang="en-GB" dirty="0"/>
              <a:t>…</a:t>
            </a:r>
          </a:p>
        </p:txBody>
      </p:sp>
      <p:sp>
        <p:nvSpPr>
          <p:cNvPr id="4" name="Slide Number Placeholder 3"/>
          <p:cNvSpPr>
            <a:spLocks noGrp="1"/>
          </p:cNvSpPr>
          <p:nvPr>
            <p:ph type="sldNum" sz="quarter" idx="5"/>
          </p:nvPr>
        </p:nvSpPr>
        <p:spPr/>
        <p:txBody>
          <a:bodyPr/>
          <a:lstStyle/>
          <a:p>
            <a:fld id="{91C7837A-BE0C-8E44-AC6E-3BD867A160FB}" type="slidenum">
              <a:rPr lang="de-DE" smtClean="0"/>
              <a:t>10</a:t>
            </a:fld>
            <a:endParaRPr lang="de-DE"/>
          </a:p>
        </p:txBody>
      </p:sp>
    </p:spTree>
    <p:extLst>
      <p:ext uri="{BB962C8B-B14F-4D97-AF65-F5344CB8AC3E}">
        <p14:creationId xmlns:p14="http://schemas.microsoft.com/office/powerpoint/2010/main" val="255310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11</a:t>
            </a:fld>
            <a:endParaRPr lang="de-DE"/>
          </a:p>
        </p:txBody>
      </p:sp>
    </p:spTree>
    <p:extLst>
      <p:ext uri="{BB962C8B-B14F-4D97-AF65-F5344CB8AC3E}">
        <p14:creationId xmlns:p14="http://schemas.microsoft.com/office/powerpoint/2010/main" val="968446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12</a:t>
            </a:fld>
            <a:endParaRPr lang="de-DE"/>
          </a:p>
        </p:txBody>
      </p:sp>
    </p:spTree>
    <p:extLst>
      <p:ext uri="{BB962C8B-B14F-4D97-AF65-F5344CB8AC3E}">
        <p14:creationId xmlns:p14="http://schemas.microsoft.com/office/powerpoint/2010/main" val="294287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13</a:t>
            </a:fld>
            <a:endParaRPr lang="de-DE"/>
          </a:p>
        </p:txBody>
      </p:sp>
    </p:spTree>
    <p:extLst>
      <p:ext uri="{BB962C8B-B14F-4D97-AF65-F5344CB8AC3E}">
        <p14:creationId xmlns:p14="http://schemas.microsoft.com/office/powerpoint/2010/main" val="414247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91C7837A-BE0C-8E44-AC6E-3BD867A160FB}" type="slidenum">
              <a:rPr lang="de-DE" smtClean="0"/>
              <a:t>14</a:t>
            </a:fld>
            <a:endParaRPr lang="de-DE"/>
          </a:p>
        </p:txBody>
      </p:sp>
    </p:spTree>
    <p:extLst>
      <p:ext uri="{BB962C8B-B14F-4D97-AF65-F5344CB8AC3E}">
        <p14:creationId xmlns:p14="http://schemas.microsoft.com/office/powerpoint/2010/main" val="14304989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To you: </a:t>
            </a:r>
            <a:r>
              <a:rPr lang="en-US" b="0" dirty="0"/>
              <a:t>Briefly explain to the students here once again that every subject is different and that the most beautifully written scientific paper to the taste of Prof. A will not win a flower pot if it was written for Prof. B and he/she has specified completely different formalities. It's always best to note when a professor mentions what is important to him/her in the paper and check again at the end to see if this has been taken into account. However, you can also mention that the requirements are often similar; see point 3 on the slide. </a:t>
            </a:r>
            <a:endParaRPr lang="en-GB" b="0" dirty="0"/>
          </a:p>
        </p:txBody>
      </p:sp>
      <p:sp>
        <p:nvSpPr>
          <p:cNvPr id="4" name="Slide Number Placeholder 3"/>
          <p:cNvSpPr>
            <a:spLocks noGrp="1"/>
          </p:cNvSpPr>
          <p:nvPr>
            <p:ph type="sldNum" sz="quarter" idx="5"/>
          </p:nvPr>
        </p:nvSpPr>
        <p:spPr/>
        <p:txBody>
          <a:bodyPr/>
          <a:lstStyle/>
          <a:p>
            <a:fld id="{91C7837A-BE0C-8E44-AC6E-3BD867A160FB}" type="slidenum">
              <a:rPr lang="de-DE" smtClean="0"/>
              <a:t>15</a:t>
            </a:fld>
            <a:endParaRPr lang="de-DE"/>
          </a:p>
        </p:txBody>
      </p:sp>
    </p:spTree>
    <p:extLst>
      <p:ext uri="{BB962C8B-B14F-4D97-AF65-F5344CB8AC3E}">
        <p14:creationId xmlns:p14="http://schemas.microsoft.com/office/powerpoint/2010/main" val="3053274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To you: </a:t>
            </a:r>
            <a:r>
              <a:rPr lang="en-US" dirty="0"/>
              <a:t>Here you can briefly discuss once again what the students can use as a guide when revising. Encourage them to save this slide in some way or to note down the most important points (for them) at home near their desk.</a:t>
            </a:r>
            <a:endParaRPr lang="de-DE" dirty="0"/>
          </a:p>
          <a:p>
            <a:endParaRPr lang="en-GB" dirty="0"/>
          </a:p>
        </p:txBody>
      </p:sp>
      <p:sp>
        <p:nvSpPr>
          <p:cNvPr id="4" name="Slide Number Placeholder 3"/>
          <p:cNvSpPr>
            <a:spLocks noGrp="1"/>
          </p:cNvSpPr>
          <p:nvPr>
            <p:ph type="sldNum" sz="quarter" idx="5"/>
          </p:nvPr>
        </p:nvSpPr>
        <p:spPr/>
        <p:txBody>
          <a:bodyPr/>
          <a:lstStyle/>
          <a:p>
            <a:fld id="{91C7837A-BE0C-8E44-AC6E-3BD867A160FB}" type="slidenum">
              <a:rPr lang="de-DE" smtClean="0"/>
              <a:t>16</a:t>
            </a:fld>
            <a:endParaRPr lang="de-DE"/>
          </a:p>
        </p:txBody>
      </p:sp>
    </p:spTree>
    <p:extLst>
      <p:ext uri="{BB962C8B-B14F-4D97-AF65-F5344CB8AC3E}">
        <p14:creationId xmlns:p14="http://schemas.microsoft.com/office/powerpoint/2010/main" val="28842270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An dich: </a:t>
            </a:r>
            <a:r>
              <a:rPr lang="en-GB" dirty="0"/>
              <a:t>a collection of Wiki Articles for further reading.</a:t>
            </a:r>
          </a:p>
        </p:txBody>
      </p:sp>
      <p:sp>
        <p:nvSpPr>
          <p:cNvPr id="4" name="Slide Number Placeholder 3"/>
          <p:cNvSpPr>
            <a:spLocks noGrp="1"/>
          </p:cNvSpPr>
          <p:nvPr>
            <p:ph type="sldNum" sz="quarter" idx="5"/>
          </p:nvPr>
        </p:nvSpPr>
        <p:spPr/>
        <p:txBody>
          <a:bodyPr/>
          <a:lstStyle/>
          <a:p>
            <a:fld id="{91C7837A-BE0C-8E44-AC6E-3BD867A160FB}" type="slidenum">
              <a:rPr lang="de-DE" smtClean="0"/>
              <a:t>17</a:t>
            </a:fld>
            <a:endParaRPr lang="de-DE"/>
          </a:p>
        </p:txBody>
      </p:sp>
    </p:spTree>
    <p:extLst>
      <p:ext uri="{BB962C8B-B14F-4D97-AF65-F5344CB8AC3E}">
        <p14:creationId xmlns:p14="http://schemas.microsoft.com/office/powerpoint/2010/main" val="42050906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svg"/><Relationship Id="rId4"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svg"/><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g"/><Relationship Id="rId1" Type="http://schemas.openxmlformats.org/officeDocument/2006/relationships/slideMaster" Target="../slideMasters/slideMaster2.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3581400"/>
          </a:xfrm>
        </p:spPr>
        <p:txBody>
          <a:bodyPr anchor="b"/>
          <a:lstStyle>
            <a:lvl1pPr algn="ctr">
              <a:defRPr sz="6000"/>
            </a:lvl1pPr>
          </a:lstStyle>
          <a:p>
            <a:r>
              <a:rPr lang="de-DE" dirty="0"/>
              <a:t>Titel</a:t>
            </a:r>
          </a:p>
        </p:txBody>
      </p:sp>
      <p:sp>
        <p:nvSpPr>
          <p:cNvPr id="3" name="Untertitel 2">
            <a:extLst>
              <a:ext uri="{FF2B5EF4-FFF2-40B4-BE49-F238E27FC236}">
                <a16:creationId xmlns:a16="http://schemas.microsoft.com/office/drawing/2014/main" id="{235F8C20-5144-BCD6-046F-3A4637BEE2F7}"/>
              </a:ext>
            </a:extLst>
          </p:cNvPr>
          <p:cNvSpPr>
            <a:spLocks noGrp="1"/>
          </p:cNvSpPr>
          <p:nvPr>
            <p:ph type="subTitle" idx="1" hasCustomPrompt="1"/>
          </p:nvPr>
        </p:nvSpPr>
        <p:spPr>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Tutor*in: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5" name="Untertitel 2">
            <a:extLst>
              <a:ext uri="{FF2B5EF4-FFF2-40B4-BE49-F238E27FC236}">
                <a16:creationId xmlns:a16="http://schemas.microsoft.com/office/drawing/2014/main" id="{9A44B3A5-D45E-6AC8-EA59-A853F9E8010A}"/>
              </a:ext>
            </a:extLst>
          </p:cNvPr>
          <p:cNvSpPr txBox="1">
            <a:spLocks/>
          </p:cNvSpPr>
          <p:nvPr userDrawn="1"/>
        </p:nvSpPr>
        <p:spPr>
          <a:xfrm>
            <a:off x="9144000" y="7982337"/>
            <a:ext cx="6777643" cy="78319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dirty="0"/>
              <a:t>Datum: </a:t>
            </a:r>
          </a:p>
        </p:txBody>
      </p:sp>
    </p:spTree>
    <p:extLst>
      <p:ext uri="{BB962C8B-B14F-4D97-AF65-F5344CB8AC3E}">
        <p14:creationId xmlns:p14="http://schemas.microsoft.com/office/powerpoint/2010/main" val="3538319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nchor="b"/>
          <a:lstStyle>
            <a:lvl1pPr>
              <a:defRPr sz="6000"/>
            </a:lvl1pPr>
          </a:lstStyle>
          <a:p>
            <a:r>
              <a:rPr lang="de-DE" dirty="0"/>
              <a:t>Agenda</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2018666" y="506518"/>
            <a:ext cx="2809405" cy="2643335"/>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562784" y="4424673"/>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1766" y="-260603"/>
            <a:ext cx="3894251" cy="4068485"/>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4998235" y="987245"/>
            <a:ext cx="3473526" cy="291463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4548476" y="-705407"/>
            <a:ext cx="3201123" cy="3188050"/>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366738" y="782145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050506" y="-563810"/>
            <a:ext cx="2158222" cy="2864923"/>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 name="Inhaltsplatzhalter 2">
            <a:extLst>
              <a:ext uri="{FF2B5EF4-FFF2-40B4-BE49-F238E27FC236}">
                <a16:creationId xmlns:a16="http://schemas.microsoft.com/office/drawing/2014/main" id="{E3A5BB02-AE5B-0564-222E-54F98BC7CAF8}"/>
              </a:ext>
            </a:extLst>
          </p:cNvPr>
          <p:cNvSpPr>
            <a:spLocks noGrp="1"/>
          </p:cNvSpPr>
          <p:nvPr>
            <p:ph idx="1" hasCustomPrompt="1"/>
          </p:nvPr>
        </p:nvSpPr>
        <p:spPr>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r>
              <a:rPr lang="de-DE" dirty="0"/>
              <a:t> </a:t>
            </a:r>
          </a:p>
          <a:p>
            <a:pPr lvl="1"/>
            <a:r>
              <a:rPr lang="de-DE" dirty="0"/>
              <a:t>  </a:t>
            </a:r>
          </a:p>
          <a:p>
            <a:pPr lvl="0"/>
            <a:r>
              <a:rPr lang="de-DE" dirty="0"/>
              <a:t>  </a:t>
            </a:r>
          </a:p>
          <a:p>
            <a:pPr lvl="1"/>
            <a:r>
              <a:rPr lang="de-DE" dirty="0"/>
              <a:t>  </a:t>
            </a:r>
          </a:p>
          <a:p>
            <a:pPr lvl="1"/>
            <a:r>
              <a:rPr lang="de-DE" dirty="0"/>
              <a:t> </a:t>
            </a:r>
          </a:p>
          <a:p>
            <a:pPr lvl="0"/>
            <a:r>
              <a:rPr lang="de-DE" dirty="0"/>
              <a:t>  </a:t>
            </a:r>
          </a:p>
          <a:p>
            <a:pPr lvl="1"/>
            <a:r>
              <a:rPr lang="de-DE" dirty="0"/>
              <a:t> </a:t>
            </a:r>
          </a:p>
          <a:p>
            <a:pPr lvl="1"/>
            <a:r>
              <a:rPr lang="de-DE" dirty="0"/>
              <a:t> </a:t>
            </a:r>
          </a:p>
          <a:p>
            <a:pPr lvl="1"/>
            <a:r>
              <a:rPr lang="de-DE" dirty="0"/>
              <a:t> </a:t>
            </a:r>
          </a:p>
          <a:p>
            <a:pPr lvl="0"/>
            <a:r>
              <a:rPr lang="de-DE" dirty="0"/>
              <a:t> </a:t>
            </a:r>
          </a:p>
          <a:p>
            <a:pPr lvl="0"/>
            <a:endParaRPr lang="de-DE" dirty="0"/>
          </a:p>
        </p:txBody>
      </p:sp>
    </p:spTree>
    <p:extLst>
      <p:ext uri="{BB962C8B-B14F-4D97-AF65-F5344CB8AC3E}">
        <p14:creationId xmlns:p14="http://schemas.microsoft.com/office/powerpoint/2010/main" val="3544296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eck-I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3F13051-CF4E-443B-29BC-001C474A56A9}"/>
              </a:ext>
            </a:extLst>
          </p:cNvPr>
          <p:cNvSpPr/>
          <p:nvPr userDrawn="1"/>
        </p:nvSpPr>
        <p:spPr>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483674"/>
          </a:xfrm>
        </p:spPr>
        <p:txBody>
          <a:bodyPr lIns="90000" anchor="ctr"/>
          <a:lstStyle>
            <a:lvl1pPr>
              <a:defRPr sz="6000"/>
            </a:lvl1pPr>
          </a:lstStyle>
          <a:p>
            <a:r>
              <a:rPr lang="de-DE" dirty="0"/>
              <a:t>Check-In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99136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EBE749-CE66-C75E-E6F2-FFD0724629CD}"/>
              </a:ext>
            </a:extLst>
          </p:cNvPr>
          <p:cNvSpPr>
            <a:spLocks noGrp="1"/>
          </p:cNvSpPr>
          <p:nvPr>
            <p:ph type="title" hasCustomPrompt="1"/>
          </p:nvPr>
        </p:nvSpPr>
        <p:spPr>
          <a:xfrm>
            <a:off x="1944000" y="1301860"/>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EE1324FA-E215-DE5C-2D6F-0CD868303378}"/>
              </a:ext>
            </a:extLst>
          </p:cNvPr>
          <p:cNvSpPr>
            <a:spLocks noGrp="1"/>
          </p:cNvSpPr>
          <p:nvPr>
            <p:ph idx="1"/>
          </p:nvPr>
        </p:nvSpPr>
        <p:spPr>
          <a:xfrm>
            <a:off x="1944000" y="2738828"/>
            <a:ext cx="14400000" cy="648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reeform 2">
            <a:extLst>
              <a:ext uri="{FF2B5EF4-FFF2-40B4-BE49-F238E27FC236}">
                <a16:creationId xmlns:a16="http://schemas.microsoft.com/office/drawing/2014/main" id="{BE0289C6-007F-CC39-352D-152520C8FEE2}"/>
              </a:ext>
            </a:extLst>
          </p:cNvPr>
          <p:cNvSpPr/>
          <p:nvPr userDrawn="1"/>
        </p:nvSpPr>
        <p:spPr>
          <a:xfrm>
            <a:off x="-806140" y="-803735"/>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20151D67-84F6-087A-13ED-2BF5A2A4837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5926566D-A50F-E915-FB4C-1392EE78A825}"/>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FD49F164-DAE8-6727-6DAB-B303AC9C1A18}"/>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8BC7A24B-F3D9-A693-9531-5D0A3B32C020}"/>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BC3FB793-4DEF-326C-B9F2-AAFE13EF7B3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E1DBF27E-8ABB-7894-AF4C-68B34C6EF44A}"/>
              </a:ext>
            </a:extLst>
          </p:cNvPr>
          <p:cNvSpPr/>
          <p:nvPr userDrawn="1"/>
        </p:nvSpPr>
        <p:spPr>
          <a:xfrm rot="-458312">
            <a:off x="16771767" y="216258"/>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BF99FDA7-CEAC-A470-15A2-8AF647F45C2E}"/>
              </a:ext>
            </a:extLst>
          </p:cNvPr>
          <p:cNvSpPr/>
          <p:nvPr userDrawn="1"/>
        </p:nvSpPr>
        <p:spPr>
          <a:xfrm rot="1296289">
            <a:off x="15646620" y="-376703"/>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4B80B37-6A71-F39A-8153-BF8EBFA9CA05}"/>
              </a:ext>
            </a:extLst>
          </p:cNvPr>
          <p:cNvSpPr/>
          <p:nvPr userDrawn="1"/>
        </p:nvSpPr>
        <p:spPr>
          <a:xfrm rot="2310652">
            <a:off x="-811538" y="3739758"/>
            <a:ext cx="2509961" cy="2095591"/>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C39BFFC2-02E0-2076-5648-D928091BA4F6}"/>
              </a:ext>
            </a:extLst>
          </p:cNvPr>
          <p:cNvSpPr/>
          <p:nvPr userDrawn="1"/>
        </p:nvSpPr>
        <p:spPr>
          <a:xfrm rot="7628197">
            <a:off x="17318415" y="2283638"/>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565003B8-E35C-4A98-29B0-022ACADD0DE8}"/>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415485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3955611"/>
          </a:xfrm>
        </p:spPr>
        <p:txBody>
          <a:bodyPr lIns="90000" anchor="b"/>
          <a:lstStyle>
            <a:lvl1pPr>
              <a:defRPr sz="6000"/>
            </a:lvl1pPr>
          </a:lstStyle>
          <a:p>
            <a:r>
              <a:rPr lang="de-DE" dirty="0"/>
              <a:t>Überschrift</a:t>
            </a:r>
          </a:p>
        </p:txBody>
      </p:sp>
      <p:sp>
        <p:nvSpPr>
          <p:cNvPr id="3" name="Textplatzhalter 2">
            <a:extLst>
              <a:ext uri="{FF2B5EF4-FFF2-40B4-BE49-F238E27FC236}">
                <a16:creationId xmlns:a16="http://schemas.microsoft.com/office/drawing/2014/main" id="{AF384CE9-ADC6-C3BB-E2FC-2F28B70A474A}"/>
              </a:ext>
            </a:extLst>
          </p:cNvPr>
          <p:cNvSpPr>
            <a:spLocks noGrp="1"/>
          </p:cNvSpPr>
          <p:nvPr>
            <p:ph type="body" idx="1"/>
          </p:nvPr>
        </p:nvSpPr>
        <p:spPr>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1537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use">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AFDF0A71-9CBE-84BC-7998-A4155D1C9C56}"/>
              </a:ext>
            </a:extLst>
          </p:cNvPr>
          <p:cNvSpPr/>
          <p:nvPr userDrawn="1"/>
        </p:nvSpPr>
        <p:spPr>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PAUSE</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2297046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ergizer">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4315B97D-904D-C50B-4A96-2667B117C251}"/>
              </a:ext>
            </a:extLst>
          </p:cNvPr>
          <p:cNvSpPr/>
          <p:nvPr userDrawn="1"/>
        </p:nvSpPr>
        <p:spPr>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1D501A61-2B18-0ED3-C535-4612EEBAA2BC}"/>
              </a:ext>
            </a:extLst>
          </p:cNvPr>
          <p:cNvSpPr>
            <a:spLocks noGrp="1"/>
          </p:cNvSpPr>
          <p:nvPr>
            <p:ph type="title" hasCustomPrompt="1"/>
          </p:nvPr>
        </p:nvSpPr>
        <p:spPr>
          <a:xfrm>
            <a:off x="1906800" y="2171700"/>
            <a:ext cx="14400000" cy="6399403"/>
          </a:xfrm>
        </p:spPr>
        <p:txBody>
          <a:bodyPr lIns="90000" anchor="ctr"/>
          <a:lstStyle>
            <a:lvl1pPr>
              <a:defRPr sz="6000"/>
            </a:lvl1pPr>
          </a:lstStyle>
          <a:p>
            <a:r>
              <a:rPr lang="de-DE" dirty="0"/>
              <a:t>ENERGIZER</a:t>
            </a:r>
          </a:p>
        </p:txBody>
      </p:sp>
      <p:sp>
        <p:nvSpPr>
          <p:cNvPr id="7" name="Freeform 2">
            <a:extLst>
              <a:ext uri="{FF2B5EF4-FFF2-40B4-BE49-F238E27FC236}">
                <a16:creationId xmlns:a16="http://schemas.microsoft.com/office/drawing/2014/main" id="{A178F449-8545-DE71-DA4C-6496D6DBA5E5}"/>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97EBDA71-CB02-6FC7-5CB6-D9B3B43B19B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ED693C2A-789B-19EF-0DE9-566851C2E660}"/>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23B757C-C4A0-8B17-AE9A-D6CB2E3272DA}"/>
              </a:ext>
            </a:extLst>
          </p:cNvPr>
          <p:cNvSpPr/>
          <p:nvPr userDrawn="1"/>
        </p:nvSpPr>
        <p:spPr>
          <a:xfrm>
            <a:off x="-844430" y="-193109"/>
            <a:ext cx="2311228" cy="2962220"/>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C042B4BA-2401-D18B-F18B-4A29B272D2E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5AA45E0A-25F5-F8D5-73B9-2D159420F43E}"/>
              </a:ext>
            </a:extLst>
          </p:cNvPr>
          <p:cNvSpPr/>
          <p:nvPr userDrawn="1"/>
        </p:nvSpPr>
        <p:spPr>
          <a:xfrm rot="-458312">
            <a:off x="16209917" y="184642"/>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2C845A3D-32B2-1447-47E4-C90BECB9B2E8}"/>
              </a:ext>
            </a:extLst>
          </p:cNvPr>
          <p:cNvSpPr/>
          <p:nvPr userDrawn="1"/>
        </p:nvSpPr>
        <p:spPr>
          <a:xfrm rot="1296289">
            <a:off x="15248400" y="253720"/>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0EB4A3C2-DCD8-B82C-E32D-C301A85AE3F7}"/>
              </a:ext>
            </a:extLst>
          </p:cNvPr>
          <p:cNvSpPr/>
          <p:nvPr userDrawn="1"/>
        </p:nvSpPr>
        <p:spPr>
          <a:xfrm rot="-2487859">
            <a:off x="1040125" y="-8334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B3626150-4971-21DB-4C58-B54468EE242D}"/>
              </a:ext>
            </a:extLst>
          </p:cNvPr>
          <p:cNvSpPr/>
          <p:nvPr userDrawn="1"/>
        </p:nvSpPr>
        <p:spPr>
          <a:xfrm rot="1296289">
            <a:off x="554481" y="867779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518DFD2A-B550-F74E-3DE0-800F448F4FEC}"/>
              </a:ext>
            </a:extLst>
          </p:cNvPr>
          <p:cNvSpPr/>
          <p:nvPr userDrawn="1"/>
        </p:nvSpPr>
        <p:spPr>
          <a:xfrm rot="7628197">
            <a:off x="15096766" y="-48757"/>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8" name="Freeform 13">
            <a:extLst>
              <a:ext uri="{FF2B5EF4-FFF2-40B4-BE49-F238E27FC236}">
                <a16:creationId xmlns:a16="http://schemas.microsoft.com/office/drawing/2014/main" id="{AFEA79C4-9927-6B65-7676-017D774F24B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11" name="Freeform 6">
            <a:extLst>
              <a:ext uri="{FF2B5EF4-FFF2-40B4-BE49-F238E27FC236}">
                <a16:creationId xmlns:a16="http://schemas.microsoft.com/office/drawing/2014/main" id="{07D31AB0-123B-15BF-B489-0A8469E9A396}"/>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7994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73C3F7-A725-A168-57F5-A5ACAC911705}"/>
              </a:ext>
            </a:extLst>
          </p:cNvPr>
          <p:cNvSpPr>
            <a:spLocks noGrp="1"/>
          </p:cNvSpPr>
          <p:nvPr>
            <p:ph type="title" hasCustomPrompt="1"/>
          </p:nvPr>
        </p:nvSpPr>
        <p:spPr>
          <a:xfrm>
            <a:off x="1944000" y="1366765"/>
            <a:ext cx="14400000" cy="1260000"/>
          </a:xfrm>
        </p:spPr>
        <p:txBody>
          <a:bodyPr/>
          <a:lstStyle/>
          <a:p>
            <a:r>
              <a:rPr lang="de-DE" dirty="0"/>
              <a:t>Überschrift</a:t>
            </a:r>
          </a:p>
        </p:txBody>
      </p:sp>
      <p:sp>
        <p:nvSpPr>
          <p:cNvPr id="3" name="Inhaltsplatzhalter 2">
            <a:extLst>
              <a:ext uri="{FF2B5EF4-FFF2-40B4-BE49-F238E27FC236}">
                <a16:creationId xmlns:a16="http://schemas.microsoft.com/office/drawing/2014/main" id="{DBBFAA9C-C85A-A03F-D628-0BFBEFFCD9FB}"/>
              </a:ext>
            </a:extLst>
          </p:cNvPr>
          <p:cNvSpPr>
            <a:spLocks noGrp="1"/>
          </p:cNvSpPr>
          <p:nvPr>
            <p:ph sz="half" idx="1"/>
          </p:nvPr>
        </p:nvSpPr>
        <p:spPr>
          <a:xfrm>
            <a:off x="19440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A3D0397D-4828-69AF-16C0-77D8182A2601}"/>
              </a:ext>
            </a:extLst>
          </p:cNvPr>
          <p:cNvSpPr>
            <a:spLocks noGrp="1"/>
          </p:cNvSpPr>
          <p:nvPr>
            <p:ph sz="half" idx="2"/>
          </p:nvPr>
        </p:nvSpPr>
        <p:spPr>
          <a:xfrm>
            <a:off x="9220200" y="2738438"/>
            <a:ext cx="7123800" cy="65278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Freeform 2">
            <a:extLst>
              <a:ext uri="{FF2B5EF4-FFF2-40B4-BE49-F238E27FC236}">
                <a16:creationId xmlns:a16="http://schemas.microsoft.com/office/drawing/2014/main" id="{72414888-863A-7F49-938F-5E972A82EA70}"/>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92922934-2D9F-FFEA-894A-C9CB5345C80F}"/>
              </a:ext>
            </a:extLst>
          </p:cNvPr>
          <p:cNvSpPr/>
          <p:nvPr userDrawn="1"/>
        </p:nvSpPr>
        <p:spPr>
          <a:xfrm>
            <a:off x="-241193" y="146185"/>
            <a:ext cx="2085371" cy="2032289"/>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8B06EBE0-28F0-2460-421C-812848A0CF4B}"/>
              </a:ext>
            </a:extLst>
          </p:cNvPr>
          <p:cNvSpPr/>
          <p:nvPr userDrawn="1"/>
        </p:nvSpPr>
        <p:spPr>
          <a:xfrm rot="7860679">
            <a:off x="668732" y="93092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A4327127-659A-AEE9-A699-17689FB4515C}"/>
              </a:ext>
            </a:extLst>
          </p:cNvPr>
          <p:cNvSpPr/>
          <p:nvPr userDrawn="1"/>
        </p:nvSpPr>
        <p:spPr>
          <a:xfrm rot="-2487859">
            <a:off x="1653257" y="-539706"/>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E1420116-728D-9DD6-C96F-FEB09C92235D}"/>
              </a:ext>
            </a:extLst>
          </p:cNvPr>
          <p:cNvSpPr/>
          <p:nvPr userDrawn="1"/>
        </p:nvSpPr>
        <p:spPr>
          <a:xfrm rot="1296289">
            <a:off x="-407556" y="8504231"/>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243BE1EB-BFDE-6083-A284-87D7CF37DB8D}"/>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Freeform 3">
            <a:extLst>
              <a:ext uri="{FF2B5EF4-FFF2-40B4-BE49-F238E27FC236}">
                <a16:creationId xmlns:a16="http://schemas.microsoft.com/office/drawing/2014/main" id="{FA284C4F-77FA-8BBB-7032-15B26047A961}"/>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1" name="Freeform 5">
            <a:extLst>
              <a:ext uri="{FF2B5EF4-FFF2-40B4-BE49-F238E27FC236}">
                <a16:creationId xmlns:a16="http://schemas.microsoft.com/office/drawing/2014/main" id="{EF206E22-45CF-248B-6797-2BB7CFC8EBDF}"/>
              </a:ext>
            </a:extLst>
          </p:cNvPr>
          <p:cNvSpPr/>
          <p:nvPr userDrawn="1"/>
        </p:nvSpPr>
        <p:spPr>
          <a:xfrm rot="16008410">
            <a:off x="16401541" y="71447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2" name="Freeform 7">
            <a:extLst>
              <a:ext uri="{FF2B5EF4-FFF2-40B4-BE49-F238E27FC236}">
                <a16:creationId xmlns:a16="http://schemas.microsoft.com/office/drawing/2014/main" id="{17FC525E-1B82-33A4-4138-CFFD1DF018B2}"/>
              </a:ext>
            </a:extLst>
          </p:cNvPr>
          <p:cNvSpPr/>
          <p:nvPr userDrawn="1"/>
        </p:nvSpPr>
        <p:spPr>
          <a:xfrm rot="7860679">
            <a:off x="16917043" y="6687679"/>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3" name="Freeform 9">
            <a:extLst>
              <a:ext uri="{FF2B5EF4-FFF2-40B4-BE49-F238E27FC236}">
                <a16:creationId xmlns:a16="http://schemas.microsoft.com/office/drawing/2014/main" id="{1DD168A7-BF44-B367-A030-F04BE42823FB}"/>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4" name="Freeform 10">
            <a:extLst>
              <a:ext uri="{FF2B5EF4-FFF2-40B4-BE49-F238E27FC236}">
                <a16:creationId xmlns:a16="http://schemas.microsoft.com/office/drawing/2014/main" id="{B1895A35-2902-C1EF-0731-B1979F77C793}"/>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12">
            <a:extLst>
              <a:ext uri="{FF2B5EF4-FFF2-40B4-BE49-F238E27FC236}">
                <a16:creationId xmlns:a16="http://schemas.microsoft.com/office/drawing/2014/main" id="{E78247A3-9477-C8B5-82A9-1C29B4E555F6}"/>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003133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7A6022-A198-7B99-5333-A92C521AFCC1}"/>
              </a:ext>
            </a:extLst>
          </p:cNvPr>
          <p:cNvSpPr>
            <a:spLocks noGrp="1"/>
          </p:cNvSpPr>
          <p:nvPr>
            <p:ph type="title" hasCustomPrompt="1"/>
          </p:nvPr>
        </p:nvSpPr>
        <p:spPr>
          <a:xfrm>
            <a:off x="1944000" y="1174623"/>
            <a:ext cx="14400000" cy="1260000"/>
          </a:xfrm>
        </p:spPr>
        <p:txBody>
          <a:bodyPr/>
          <a:lstStyle/>
          <a:p>
            <a:r>
              <a:rPr lang="de-DE" dirty="0"/>
              <a:t>Überschrift</a:t>
            </a:r>
          </a:p>
        </p:txBody>
      </p:sp>
      <p:sp>
        <p:nvSpPr>
          <p:cNvPr id="3" name="Textplatzhalter 2">
            <a:extLst>
              <a:ext uri="{FF2B5EF4-FFF2-40B4-BE49-F238E27FC236}">
                <a16:creationId xmlns:a16="http://schemas.microsoft.com/office/drawing/2014/main" id="{A4A61611-BC98-8FC7-6998-CB2FCAF8790D}"/>
              </a:ext>
            </a:extLst>
          </p:cNvPr>
          <p:cNvSpPr>
            <a:spLocks noGrp="1"/>
          </p:cNvSpPr>
          <p:nvPr>
            <p:ph type="body" idx="1"/>
          </p:nvPr>
        </p:nvSpPr>
        <p:spPr>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016CEA97-79C7-8C43-A7ED-2FC6094367AD}"/>
              </a:ext>
            </a:extLst>
          </p:cNvPr>
          <p:cNvSpPr>
            <a:spLocks noGrp="1"/>
          </p:cNvSpPr>
          <p:nvPr>
            <p:ph sz="half" idx="2"/>
          </p:nvPr>
        </p:nvSpPr>
        <p:spPr>
          <a:xfrm>
            <a:off x="1944000" y="3757613"/>
            <a:ext cx="7052362"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6F4D4B16-AEDF-5032-88F4-0CB7020E1576}"/>
              </a:ext>
            </a:extLst>
          </p:cNvPr>
          <p:cNvSpPr>
            <a:spLocks noGrp="1"/>
          </p:cNvSpPr>
          <p:nvPr>
            <p:ph type="body" sz="quarter" idx="3"/>
          </p:nvPr>
        </p:nvSpPr>
        <p:spPr>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9F08C4B-3B79-0941-39EA-7FCD122BB9DC}"/>
              </a:ext>
            </a:extLst>
          </p:cNvPr>
          <p:cNvSpPr>
            <a:spLocks noGrp="1"/>
          </p:cNvSpPr>
          <p:nvPr>
            <p:ph sz="quarter" idx="4"/>
          </p:nvPr>
        </p:nvSpPr>
        <p:spPr>
          <a:xfrm>
            <a:off x="9258301" y="3757613"/>
            <a:ext cx="7085700" cy="55276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1" name="Freeform 3">
            <a:extLst>
              <a:ext uri="{FF2B5EF4-FFF2-40B4-BE49-F238E27FC236}">
                <a16:creationId xmlns:a16="http://schemas.microsoft.com/office/drawing/2014/main" id="{155CCDE1-46E7-C56E-E499-CAC8BE54C30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2" name="Freeform 4">
            <a:extLst>
              <a:ext uri="{FF2B5EF4-FFF2-40B4-BE49-F238E27FC236}">
                <a16:creationId xmlns:a16="http://schemas.microsoft.com/office/drawing/2014/main" id="{35889E93-2A5D-58AD-C395-D2FD5A443DED}"/>
              </a:ext>
            </a:extLst>
          </p:cNvPr>
          <p:cNvSpPr/>
          <p:nvPr userDrawn="1"/>
        </p:nvSpPr>
        <p:spPr>
          <a:xfrm>
            <a:off x="16605940" y="6291738"/>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5" name="Freeform 7">
            <a:extLst>
              <a:ext uri="{FF2B5EF4-FFF2-40B4-BE49-F238E27FC236}">
                <a16:creationId xmlns:a16="http://schemas.microsoft.com/office/drawing/2014/main" id="{496CF57D-CA1A-A609-3F9C-8F5C6C7CF86E}"/>
              </a:ext>
            </a:extLst>
          </p:cNvPr>
          <p:cNvSpPr/>
          <p:nvPr userDrawn="1"/>
        </p:nvSpPr>
        <p:spPr>
          <a:xfrm rot="7860679">
            <a:off x="16672693" y="5865697"/>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6" name="Freeform 8">
            <a:extLst>
              <a:ext uri="{FF2B5EF4-FFF2-40B4-BE49-F238E27FC236}">
                <a16:creationId xmlns:a16="http://schemas.microsoft.com/office/drawing/2014/main" id="{EEEBD99B-9609-C10D-B938-37A1D1276820}"/>
              </a:ext>
            </a:extLst>
          </p:cNvPr>
          <p:cNvSpPr/>
          <p:nvPr userDrawn="1"/>
        </p:nvSpPr>
        <p:spPr>
          <a:xfrm rot="-458312">
            <a:off x="16710104" y="1053145"/>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7" name="Freeform 9">
            <a:extLst>
              <a:ext uri="{FF2B5EF4-FFF2-40B4-BE49-F238E27FC236}">
                <a16:creationId xmlns:a16="http://schemas.microsoft.com/office/drawing/2014/main" id="{3E104128-F882-CD53-0D5D-FECF05E8306F}"/>
              </a:ext>
            </a:extLst>
          </p:cNvPr>
          <p:cNvSpPr/>
          <p:nvPr userDrawn="1"/>
        </p:nvSpPr>
        <p:spPr>
          <a:xfrm rot="1296289">
            <a:off x="15390336" y="-527401"/>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0" name="Freeform 12">
            <a:extLst>
              <a:ext uri="{FF2B5EF4-FFF2-40B4-BE49-F238E27FC236}">
                <a16:creationId xmlns:a16="http://schemas.microsoft.com/office/drawing/2014/main" id="{2F05AF10-F9C8-3261-CB2F-ECE3F6CFA40E}"/>
              </a:ext>
            </a:extLst>
          </p:cNvPr>
          <p:cNvSpPr/>
          <p:nvPr userDrawn="1"/>
        </p:nvSpPr>
        <p:spPr>
          <a:xfrm rot="7628197">
            <a:off x="17157286" y="131932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1" name="Freeform 13">
            <a:extLst>
              <a:ext uri="{FF2B5EF4-FFF2-40B4-BE49-F238E27FC236}">
                <a16:creationId xmlns:a16="http://schemas.microsoft.com/office/drawing/2014/main" id="{ED978E30-DF37-EF1E-4EDA-D257DB52A802}"/>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2" name="Freeform 2">
            <a:extLst>
              <a:ext uri="{FF2B5EF4-FFF2-40B4-BE49-F238E27FC236}">
                <a16:creationId xmlns:a16="http://schemas.microsoft.com/office/drawing/2014/main" id="{BC28FAE3-EF77-16F7-D36F-89291BDBA23F}"/>
              </a:ext>
            </a:extLst>
          </p:cNvPr>
          <p:cNvSpPr/>
          <p:nvPr userDrawn="1"/>
        </p:nvSpPr>
        <p:spPr>
          <a:xfrm>
            <a:off x="-1249582" y="4137531"/>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23" name="Freeform 11">
            <a:extLst>
              <a:ext uri="{FF2B5EF4-FFF2-40B4-BE49-F238E27FC236}">
                <a16:creationId xmlns:a16="http://schemas.microsoft.com/office/drawing/2014/main" id="{CEB1C3FA-1EEC-56C1-1AF2-E589AD20F890}"/>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4" name="Freeform 6">
            <a:extLst>
              <a:ext uri="{FF2B5EF4-FFF2-40B4-BE49-F238E27FC236}">
                <a16:creationId xmlns:a16="http://schemas.microsoft.com/office/drawing/2014/main" id="{B2B7A818-0250-2839-7F03-AE94C1840AFE}"/>
              </a:ext>
            </a:extLst>
          </p:cNvPr>
          <p:cNvSpPr/>
          <p:nvPr userDrawn="1"/>
        </p:nvSpPr>
        <p:spPr>
          <a:xfrm rot="7860679">
            <a:off x="-755376" y="4673141"/>
            <a:ext cx="1600955" cy="1645696"/>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dirty="0"/>
          </a:p>
        </p:txBody>
      </p:sp>
      <p:sp>
        <p:nvSpPr>
          <p:cNvPr id="24" name="Freeform 10">
            <a:extLst>
              <a:ext uri="{FF2B5EF4-FFF2-40B4-BE49-F238E27FC236}">
                <a16:creationId xmlns:a16="http://schemas.microsoft.com/office/drawing/2014/main" id="{7C0607F9-ADE3-ED8B-F55F-39BB06FB9595}"/>
              </a:ext>
            </a:extLst>
          </p:cNvPr>
          <p:cNvSpPr/>
          <p:nvPr userDrawn="1"/>
        </p:nvSpPr>
        <p:spPr>
          <a:xfrm rot="-2487859">
            <a:off x="754582" y="-207773"/>
            <a:ext cx="1882775" cy="1684956"/>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5" name="Freeform 4">
            <a:extLst>
              <a:ext uri="{FF2B5EF4-FFF2-40B4-BE49-F238E27FC236}">
                <a16:creationId xmlns:a16="http://schemas.microsoft.com/office/drawing/2014/main" id="{64108208-23A2-8DFE-FE94-2A9E0DE10064}"/>
              </a:ext>
            </a:extLst>
          </p:cNvPr>
          <p:cNvSpPr/>
          <p:nvPr userDrawn="1"/>
        </p:nvSpPr>
        <p:spPr>
          <a:xfrm>
            <a:off x="-613526" y="-932654"/>
            <a:ext cx="2609805" cy="259339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Tree>
    <p:extLst>
      <p:ext uri="{BB962C8B-B14F-4D97-AF65-F5344CB8AC3E}">
        <p14:creationId xmlns:p14="http://schemas.microsoft.com/office/powerpoint/2010/main" val="157391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BC3409-D4E0-6BA5-6B2A-66758ACC4B17}"/>
              </a:ext>
            </a:extLst>
          </p:cNvPr>
          <p:cNvSpPr>
            <a:spLocks noGrp="1"/>
          </p:cNvSpPr>
          <p:nvPr>
            <p:ph type="title" hasCustomPrompt="1"/>
          </p:nvPr>
        </p:nvSpPr>
        <p:spPr/>
        <p:txBody>
          <a:bodyPr/>
          <a:lstStyle/>
          <a:p>
            <a:r>
              <a:rPr lang="de-DE" dirty="0"/>
              <a:t>Überschrift</a:t>
            </a:r>
          </a:p>
        </p:txBody>
      </p:sp>
      <p:sp>
        <p:nvSpPr>
          <p:cNvPr id="17" name="Freeform 13">
            <a:extLst>
              <a:ext uri="{FF2B5EF4-FFF2-40B4-BE49-F238E27FC236}">
                <a16:creationId xmlns:a16="http://schemas.microsoft.com/office/drawing/2014/main" id="{FEFB1F30-94B0-DC85-DC82-E761441E3253}"/>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30" name="Freeform 10">
            <a:extLst>
              <a:ext uri="{FF2B5EF4-FFF2-40B4-BE49-F238E27FC236}">
                <a16:creationId xmlns:a16="http://schemas.microsoft.com/office/drawing/2014/main" id="{2E75B04F-895F-3DA1-9C2A-C58FD4F32815}"/>
              </a:ext>
            </a:extLst>
          </p:cNvPr>
          <p:cNvSpPr/>
          <p:nvPr userDrawn="1"/>
        </p:nvSpPr>
        <p:spPr>
          <a:xfrm rot="-2487859">
            <a:off x="634233" y="-130796"/>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1" name="Freeform 2">
            <a:extLst>
              <a:ext uri="{FF2B5EF4-FFF2-40B4-BE49-F238E27FC236}">
                <a16:creationId xmlns:a16="http://schemas.microsoft.com/office/drawing/2014/main" id="{9161E3FC-3BC4-55BC-EC0E-B8D63DB7B1E7}"/>
              </a:ext>
            </a:extLst>
          </p:cNvPr>
          <p:cNvSpPr/>
          <p:nvPr userDrawn="1"/>
        </p:nvSpPr>
        <p:spPr>
          <a:xfrm>
            <a:off x="92944" y="603209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3">
            <a:extLst>
              <a:ext uri="{FF2B5EF4-FFF2-40B4-BE49-F238E27FC236}">
                <a16:creationId xmlns:a16="http://schemas.microsoft.com/office/drawing/2014/main" id="{927988C0-3255-8D48-C60F-7AAB697B9B55}"/>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3" name="Freeform 4">
            <a:extLst>
              <a:ext uri="{FF2B5EF4-FFF2-40B4-BE49-F238E27FC236}">
                <a16:creationId xmlns:a16="http://schemas.microsoft.com/office/drawing/2014/main" id="{B73C15CE-7BD2-833F-6D37-C3BE622A4E85}"/>
              </a:ext>
            </a:extLst>
          </p:cNvPr>
          <p:cNvSpPr/>
          <p:nvPr userDrawn="1"/>
        </p:nvSpPr>
        <p:spPr>
          <a:xfrm>
            <a:off x="-817599" y="-741416"/>
            <a:ext cx="2912187" cy="3109714"/>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4" name="Freeform 5">
            <a:extLst>
              <a:ext uri="{FF2B5EF4-FFF2-40B4-BE49-F238E27FC236}">
                <a16:creationId xmlns:a16="http://schemas.microsoft.com/office/drawing/2014/main" id="{D8D305A3-D8CD-8EDA-5D40-B2FA889FB87E}"/>
              </a:ext>
            </a:extLst>
          </p:cNvPr>
          <p:cNvSpPr/>
          <p:nvPr userDrawn="1"/>
        </p:nvSpPr>
        <p:spPr>
          <a:xfrm rot="16008410">
            <a:off x="15833994" y="712804"/>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5" name="Freeform 6">
            <a:extLst>
              <a:ext uri="{FF2B5EF4-FFF2-40B4-BE49-F238E27FC236}">
                <a16:creationId xmlns:a16="http://schemas.microsoft.com/office/drawing/2014/main" id="{465EF946-DAE2-326E-773C-FD6B40EF54EE}"/>
              </a:ext>
            </a:extLst>
          </p:cNvPr>
          <p:cNvSpPr/>
          <p:nvPr userDrawn="1"/>
        </p:nvSpPr>
        <p:spPr>
          <a:xfrm rot="7860679">
            <a:off x="126546" y="7226320"/>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6" name="Freeform 7">
            <a:extLst>
              <a:ext uri="{FF2B5EF4-FFF2-40B4-BE49-F238E27FC236}">
                <a16:creationId xmlns:a16="http://schemas.microsoft.com/office/drawing/2014/main" id="{83D10F2F-D60C-5C95-8C72-D398638FD89E}"/>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8" name="Freeform 9">
            <a:extLst>
              <a:ext uri="{FF2B5EF4-FFF2-40B4-BE49-F238E27FC236}">
                <a16:creationId xmlns:a16="http://schemas.microsoft.com/office/drawing/2014/main" id="{73FE52D7-8F19-AD71-6D8B-F8BAB2677DFD}"/>
              </a:ext>
            </a:extLst>
          </p:cNvPr>
          <p:cNvSpPr/>
          <p:nvPr userDrawn="1"/>
        </p:nvSpPr>
        <p:spPr>
          <a:xfrm rot="1296289">
            <a:off x="15384349" y="-545919"/>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39" name="Freeform 10">
            <a:extLst>
              <a:ext uri="{FF2B5EF4-FFF2-40B4-BE49-F238E27FC236}">
                <a16:creationId xmlns:a16="http://schemas.microsoft.com/office/drawing/2014/main" id="{F82FEDA8-4EF5-352B-0203-0F0F4CED9C42}"/>
              </a:ext>
            </a:extLst>
          </p:cNvPr>
          <p:cNvSpPr/>
          <p:nvPr userDrawn="1"/>
        </p:nvSpPr>
        <p:spPr>
          <a:xfrm rot="-2487859">
            <a:off x="16952453" y="4767483"/>
            <a:ext cx="2033723" cy="1619753"/>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0" name="Freeform 11">
            <a:extLst>
              <a:ext uri="{FF2B5EF4-FFF2-40B4-BE49-F238E27FC236}">
                <a16:creationId xmlns:a16="http://schemas.microsoft.com/office/drawing/2014/main" id="{F78FDF13-7102-6390-E270-30320B7A516D}"/>
              </a:ext>
            </a:extLst>
          </p:cNvPr>
          <p:cNvSpPr/>
          <p:nvPr userDrawn="1"/>
        </p:nvSpPr>
        <p:spPr>
          <a:xfrm rot="1296289">
            <a:off x="296953" y="7886423"/>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41" name="Freeform 12">
            <a:extLst>
              <a:ext uri="{FF2B5EF4-FFF2-40B4-BE49-F238E27FC236}">
                <a16:creationId xmlns:a16="http://schemas.microsoft.com/office/drawing/2014/main" id="{1A4604D4-1613-D2EC-3684-B926344CA368}"/>
              </a:ext>
            </a:extLst>
          </p:cNvPr>
          <p:cNvSpPr/>
          <p:nvPr userDrawn="1"/>
        </p:nvSpPr>
        <p:spPr>
          <a:xfrm rot="2046247">
            <a:off x="17723193" y="-357480"/>
            <a:ext cx="1707091" cy="1936262"/>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Tree>
    <p:extLst>
      <p:ext uri="{BB962C8B-B14F-4D97-AF65-F5344CB8AC3E}">
        <p14:creationId xmlns:p14="http://schemas.microsoft.com/office/powerpoint/2010/main" val="201178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17" name="Freeform 10">
            <a:extLst>
              <a:ext uri="{FF2B5EF4-FFF2-40B4-BE49-F238E27FC236}">
                <a16:creationId xmlns:a16="http://schemas.microsoft.com/office/drawing/2014/main" id="{39212D54-E1E5-07A5-E13A-D94B11CC73CB}"/>
              </a:ext>
            </a:extLst>
          </p:cNvPr>
          <p:cNvSpPr/>
          <p:nvPr userDrawn="1"/>
        </p:nvSpPr>
        <p:spPr>
          <a:xfrm rot="-2487859">
            <a:off x="1848993" y="-392157"/>
            <a:ext cx="2100921" cy="202041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5" name="Freeform 2">
            <a:extLst>
              <a:ext uri="{FF2B5EF4-FFF2-40B4-BE49-F238E27FC236}">
                <a16:creationId xmlns:a16="http://schemas.microsoft.com/office/drawing/2014/main" id="{7138968B-20AA-CAF8-700F-BAB93331E2BF}"/>
              </a:ext>
            </a:extLst>
          </p:cNvPr>
          <p:cNvSpPr/>
          <p:nvPr userDrawn="1"/>
        </p:nvSpPr>
        <p:spPr>
          <a:xfrm>
            <a:off x="351158" y="5589207"/>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6" name="Freeform 3">
            <a:extLst>
              <a:ext uri="{FF2B5EF4-FFF2-40B4-BE49-F238E27FC236}">
                <a16:creationId xmlns:a16="http://schemas.microsoft.com/office/drawing/2014/main" id="{529E3E70-0077-8ABC-C836-0F50A60F7BFD}"/>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7" name="Freeform 4">
            <a:extLst>
              <a:ext uri="{FF2B5EF4-FFF2-40B4-BE49-F238E27FC236}">
                <a16:creationId xmlns:a16="http://schemas.microsoft.com/office/drawing/2014/main" id="{9CF66559-D777-73EC-5EEC-F85C25559919}"/>
              </a:ext>
            </a:extLst>
          </p:cNvPr>
          <p:cNvSpPr/>
          <p:nvPr userDrawn="1"/>
        </p:nvSpPr>
        <p:spPr>
          <a:xfrm>
            <a:off x="-817599" y="-741417"/>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8" name="Freeform 5">
            <a:extLst>
              <a:ext uri="{FF2B5EF4-FFF2-40B4-BE49-F238E27FC236}">
                <a16:creationId xmlns:a16="http://schemas.microsoft.com/office/drawing/2014/main" id="{650D41EF-FF4F-AD39-D072-DA92CD711E07}"/>
              </a:ext>
            </a:extLst>
          </p:cNvPr>
          <p:cNvSpPr/>
          <p:nvPr userDrawn="1"/>
        </p:nvSpPr>
        <p:spPr>
          <a:xfrm rot="16008410">
            <a:off x="15358696" y="2451781"/>
            <a:ext cx="2347587" cy="230539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9" name="Freeform 6">
            <a:extLst>
              <a:ext uri="{FF2B5EF4-FFF2-40B4-BE49-F238E27FC236}">
                <a16:creationId xmlns:a16="http://schemas.microsoft.com/office/drawing/2014/main" id="{F621165A-D9E9-AFC9-8B13-32E2C07D5C16}"/>
              </a:ext>
            </a:extLst>
          </p:cNvPr>
          <p:cNvSpPr/>
          <p:nvPr userDrawn="1"/>
        </p:nvSpPr>
        <p:spPr>
          <a:xfrm rot="7860679">
            <a:off x="702797" y="573633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0" name="Freeform 7">
            <a:extLst>
              <a:ext uri="{FF2B5EF4-FFF2-40B4-BE49-F238E27FC236}">
                <a16:creationId xmlns:a16="http://schemas.microsoft.com/office/drawing/2014/main" id="{0BB7A524-6050-E014-BA58-27ABC302D830}"/>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1" name="Freeform 8">
            <a:extLst>
              <a:ext uri="{FF2B5EF4-FFF2-40B4-BE49-F238E27FC236}">
                <a16:creationId xmlns:a16="http://schemas.microsoft.com/office/drawing/2014/main" id="{EA399C87-A7CA-F8A4-8F37-8B3B816A02D4}"/>
              </a:ext>
            </a:extLst>
          </p:cNvPr>
          <p:cNvSpPr/>
          <p:nvPr userDrawn="1"/>
        </p:nvSpPr>
        <p:spPr>
          <a:xfrm rot="-458312">
            <a:off x="15741562" y="989320"/>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9">
            <a:extLst>
              <a:ext uri="{FF2B5EF4-FFF2-40B4-BE49-F238E27FC236}">
                <a16:creationId xmlns:a16="http://schemas.microsoft.com/office/drawing/2014/main" id="{A521874F-32FC-DCEF-0872-46FCFE4B5C46}"/>
              </a:ext>
            </a:extLst>
          </p:cNvPr>
          <p:cNvSpPr/>
          <p:nvPr userDrawn="1"/>
        </p:nvSpPr>
        <p:spPr>
          <a:xfrm rot="1296289">
            <a:off x="14830585" y="-257242"/>
            <a:ext cx="2531996" cy="2154648"/>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3" name="Freeform 10">
            <a:extLst>
              <a:ext uri="{FF2B5EF4-FFF2-40B4-BE49-F238E27FC236}">
                <a16:creationId xmlns:a16="http://schemas.microsoft.com/office/drawing/2014/main" id="{67DDB4D3-61D7-854C-133A-D14CBB020B2E}"/>
              </a:ext>
            </a:extLst>
          </p:cNvPr>
          <p:cNvSpPr/>
          <p:nvPr userDrawn="1"/>
        </p:nvSpPr>
        <p:spPr>
          <a:xfrm rot="-2487859">
            <a:off x="17027787" y="4966511"/>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11">
            <a:extLst>
              <a:ext uri="{FF2B5EF4-FFF2-40B4-BE49-F238E27FC236}">
                <a16:creationId xmlns:a16="http://schemas.microsoft.com/office/drawing/2014/main" id="{880A42D8-0EF5-016E-B82E-40B3FD20D517}"/>
              </a:ext>
            </a:extLst>
          </p:cNvPr>
          <p:cNvSpPr/>
          <p:nvPr userDrawn="1"/>
        </p:nvSpPr>
        <p:spPr>
          <a:xfrm rot="1296289">
            <a:off x="619918" y="6991212"/>
            <a:ext cx="3294095" cy="275408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12">
            <a:extLst>
              <a:ext uri="{FF2B5EF4-FFF2-40B4-BE49-F238E27FC236}">
                <a16:creationId xmlns:a16="http://schemas.microsoft.com/office/drawing/2014/main" id="{CF364CAB-26D9-242D-2173-35EED9694FFA}"/>
              </a:ext>
            </a:extLst>
          </p:cNvPr>
          <p:cNvSpPr/>
          <p:nvPr userDrawn="1"/>
        </p:nvSpPr>
        <p:spPr>
          <a:xfrm rot="2046247">
            <a:off x="16212870" y="1083509"/>
            <a:ext cx="2213171" cy="2273738"/>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3">
            <a:extLst>
              <a:ext uri="{FF2B5EF4-FFF2-40B4-BE49-F238E27FC236}">
                <a16:creationId xmlns:a16="http://schemas.microsoft.com/office/drawing/2014/main" id="{16DFAD4E-E1FC-D536-8781-C7766040C289}"/>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Tree>
    <p:extLst>
      <p:ext uri="{BB962C8B-B14F-4D97-AF65-F5344CB8AC3E}">
        <p14:creationId xmlns:p14="http://schemas.microsoft.com/office/powerpoint/2010/main" val="27808935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016E78-2793-B012-CB0C-646A6A5A90DC}"/>
              </a:ext>
            </a:extLst>
          </p:cNvPr>
          <p:cNvSpPr>
            <a:spLocks noGrp="1"/>
          </p:cNvSpPr>
          <p:nvPr>
            <p:ph type="title" hasCustomPrompt="1"/>
          </p:nvPr>
        </p:nvSpPr>
        <p:spPr>
          <a:xfrm>
            <a:off x="1944000" y="1481138"/>
            <a:ext cx="5235566" cy="1260000"/>
          </a:xfrm>
        </p:spPr>
        <p:txBody>
          <a:bodyPr anchor="b"/>
          <a:lstStyle>
            <a:lvl1pPr>
              <a:defRPr sz="3200"/>
            </a:lvl1pPr>
          </a:lstStyle>
          <a:p>
            <a:r>
              <a:rPr lang="de-DE" dirty="0"/>
              <a:t>Überschrift</a:t>
            </a:r>
          </a:p>
        </p:txBody>
      </p:sp>
      <p:sp>
        <p:nvSpPr>
          <p:cNvPr id="3" name="Inhaltsplatzhalter 2">
            <a:extLst>
              <a:ext uri="{FF2B5EF4-FFF2-40B4-BE49-F238E27FC236}">
                <a16:creationId xmlns:a16="http://schemas.microsoft.com/office/drawing/2014/main" id="{41BB85FD-ECDA-36AA-2F63-F92D935D9790}"/>
              </a:ext>
            </a:extLst>
          </p:cNvPr>
          <p:cNvSpPr>
            <a:spLocks noGrp="1"/>
          </p:cNvSpPr>
          <p:nvPr>
            <p:ph idx="1"/>
          </p:nvPr>
        </p:nvSpPr>
        <p:spPr>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Textplatzhalter 3">
            <a:extLst>
              <a:ext uri="{FF2B5EF4-FFF2-40B4-BE49-F238E27FC236}">
                <a16:creationId xmlns:a16="http://schemas.microsoft.com/office/drawing/2014/main" id="{0858A1FB-E57C-5418-EBE1-354F98671459}"/>
              </a:ext>
            </a:extLst>
          </p:cNvPr>
          <p:cNvSpPr>
            <a:spLocks noGrp="1"/>
          </p:cNvSpPr>
          <p:nvPr>
            <p:ph type="body" sz="half" idx="2"/>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19" name="Freeform 13">
            <a:extLst>
              <a:ext uri="{FF2B5EF4-FFF2-40B4-BE49-F238E27FC236}">
                <a16:creationId xmlns:a16="http://schemas.microsoft.com/office/drawing/2014/main" id="{F47AD150-4E7B-64E2-B586-D89BE5026781}"/>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2"/>
            <a:stretch>
              <a:fillRect/>
            </a:stretch>
          </a:blipFill>
        </p:spPr>
        <p:txBody>
          <a:bodyPr/>
          <a:lstStyle/>
          <a:p>
            <a:endParaRPr lang="de-DE"/>
          </a:p>
        </p:txBody>
      </p:sp>
      <p:sp>
        <p:nvSpPr>
          <p:cNvPr id="22" name="Freeform 2">
            <a:extLst>
              <a:ext uri="{FF2B5EF4-FFF2-40B4-BE49-F238E27FC236}">
                <a16:creationId xmlns:a16="http://schemas.microsoft.com/office/drawing/2014/main" id="{B785267F-9B21-E2D1-8B7C-5852346519D4}"/>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3" name="Freeform 3">
            <a:extLst>
              <a:ext uri="{FF2B5EF4-FFF2-40B4-BE49-F238E27FC236}">
                <a16:creationId xmlns:a16="http://schemas.microsoft.com/office/drawing/2014/main" id="{DEC9A8E5-7307-5793-E10D-501433896A88}"/>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4" name="Freeform 5">
            <a:extLst>
              <a:ext uri="{FF2B5EF4-FFF2-40B4-BE49-F238E27FC236}">
                <a16:creationId xmlns:a16="http://schemas.microsoft.com/office/drawing/2014/main" id="{A2353211-40FC-5740-32CD-1C4B636D7A37}"/>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25" name="Freeform 6">
            <a:extLst>
              <a:ext uri="{FF2B5EF4-FFF2-40B4-BE49-F238E27FC236}">
                <a16:creationId xmlns:a16="http://schemas.microsoft.com/office/drawing/2014/main" id="{B03E0420-8A6D-6BE6-D535-527AD41A1A23}"/>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26" name="Freeform 8">
            <a:extLst>
              <a:ext uri="{FF2B5EF4-FFF2-40B4-BE49-F238E27FC236}">
                <a16:creationId xmlns:a16="http://schemas.microsoft.com/office/drawing/2014/main" id="{AE95795B-3C8A-0529-1C07-E4386818A618}"/>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27" name="Freeform 9">
            <a:extLst>
              <a:ext uri="{FF2B5EF4-FFF2-40B4-BE49-F238E27FC236}">
                <a16:creationId xmlns:a16="http://schemas.microsoft.com/office/drawing/2014/main" id="{7CD293D5-CCCD-DB27-0368-65760863B577}"/>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8" name="Freeform 10">
            <a:extLst>
              <a:ext uri="{FF2B5EF4-FFF2-40B4-BE49-F238E27FC236}">
                <a16:creationId xmlns:a16="http://schemas.microsoft.com/office/drawing/2014/main" id="{1D3F4BBB-70D6-DB0B-303C-DA23C05C8358}"/>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29" name="Freeform 11">
            <a:extLst>
              <a:ext uri="{FF2B5EF4-FFF2-40B4-BE49-F238E27FC236}">
                <a16:creationId xmlns:a16="http://schemas.microsoft.com/office/drawing/2014/main" id="{A91B5530-0FF0-FD42-3AB8-DF8DB9D91CC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de-DE"/>
          </a:p>
        </p:txBody>
      </p:sp>
      <p:sp>
        <p:nvSpPr>
          <p:cNvPr id="30" name="Freeform 12">
            <a:extLst>
              <a:ext uri="{FF2B5EF4-FFF2-40B4-BE49-F238E27FC236}">
                <a16:creationId xmlns:a16="http://schemas.microsoft.com/office/drawing/2014/main" id="{23FCDB0A-FE28-5239-063A-55FF77DAEA5E}"/>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31" name="Freeform 5">
            <a:extLst>
              <a:ext uri="{FF2B5EF4-FFF2-40B4-BE49-F238E27FC236}">
                <a16:creationId xmlns:a16="http://schemas.microsoft.com/office/drawing/2014/main" id="{AF83C77C-7708-6BFD-1A3A-1A7FE688E2D6}"/>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32" name="Freeform 7">
            <a:extLst>
              <a:ext uri="{FF2B5EF4-FFF2-40B4-BE49-F238E27FC236}">
                <a16:creationId xmlns:a16="http://schemas.microsoft.com/office/drawing/2014/main" id="{45E5D326-E072-5757-7F26-55041BCADC38}"/>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Tree>
    <p:extLst>
      <p:ext uri="{BB962C8B-B14F-4D97-AF65-F5344CB8AC3E}">
        <p14:creationId xmlns:p14="http://schemas.microsoft.com/office/powerpoint/2010/main" val="141122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A5FF1BE-6E89-BD9B-6F40-A62ECDE55D5C}"/>
              </a:ext>
            </a:extLst>
          </p:cNvPr>
          <p:cNvSpPr>
            <a:spLocks noGrp="1"/>
          </p:cNvSpPr>
          <p:nvPr>
            <p:ph type="pic" idx="1"/>
          </p:nvPr>
        </p:nvSpPr>
        <p:spPr>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dirty="0"/>
          </a:p>
        </p:txBody>
      </p:sp>
      <p:sp>
        <p:nvSpPr>
          <p:cNvPr id="8" name="Freeform 2">
            <a:extLst>
              <a:ext uri="{FF2B5EF4-FFF2-40B4-BE49-F238E27FC236}">
                <a16:creationId xmlns:a16="http://schemas.microsoft.com/office/drawing/2014/main" id="{90BB0451-57CE-6C95-DCE7-EB3A0D295758}"/>
              </a:ext>
            </a:extLst>
          </p:cNvPr>
          <p:cNvSpPr/>
          <p:nvPr userDrawn="1"/>
        </p:nvSpPr>
        <p:spPr>
          <a:xfrm>
            <a:off x="-988817" y="7307032"/>
            <a:ext cx="2499164" cy="2394654"/>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3">
            <a:extLst>
              <a:ext uri="{FF2B5EF4-FFF2-40B4-BE49-F238E27FC236}">
                <a16:creationId xmlns:a16="http://schemas.microsoft.com/office/drawing/2014/main" id="{5CA1BBC5-0EE1-A6FB-D24A-FE0784B1A512}"/>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1" name="Freeform 5">
            <a:extLst>
              <a:ext uri="{FF2B5EF4-FFF2-40B4-BE49-F238E27FC236}">
                <a16:creationId xmlns:a16="http://schemas.microsoft.com/office/drawing/2014/main" id="{AAC90572-095E-D207-28CC-5CC7CE8AAB54}"/>
              </a:ext>
            </a:extLst>
          </p:cNvPr>
          <p:cNvSpPr/>
          <p:nvPr userDrawn="1"/>
        </p:nvSpPr>
        <p:spPr>
          <a:xfrm>
            <a:off x="-344695" y="-103733"/>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2" name="Freeform 6">
            <a:extLst>
              <a:ext uri="{FF2B5EF4-FFF2-40B4-BE49-F238E27FC236}">
                <a16:creationId xmlns:a16="http://schemas.microsoft.com/office/drawing/2014/main" id="{6F91B3CD-CC8F-0B3A-D18E-D660FC7D92FD}"/>
              </a:ext>
            </a:extLst>
          </p:cNvPr>
          <p:cNvSpPr/>
          <p:nvPr userDrawn="1"/>
        </p:nvSpPr>
        <p:spPr>
          <a:xfrm rot="7860679">
            <a:off x="184890" y="170766"/>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4" name="Freeform 8">
            <a:extLst>
              <a:ext uri="{FF2B5EF4-FFF2-40B4-BE49-F238E27FC236}">
                <a16:creationId xmlns:a16="http://schemas.microsoft.com/office/drawing/2014/main" id="{9163308A-5476-0EE0-5224-021FE11335A9}"/>
              </a:ext>
            </a:extLst>
          </p:cNvPr>
          <p:cNvSpPr/>
          <p:nvPr userDrawn="1"/>
        </p:nvSpPr>
        <p:spPr>
          <a:xfrm rot="-458312">
            <a:off x="16929227" y="-285243"/>
            <a:ext cx="3155791" cy="3843267"/>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5" name="Freeform 9">
            <a:extLst>
              <a:ext uri="{FF2B5EF4-FFF2-40B4-BE49-F238E27FC236}">
                <a16:creationId xmlns:a16="http://schemas.microsoft.com/office/drawing/2014/main" id="{E41D98E6-757A-F89B-A562-5CC2FF52C434}"/>
              </a:ext>
            </a:extLst>
          </p:cNvPr>
          <p:cNvSpPr/>
          <p:nvPr userDrawn="1"/>
        </p:nvSpPr>
        <p:spPr>
          <a:xfrm rot="1296289">
            <a:off x="15429160" y="-255544"/>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0">
            <a:extLst>
              <a:ext uri="{FF2B5EF4-FFF2-40B4-BE49-F238E27FC236}">
                <a16:creationId xmlns:a16="http://schemas.microsoft.com/office/drawing/2014/main" id="{25F7D7F9-A4A2-443D-DB6B-12FBDA0EBEF5}"/>
              </a:ext>
            </a:extLst>
          </p:cNvPr>
          <p:cNvSpPr/>
          <p:nvPr userDrawn="1"/>
        </p:nvSpPr>
        <p:spPr>
          <a:xfrm rot="-2487859">
            <a:off x="1742939" y="-107165"/>
            <a:ext cx="1763767" cy="1494392"/>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1">
            <a:extLst>
              <a:ext uri="{FF2B5EF4-FFF2-40B4-BE49-F238E27FC236}">
                <a16:creationId xmlns:a16="http://schemas.microsoft.com/office/drawing/2014/main" id="{16B66D66-EF89-D409-F216-68548596F9D9}"/>
              </a:ext>
            </a:extLst>
          </p:cNvPr>
          <p:cNvSpPr/>
          <p:nvPr userDrawn="1"/>
        </p:nvSpPr>
        <p:spPr>
          <a:xfrm rot="1296289">
            <a:off x="-1078000" y="5865358"/>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8" name="Freeform 12">
            <a:extLst>
              <a:ext uri="{FF2B5EF4-FFF2-40B4-BE49-F238E27FC236}">
                <a16:creationId xmlns:a16="http://schemas.microsoft.com/office/drawing/2014/main" id="{5DADAE46-D778-7C30-362F-6F7AE6433EFC}"/>
              </a:ext>
            </a:extLst>
          </p:cNvPr>
          <p:cNvSpPr/>
          <p:nvPr userDrawn="1"/>
        </p:nvSpPr>
        <p:spPr>
          <a:xfrm rot="1597264">
            <a:off x="17342788" y="1208544"/>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9" name="Freeform 13">
            <a:extLst>
              <a:ext uri="{FF2B5EF4-FFF2-40B4-BE49-F238E27FC236}">
                <a16:creationId xmlns:a16="http://schemas.microsoft.com/office/drawing/2014/main" id="{88CBCFF4-7254-B7D0-3D1F-F21E7E31B92C}"/>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6"/>
            <a:stretch>
              <a:fillRect/>
            </a:stretch>
          </a:blipFill>
        </p:spPr>
        <p:txBody>
          <a:bodyPr/>
          <a:lstStyle/>
          <a:p>
            <a:endParaRPr lang="de-DE"/>
          </a:p>
        </p:txBody>
      </p:sp>
      <p:sp>
        <p:nvSpPr>
          <p:cNvPr id="20" name="Titel 1">
            <a:extLst>
              <a:ext uri="{FF2B5EF4-FFF2-40B4-BE49-F238E27FC236}">
                <a16:creationId xmlns:a16="http://schemas.microsoft.com/office/drawing/2014/main" id="{02BC145F-1719-414C-C71E-C2EC49EB0A6C}"/>
              </a:ext>
            </a:extLst>
          </p:cNvPr>
          <p:cNvSpPr txBox="1">
            <a:spLocks/>
          </p:cNvSpPr>
          <p:nvPr userDrawn="1"/>
        </p:nvSpPr>
        <p:spPr>
          <a:xfrm>
            <a:off x="1944000" y="1481138"/>
            <a:ext cx="5235566" cy="12600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de-DE" dirty="0"/>
              <a:t>Überschrift</a:t>
            </a:r>
          </a:p>
        </p:txBody>
      </p:sp>
      <p:sp>
        <p:nvSpPr>
          <p:cNvPr id="22" name="Textplatzhalter 3">
            <a:extLst>
              <a:ext uri="{FF2B5EF4-FFF2-40B4-BE49-F238E27FC236}">
                <a16:creationId xmlns:a16="http://schemas.microsoft.com/office/drawing/2014/main" id="{C519E988-B3EA-8638-30E0-6D5CC7C1CA3E}"/>
              </a:ext>
            </a:extLst>
          </p:cNvPr>
          <p:cNvSpPr>
            <a:spLocks noGrp="1"/>
          </p:cNvSpPr>
          <p:nvPr>
            <p:ph type="body" sz="half" idx="11"/>
          </p:nvPr>
        </p:nvSpPr>
        <p:spPr>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24" name="Freeform 5">
            <a:extLst>
              <a:ext uri="{FF2B5EF4-FFF2-40B4-BE49-F238E27FC236}">
                <a16:creationId xmlns:a16="http://schemas.microsoft.com/office/drawing/2014/main" id="{BFAEB560-E424-6593-FE5E-1B75DEA3BB45}"/>
              </a:ext>
            </a:extLst>
          </p:cNvPr>
          <p:cNvSpPr/>
          <p:nvPr userDrawn="1"/>
        </p:nvSpPr>
        <p:spPr>
          <a:xfrm rot="7999432">
            <a:off x="17045216" y="6735395"/>
            <a:ext cx="2797974" cy="2535765"/>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3" name="Freeform 7">
            <a:extLst>
              <a:ext uri="{FF2B5EF4-FFF2-40B4-BE49-F238E27FC236}">
                <a16:creationId xmlns:a16="http://schemas.microsoft.com/office/drawing/2014/main" id="{AB5C5D13-66A6-41D5-C8D9-D17B7D1DDE76}"/>
              </a:ext>
            </a:extLst>
          </p:cNvPr>
          <p:cNvSpPr/>
          <p:nvPr userDrawn="1"/>
        </p:nvSpPr>
        <p:spPr>
          <a:xfrm rot="7860679">
            <a:off x="16251956" y="8185608"/>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12115070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gen">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30294"/>
          </a:xfrm>
        </p:spPr>
        <p:txBody>
          <a:bodyPr anchor="ctr"/>
          <a:lstStyle>
            <a:lvl1pPr algn="ctr">
              <a:defRPr sz="6000"/>
            </a:lvl1pPr>
          </a:lstStyle>
          <a:p>
            <a:r>
              <a:rPr lang="de-DE" dirty="0"/>
              <a:t>Gibt es offene Fragen?</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41687282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ied">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B9158FE7-BF23-3A43-1F93-3546E5471C12}"/>
              </a:ext>
            </a:extLst>
          </p:cNvPr>
          <p:cNvSpPr/>
          <p:nvPr userDrawn="1"/>
        </p:nvSpPr>
        <p:spPr>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26FD5BB2-5FA1-0CAB-7744-34BA64E2A5B6}"/>
              </a:ext>
            </a:extLst>
          </p:cNvPr>
          <p:cNvSpPr>
            <a:spLocks noGrp="1"/>
          </p:cNvSpPr>
          <p:nvPr>
            <p:ph type="ctrTitle" hasCustomPrompt="1"/>
          </p:nvPr>
        </p:nvSpPr>
        <p:spPr>
          <a:xfrm>
            <a:off x="2205643" y="2410767"/>
            <a:ext cx="13716000" cy="6221384"/>
          </a:xfrm>
        </p:spPr>
        <p:txBody>
          <a:bodyPr anchor="ctr"/>
          <a:lstStyle>
            <a:lvl1pPr algn="ctr">
              <a:defRPr sz="6000"/>
            </a:lvl1pPr>
          </a:lstStyle>
          <a:p>
            <a:r>
              <a:rPr lang="de-DE" dirty="0"/>
              <a:t>Schön das Ihr da wart!</a:t>
            </a:r>
            <a:br>
              <a:rPr lang="de-DE" dirty="0"/>
            </a:br>
            <a:r>
              <a:rPr lang="de-DE" dirty="0"/>
              <a:t>Bis nächste Woche </a:t>
            </a:r>
          </a:p>
        </p:txBody>
      </p:sp>
      <p:sp>
        <p:nvSpPr>
          <p:cNvPr id="7" name="Freeform 2">
            <a:extLst>
              <a:ext uri="{FF2B5EF4-FFF2-40B4-BE49-F238E27FC236}">
                <a16:creationId xmlns:a16="http://schemas.microsoft.com/office/drawing/2014/main" id="{446A5110-DC5A-B3A0-2913-617848A9DD3F}"/>
              </a:ext>
            </a:extLst>
          </p:cNvPr>
          <p:cNvSpPr/>
          <p:nvPr userDrawn="1"/>
        </p:nvSpPr>
        <p:spPr>
          <a:xfrm>
            <a:off x="-1263092" y="4204093"/>
            <a:ext cx="2499164" cy="5514763"/>
          </a:xfrm>
          <a:custGeom>
            <a:avLst/>
            <a:gdLst/>
            <a:ahLst/>
            <a:cxnLst/>
            <a:rect l="l" t="t" r="r" b="b"/>
            <a:pathLst>
              <a:path w="2499164" h="2394654">
                <a:moveTo>
                  <a:pt x="0" y="0"/>
                </a:moveTo>
                <a:lnTo>
                  <a:pt x="2499165" y="0"/>
                </a:lnTo>
                <a:lnTo>
                  <a:pt x="2499165" y="2394654"/>
                </a:lnTo>
                <a:lnTo>
                  <a:pt x="0" y="239465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8" name="Freeform 3">
            <a:extLst>
              <a:ext uri="{FF2B5EF4-FFF2-40B4-BE49-F238E27FC236}">
                <a16:creationId xmlns:a16="http://schemas.microsoft.com/office/drawing/2014/main" id="{D191DFAB-66D4-C0DE-A883-51059913DBB4}"/>
              </a:ext>
            </a:extLst>
          </p:cNvPr>
          <p:cNvSpPr/>
          <p:nvPr userDrawn="1"/>
        </p:nvSpPr>
        <p:spPr>
          <a:xfrm rot="4680789">
            <a:off x="16257418" y="8270982"/>
            <a:ext cx="2635834" cy="2525609"/>
          </a:xfrm>
          <a:custGeom>
            <a:avLst/>
            <a:gdLst/>
            <a:ahLst/>
            <a:cxnLst/>
            <a:rect l="l" t="t" r="r" b="b"/>
            <a:pathLst>
              <a:path w="2635834" h="2525609">
                <a:moveTo>
                  <a:pt x="0" y="0"/>
                </a:moveTo>
                <a:lnTo>
                  <a:pt x="2635835" y="0"/>
                </a:lnTo>
                <a:lnTo>
                  <a:pt x="2635835" y="2525608"/>
                </a:lnTo>
                <a:lnTo>
                  <a:pt x="0" y="252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9" name="Freeform 4">
            <a:extLst>
              <a:ext uri="{FF2B5EF4-FFF2-40B4-BE49-F238E27FC236}">
                <a16:creationId xmlns:a16="http://schemas.microsoft.com/office/drawing/2014/main" id="{B97E9180-2D30-EB36-7569-B410AF92EEBA}"/>
              </a:ext>
            </a:extLst>
          </p:cNvPr>
          <p:cNvSpPr/>
          <p:nvPr userDrawn="1"/>
        </p:nvSpPr>
        <p:spPr>
          <a:xfrm>
            <a:off x="15433702" y="7133472"/>
            <a:ext cx="3505909" cy="3416667"/>
          </a:xfrm>
          <a:custGeom>
            <a:avLst/>
            <a:gdLst/>
            <a:ahLst/>
            <a:cxnLst/>
            <a:rect l="l" t="t" r="r" b="b"/>
            <a:pathLst>
              <a:path w="3505909" h="3416667">
                <a:moveTo>
                  <a:pt x="0" y="0"/>
                </a:moveTo>
                <a:lnTo>
                  <a:pt x="3505909" y="0"/>
                </a:lnTo>
                <a:lnTo>
                  <a:pt x="3505909" y="3416668"/>
                </a:lnTo>
                <a:lnTo>
                  <a:pt x="0" y="34166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0" name="Freeform 5">
            <a:extLst>
              <a:ext uri="{FF2B5EF4-FFF2-40B4-BE49-F238E27FC236}">
                <a16:creationId xmlns:a16="http://schemas.microsoft.com/office/drawing/2014/main" id="{036D9318-1EB3-DAA5-E306-1D9E0E86FD06}"/>
              </a:ext>
            </a:extLst>
          </p:cNvPr>
          <p:cNvSpPr/>
          <p:nvPr userDrawn="1"/>
        </p:nvSpPr>
        <p:spPr>
          <a:xfrm>
            <a:off x="-241193" y="146185"/>
            <a:ext cx="2813227" cy="2781862"/>
          </a:xfrm>
          <a:custGeom>
            <a:avLst/>
            <a:gdLst/>
            <a:ahLst/>
            <a:cxnLst/>
            <a:rect l="l" t="t" r="r" b="b"/>
            <a:pathLst>
              <a:path w="2085371" h="2032289">
                <a:moveTo>
                  <a:pt x="0" y="0"/>
                </a:moveTo>
                <a:lnTo>
                  <a:pt x="2085371" y="0"/>
                </a:lnTo>
                <a:lnTo>
                  <a:pt x="2085371" y="2032289"/>
                </a:lnTo>
                <a:lnTo>
                  <a:pt x="0" y="20322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de-DE"/>
          </a:p>
        </p:txBody>
      </p:sp>
      <p:sp>
        <p:nvSpPr>
          <p:cNvPr id="11" name="Freeform 6">
            <a:extLst>
              <a:ext uri="{FF2B5EF4-FFF2-40B4-BE49-F238E27FC236}">
                <a16:creationId xmlns:a16="http://schemas.microsoft.com/office/drawing/2014/main" id="{B000B13F-E65B-B095-4667-ADCCCC9F3E95}"/>
              </a:ext>
            </a:extLst>
          </p:cNvPr>
          <p:cNvSpPr/>
          <p:nvPr userDrawn="1"/>
        </p:nvSpPr>
        <p:spPr>
          <a:xfrm rot="7860679">
            <a:off x="63302" y="315708"/>
            <a:ext cx="1600955" cy="1490343"/>
          </a:xfrm>
          <a:custGeom>
            <a:avLst/>
            <a:gdLst/>
            <a:ahLst/>
            <a:cxnLst/>
            <a:rect l="l" t="t" r="r" b="b"/>
            <a:pathLst>
              <a:path w="1600955" h="1490343">
                <a:moveTo>
                  <a:pt x="0" y="0"/>
                </a:moveTo>
                <a:lnTo>
                  <a:pt x="1600954" y="0"/>
                </a:lnTo>
                <a:lnTo>
                  <a:pt x="1600954" y="1490343"/>
                </a:lnTo>
                <a:lnTo>
                  <a:pt x="0" y="149034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2" name="Freeform 7">
            <a:extLst>
              <a:ext uri="{FF2B5EF4-FFF2-40B4-BE49-F238E27FC236}">
                <a16:creationId xmlns:a16="http://schemas.microsoft.com/office/drawing/2014/main" id="{F3C48FF0-42D7-744D-5407-FCEEF9AEF616}"/>
              </a:ext>
            </a:extLst>
          </p:cNvPr>
          <p:cNvSpPr/>
          <p:nvPr userDrawn="1"/>
        </p:nvSpPr>
        <p:spPr>
          <a:xfrm rot="7860679">
            <a:off x="15930678" y="7382404"/>
            <a:ext cx="2243704" cy="2088684"/>
          </a:xfrm>
          <a:custGeom>
            <a:avLst/>
            <a:gdLst/>
            <a:ahLst/>
            <a:cxnLst/>
            <a:rect l="l" t="t" r="r" b="b"/>
            <a:pathLst>
              <a:path w="2243704" h="2088684">
                <a:moveTo>
                  <a:pt x="0" y="0"/>
                </a:moveTo>
                <a:lnTo>
                  <a:pt x="2243704" y="0"/>
                </a:lnTo>
                <a:lnTo>
                  <a:pt x="2243704" y="2088684"/>
                </a:lnTo>
                <a:lnTo>
                  <a:pt x="0" y="20886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
        <p:nvSpPr>
          <p:cNvPr id="13" name="Freeform 8">
            <a:extLst>
              <a:ext uri="{FF2B5EF4-FFF2-40B4-BE49-F238E27FC236}">
                <a16:creationId xmlns:a16="http://schemas.microsoft.com/office/drawing/2014/main" id="{3F3C368A-2860-D104-2E7E-A1E0850FF162}"/>
              </a:ext>
            </a:extLst>
          </p:cNvPr>
          <p:cNvSpPr/>
          <p:nvPr userDrawn="1"/>
        </p:nvSpPr>
        <p:spPr>
          <a:xfrm rot="-458312">
            <a:off x="16269322" y="-478677"/>
            <a:ext cx="3155791" cy="3023821"/>
          </a:xfrm>
          <a:custGeom>
            <a:avLst/>
            <a:gdLst/>
            <a:ahLst/>
            <a:cxnLst/>
            <a:rect l="l" t="t" r="r" b="b"/>
            <a:pathLst>
              <a:path w="3155791" h="3023821">
                <a:moveTo>
                  <a:pt x="0" y="0"/>
                </a:moveTo>
                <a:lnTo>
                  <a:pt x="3155790" y="0"/>
                </a:lnTo>
                <a:lnTo>
                  <a:pt x="3155790" y="3023821"/>
                </a:lnTo>
                <a:lnTo>
                  <a:pt x="0" y="302382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de-DE"/>
          </a:p>
        </p:txBody>
      </p:sp>
      <p:sp>
        <p:nvSpPr>
          <p:cNvPr id="14" name="Freeform 9">
            <a:extLst>
              <a:ext uri="{FF2B5EF4-FFF2-40B4-BE49-F238E27FC236}">
                <a16:creationId xmlns:a16="http://schemas.microsoft.com/office/drawing/2014/main" id="{10005275-8CE9-6894-87D7-1AE6CBE9D095}"/>
              </a:ext>
            </a:extLst>
          </p:cNvPr>
          <p:cNvSpPr/>
          <p:nvPr userDrawn="1"/>
        </p:nvSpPr>
        <p:spPr>
          <a:xfrm rot="1296289">
            <a:off x="16320004" y="1512598"/>
            <a:ext cx="2265599" cy="1919581"/>
          </a:xfrm>
          <a:custGeom>
            <a:avLst/>
            <a:gdLst/>
            <a:ahLst/>
            <a:cxnLst/>
            <a:rect l="l" t="t" r="r" b="b"/>
            <a:pathLst>
              <a:path w="2265599" h="1919581">
                <a:moveTo>
                  <a:pt x="0" y="0"/>
                </a:moveTo>
                <a:lnTo>
                  <a:pt x="2265600" y="0"/>
                </a:lnTo>
                <a:lnTo>
                  <a:pt x="2265600" y="1919581"/>
                </a:lnTo>
                <a:lnTo>
                  <a:pt x="0" y="191958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5" name="Freeform 10">
            <a:extLst>
              <a:ext uri="{FF2B5EF4-FFF2-40B4-BE49-F238E27FC236}">
                <a16:creationId xmlns:a16="http://schemas.microsoft.com/office/drawing/2014/main" id="{B77F8106-9FDA-71DB-2770-6DB92056C779}"/>
              </a:ext>
            </a:extLst>
          </p:cNvPr>
          <p:cNvSpPr/>
          <p:nvPr userDrawn="1"/>
        </p:nvSpPr>
        <p:spPr>
          <a:xfrm rot="-2487859">
            <a:off x="1794946" y="-277491"/>
            <a:ext cx="2161751" cy="1802118"/>
          </a:xfrm>
          <a:custGeom>
            <a:avLst/>
            <a:gdLst/>
            <a:ahLst/>
            <a:cxnLst/>
            <a:rect l="l" t="t" r="r" b="b"/>
            <a:pathLst>
              <a:path w="1763767" h="1494392">
                <a:moveTo>
                  <a:pt x="0" y="0"/>
                </a:moveTo>
                <a:lnTo>
                  <a:pt x="1763767" y="0"/>
                </a:lnTo>
                <a:lnTo>
                  <a:pt x="1763767" y="1494392"/>
                </a:lnTo>
                <a:lnTo>
                  <a:pt x="0" y="149439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6" name="Freeform 11">
            <a:extLst>
              <a:ext uri="{FF2B5EF4-FFF2-40B4-BE49-F238E27FC236}">
                <a16:creationId xmlns:a16="http://schemas.microsoft.com/office/drawing/2014/main" id="{DA3E4F1B-CD3B-C11B-EBAF-B345B08825A4}"/>
              </a:ext>
            </a:extLst>
          </p:cNvPr>
          <p:cNvSpPr/>
          <p:nvPr userDrawn="1"/>
        </p:nvSpPr>
        <p:spPr>
          <a:xfrm rot="1296289">
            <a:off x="-369759" y="7879792"/>
            <a:ext cx="2430280" cy="2059110"/>
          </a:xfrm>
          <a:custGeom>
            <a:avLst/>
            <a:gdLst/>
            <a:ahLst/>
            <a:cxnLst/>
            <a:rect l="l" t="t" r="r" b="b"/>
            <a:pathLst>
              <a:path w="2430280" h="2059110">
                <a:moveTo>
                  <a:pt x="0" y="0"/>
                </a:moveTo>
                <a:lnTo>
                  <a:pt x="2430281" y="0"/>
                </a:lnTo>
                <a:lnTo>
                  <a:pt x="2430281" y="2059110"/>
                </a:lnTo>
                <a:lnTo>
                  <a:pt x="0" y="2059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de-DE"/>
          </a:p>
        </p:txBody>
      </p:sp>
      <p:sp>
        <p:nvSpPr>
          <p:cNvPr id="17" name="Freeform 12">
            <a:extLst>
              <a:ext uri="{FF2B5EF4-FFF2-40B4-BE49-F238E27FC236}">
                <a16:creationId xmlns:a16="http://schemas.microsoft.com/office/drawing/2014/main" id="{D7983469-38C3-012D-0693-99BA1B98B12F}"/>
              </a:ext>
            </a:extLst>
          </p:cNvPr>
          <p:cNvSpPr/>
          <p:nvPr userDrawn="1"/>
        </p:nvSpPr>
        <p:spPr>
          <a:xfrm rot="7628197">
            <a:off x="15300850" y="559721"/>
            <a:ext cx="1939168" cy="1805189"/>
          </a:xfrm>
          <a:custGeom>
            <a:avLst/>
            <a:gdLst/>
            <a:ahLst/>
            <a:cxnLst/>
            <a:rect l="l" t="t" r="r" b="b"/>
            <a:pathLst>
              <a:path w="1939168" h="1805189">
                <a:moveTo>
                  <a:pt x="0" y="0"/>
                </a:moveTo>
                <a:lnTo>
                  <a:pt x="1939169" y="0"/>
                </a:lnTo>
                <a:lnTo>
                  <a:pt x="1939169" y="1805189"/>
                </a:lnTo>
                <a:lnTo>
                  <a:pt x="0" y="18051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de-DE"/>
          </a:p>
        </p:txBody>
      </p:sp>
    </p:spTree>
    <p:extLst>
      <p:ext uri="{BB962C8B-B14F-4D97-AF65-F5344CB8AC3E}">
        <p14:creationId xmlns:p14="http://schemas.microsoft.com/office/powerpoint/2010/main" val="3076106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7E3A0CB0-E9D5-E099-7793-E4F66CD0D4D7}"/>
              </a:ext>
            </a:extLst>
          </p:cNvPr>
          <p:cNvPicPr>
            <a:picLocks noChangeAspect="1"/>
          </p:cNvPicPr>
          <p:nvPr userDrawn="1"/>
        </p:nvPicPr>
        <p:blipFill>
          <a:blip r:embed="rId2"/>
          <a:stretch>
            <a:fillRect/>
          </a:stretch>
        </p:blipFill>
        <p:spPr>
          <a:xfrm>
            <a:off x="15876905" y="4807323"/>
            <a:ext cx="2373813" cy="1592764"/>
          </a:xfrm>
          <a:prstGeom prst="rect">
            <a:avLst/>
          </a:prstGeom>
        </p:spPr>
      </p:pic>
      <p:pic>
        <p:nvPicPr>
          <p:cNvPr id="18" name="Grafik 17">
            <a:extLst>
              <a:ext uri="{FF2B5EF4-FFF2-40B4-BE49-F238E27FC236}">
                <a16:creationId xmlns:a16="http://schemas.microsoft.com/office/drawing/2014/main" id="{6F9AFEAC-D5A8-503D-7C40-CF3CBCA3C0B0}"/>
              </a:ext>
            </a:extLst>
          </p:cNvPr>
          <p:cNvPicPr>
            <a:picLocks noChangeAspect="1"/>
          </p:cNvPicPr>
          <p:nvPr userDrawn="1"/>
        </p:nvPicPr>
        <p:blipFill>
          <a:blip r:embed="rId3"/>
          <a:stretch>
            <a:fillRect/>
          </a:stretch>
        </p:blipFill>
        <p:spPr>
          <a:xfrm>
            <a:off x="12021566" y="6891802"/>
            <a:ext cx="1502640" cy="1592764"/>
          </a:xfrm>
          <a:prstGeom prst="rect">
            <a:avLst/>
          </a:prstGeom>
        </p:spPr>
      </p:pic>
      <p:pic>
        <p:nvPicPr>
          <p:cNvPr id="19" name="Grafik 18">
            <a:extLst>
              <a:ext uri="{FF2B5EF4-FFF2-40B4-BE49-F238E27FC236}">
                <a16:creationId xmlns:a16="http://schemas.microsoft.com/office/drawing/2014/main" id="{3EA40C45-80E3-9DBE-0D88-9108036EE692}"/>
              </a:ext>
            </a:extLst>
          </p:cNvPr>
          <p:cNvPicPr>
            <a:picLocks noChangeAspect="1"/>
          </p:cNvPicPr>
          <p:nvPr userDrawn="1"/>
        </p:nvPicPr>
        <p:blipFill>
          <a:blip r:embed="rId4"/>
          <a:stretch>
            <a:fillRect/>
          </a:stretch>
        </p:blipFill>
        <p:spPr>
          <a:xfrm>
            <a:off x="13639800" y="6638689"/>
            <a:ext cx="1949303" cy="1592764"/>
          </a:xfrm>
          <a:prstGeom prst="rect">
            <a:avLst/>
          </a:prstGeom>
        </p:spPr>
      </p:pic>
      <p:pic>
        <p:nvPicPr>
          <p:cNvPr id="20" name="Grafik 19">
            <a:extLst>
              <a:ext uri="{FF2B5EF4-FFF2-40B4-BE49-F238E27FC236}">
                <a16:creationId xmlns:a16="http://schemas.microsoft.com/office/drawing/2014/main" id="{EF5E2560-0A3A-94A2-5A16-9B894912A2B0}"/>
              </a:ext>
            </a:extLst>
          </p:cNvPr>
          <p:cNvPicPr>
            <a:picLocks noChangeAspect="1"/>
          </p:cNvPicPr>
          <p:nvPr userDrawn="1"/>
        </p:nvPicPr>
        <p:blipFill>
          <a:blip r:embed="rId5"/>
          <a:stretch>
            <a:fillRect/>
          </a:stretch>
        </p:blipFill>
        <p:spPr>
          <a:xfrm>
            <a:off x="9677723" y="6922092"/>
            <a:ext cx="2258684" cy="1592764"/>
          </a:xfrm>
          <a:prstGeom prst="rect">
            <a:avLst/>
          </a:prstGeom>
        </p:spPr>
      </p:pic>
      <p:pic>
        <p:nvPicPr>
          <p:cNvPr id="21" name="Grafik 20">
            <a:extLst>
              <a:ext uri="{FF2B5EF4-FFF2-40B4-BE49-F238E27FC236}">
                <a16:creationId xmlns:a16="http://schemas.microsoft.com/office/drawing/2014/main" id="{ACE314E4-F661-2E60-D488-01881579C4E6}"/>
              </a:ext>
            </a:extLst>
          </p:cNvPr>
          <p:cNvPicPr>
            <a:picLocks noChangeAspect="1"/>
          </p:cNvPicPr>
          <p:nvPr userDrawn="1"/>
        </p:nvPicPr>
        <p:blipFill>
          <a:blip r:embed="rId6"/>
          <a:stretch>
            <a:fillRect/>
          </a:stretch>
        </p:blipFill>
        <p:spPr>
          <a:xfrm>
            <a:off x="11326904" y="5064484"/>
            <a:ext cx="2033866" cy="1592764"/>
          </a:xfrm>
          <a:prstGeom prst="rect">
            <a:avLst/>
          </a:prstGeom>
        </p:spPr>
      </p:pic>
      <p:pic>
        <p:nvPicPr>
          <p:cNvPr id="22" name="Grafik 21">
            <a:extLst>
              <a:ext uri="{FF2B5EF4-FFF2-40B4-BE49-F238E27FC236}">
                <a16:creationId xmlns:a16="http://schemas.microsoft.com/office/drawing/2014/main" id="{CC1A16C3-D223-9B94-BC6D-9D2FC378475A}"/>
              </a:ext>
            </a:extLst>
          </p:cNvPr>
          <p:cNvPicPr>
            <a:picLocks noChangeAspect="1"/>
          </p:cNvPicPr>
          <p:nvPr userDrawn="1"/>
        </p:nvPicPr>
        <p:blipFill>
          <a:blip r:embed="rId7"/>
          <a:stretch>
            <a:fillRect/>
          </a:stretch>
        </p:blipFill>
        <p:spPr>
          <a:xfrm>
            <a:off x="14485268" y="3220983"/>
            <a:ext cx="1775341" cy="1592764"/>
          </a:xfrm>
          <a:prstGeom prst="rect">
            <a:avLst/>
          </a:prstGeom>
        </p:spPr>
      </p:pic>
      <p:pic>
        <p:nvPicPr>
          <p:cNvPr id="23" name="Grafik 22">
            <a:extLst>
              <a:ext uri="{FF2B5EF4-FFF2-40B4-BE49-F238E27FC236}">
                <a16:creationId xmlns:a16="http://schemas.microsoft.com/office/drawing/2014/main" id="{35FDDE54-74CC-5209-2E8E-94F46737BDFE}"/>
              </a:ext>
            </a:extLst>
          </p:cNvPr>
          <p:cNvPicPr>
            <a:picLocks noChangeAspect="1"/>
          </p:cNvPicPr>
          <p:nvPr userDrawn="1"/>
        </p:nvPicPr>
        <p:blipFill>
          <a:blip r:embed="rId8"/>
          <a:stretch>
            <a:fillRect/>
          </a:stretch>
        </p:blipFill>
        <p:spPr>
          <a:xfrm>
            <a:off x="16220430" y="8526750"/>
            <a:ext cx="2080242" cy="1592764"/>
          </a:xfrm>
          <a:prstGeom prst="rect">
            <a:avLst/>
          </a:prstGeom>
        </p:spPr>
      </p:pic>
      <p:pic>
        <p:nvPicPr>
          <p:cNvPr id="24" name="Grafik 23">
            <a:extLst>
              <a:ext uri="{FF2B5EF4-FFF2-40B4-BE49-F238E27FC236}">
                <a16:creationId xmlns:a16="http://schemas.microsoft.com/office/drawing/2014/main" id="{4559DBB7-12D0-1FD0-FC5C-934CA88C7871}"/>
              </a:ext>
            </a:extLst>
          </p:cNvPr>
          <p:cNvPicPr>
            <a:picLocks noChangeAspect="1"/>
          </p:cNvPicPr>
          <p:nvPr userDrawn="1"/>
        </p:nvPicPr>
        <p:blipFill>
          <a:blip r:embed="rId9"/>
          <a:stretch>
            <a:fillRect/>
          </a:stretch>
        </p:blipFill>
        <p:spPr>
          <a:xfrm>
            <a:off x="2349260" y="4800008"/>
            <a:ext cx="2193219" cy="1592764"/>
          </a:xfrm>
          <a:prstGeom prst="rect">
            <a:avLst/>
          </a:prstGeom>
        </p:spPr>
      </p:pic>
      <p:pic>
        <p:nvPicPr>
          <p:cNvPr id="25" name="Grafik 24" descr="Ein Bild, das Mann, stehend, Schnee, haltend enthält.&#10;&#10;Automatisch generierte Beschreibung">
            <a:extLst>
              <a:ext uri="{FF2B5EF4-FFF2-40B4-BE49-F238E27FC236}">
                <a16:creationId xmlns:a16="http://schemas.microsoft.com/office/drawing/2014/main" id="{C6AD4F95-6B05-C91C-C7FC-AA231BBD4F40}"/>
              </a:ext>
            </a:extLst>
          </p:cNvPr>
          <p:cNvPicPr>
            <a:picLocks noChangeAspect="1"/>
          </p:cNvPicPr>
          <p:nvPr userDrawn="1"/>
        </p:nvPicPr>
        <p:blipFill>
          <a:blip r:embed="rId10"/>
          <a:stretch>
            <a:fillRect/>
          </a:stretch>
        </p:blipFill>
        <p:spPr>
          <a:xfrm>
            <a:off x="16093202" y="3146603"/>
            <a:ext cx="2157516" cy="1592764"/>
          </a:xfrm>
          <a:prstGeom prst="rect">
            <a:avLst/>
          </a:prstGeom>
        </p:spPr>
      </p:pic>
      <p:grpSp>
        <p:nvGrpSpPr>
          <p:cNvPr id="27" name="Google Shape;418;p40">
            <a:extLst>
              <a:ext uri="{FF2B5EF4-FFF2-40B4-BE49-F238E27FC236}">
                <a16:creationId xmlns:a16="http://schemas.microsoft.com/office/drawing/2014/main" id="{E2968DC3-638A-2497-5ACE-FC13D198B378}"/>
              </a:ext>
            </a:extLst>
          </p:cNvPr>
          <p:cNvGrpSpPr>
            <a:grpSpLocks noChangeAspect="1"/>
          </p:cNvGrpSpPr>
          <p:nvPr userDrawn="1"/>
        </p:nvGrpSpPr>
        <p:grpSpPr>
          <a:xfrm>
            <a:off x="2970519" y="3831316"/>
            <a:ext cx="1196899" cy="839754"/>
            <a:chOff x="559275" y="1683950"/>
            <a:chExt cx="466500" cy="327300"/>
          </a:xfrm>
        </p:grpSpPr>
        <p:sp>
          <p:nvSpPr>
            <p:cNvPr id="28" name="Google Shape;419;p40">
              <a:extLst>
                <a:ext uri="{FF2B5EF4-FFF2-40B4-BE49-F238E27FC236}">
                  <a16:creationId xmlns:a16="http://schemas.microsoft.com/office/drawing/2014/main" id="{D4E07169-9311-A919-A5B1-3A2BC489A820}"/>
                </a:ext>
              </a:extLst>
            </p:cNvPr>
            <p:cNvSpPr/>
            <p:nvPr/>
          </p:nvSpPr>
          <p:spPr>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20;p40">
              <a:extLst>
                <a:ext uri="{FF2B5EF4-FFF2-40B4-BE49-F238E27FC236}">
                  <a16:creationId xmlns:a16="http://schemas.microsoft.com/office/drawing/2014/main" id="{503B8EED-9682-4157-D085-145252C22655}"/>
                </a:ext>
              </a:extLst>
            </p:cNvPr>
            <p:cNvSpPr/>
            <p:nvPr/>
          </p:nvSpPr>
          <p:spPr>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421;p40">
            <a:extLst>
              <a:ext uri="{FF2B5EF4-FFF2-40B4-BE49-F238E27FC236}">
                <a16:creationId xmlns:a16="http://schemas.microsoft.com/office/drawing/2014/main" id="{BE107EB6-45D4-F910-C895-A11AE900F660}"/>
              </a:ext>
            </a:extLst>
          </p:cNvPr>
          <p:cNvGrpSpPr>
            <a:grpSpLocks noChangeAspect="1"/>
          </p:cNvGrpSpPr>
          <p:nvPr userDrawn="1"/>
        </p:nvGrpSpPr>
        <p:grpSpPr>
          <a:xfrm>
            <a:off x="910516" y="742994"/>
            <a:ext cx="1205798" cy="1180532"/>
            <a:chOff x="1233350" y="1619250"/>
            <a:chExt cx="466500" cy="456725"/>
          </a:xfrm>
        </p:grpSpPr>
        <p:sp>
          <p:nvSpPr>
            <p:cNvPr id="31" name="Google Shape;422;p40">
              <a:extLst>
                <a:ext uri="{FF2B5EF4-FFF2-40B4-BE49-F238E27FC236}">
                  <a16:creationId xmlns:a16="http://schemas.microsoft.com/office/drawing/2014/main" id="{006AC4A0-2301-F011-43E4-1034601DD5D6}"/>
                </a:ext>
              </a:extLst>
            </p:cNvPr>
            <p:cNvSpPr/>
            <p:nvPr/>
          </p:nvSpPr>
          <p:spPr>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23;p40">
              <a:extLst>
                <a:ext uri="{FF2B5EF4-FFF2-40B4-BE49-F238E27FC236}">
                  <a16:creationId xmlns:a16="http://schemas.microsoft.com/office/drawing/2014/main" id="{60AAD319-02B2-666F-121E-42411FF22D72}"/>
                </a:ext>
              </a:extLst>
            </p:cNvPr>
            <p:cNvSpPr/>
            <p:nvPr/>
          </p:nvSpPr>
          <p:spPr>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424;p40">
              <a:extLst>
                <a:ext uri="{FF2B5EF4-FFF2-40B4-BE49-F238E27FC236}">
                  <a16:creationId xmlns:a16="http://schemas.microsoft.com/office/drawing/2014/main" id="{44DD9E97-9119-8124-24B5-C0B800995E2E}"/>
                </a:ext>
              </a:extLst>
            </p:cNvPr>
            <p:cNvSpPr/>
            <p:nvPr/>
          </p:nvSpPr>
          <p:spPr>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425;p40">
              <a:extLst>
                <a:ext uri="{FF2B5EF4-FFF2-40B4-BE49-F238E27FC236}">
                  <a16:creationId xmlns:a16="http://schemas.microsoft.com/office/drawing/2014/main" id="{100C8D06-9AEA-8401-04DC-63DB0F2CAFAC}"/>
                </a:ext>
              </a:extLst>
            </p:cNvPr>
            <p:cNvSpPr/>
            <p:nvPr/>
          </p:nvSpPr>
          <p:spPr>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426;p40">
            <a:extLst>
              <a:ext uri="{FF2B5EF4-FFF2-40B4-BE49-F238E27FC236}">
                <a16:creationId xmlns:a16="http://schemas.microsoft.com/office/drawing/2014/main" id="{86012837-28A8-42E6-68F8-3AFCF165B609}"/>
              </a:ext>
            </a:extLst>
          </p:cNvPr>
          <p:cNvGrpSpPr>
            <a:grpSpLocks noChangeAspect="1"/>
          </p:cNvGrpSpPr>
          <p:nvPr userDrawn="1"/>
        </p:nvGrpSpPr>
        <p:grpSpPr>
          <a:xfrm>
            <a:off x="6088394" y="3574688"/>
            <a:ext cx="974938" cy="974938"/>
            <a:chOff x="1922075" y="1629000"/>
            <a:chExt cx="437200" cy="437200"/>
          </a:xfrm>
        </p:grpSpPr>
        <p:sp>
          <p:nvSpPr>
            <p:cNvPr id="36" name="Google Shape;427;p40">
              <a:extLst>
                <a:ext uri="{FF2B5EF4-FFF2-40B4-BE49-F238E27FC236}">
                  <a16:creationId xmlns:a16="http://schemas.microsoft.com/office/drawing/2014/main" id="{6764EFCE-92F1-8642-0498-86DD8044119E}"/>
                </a:ext>
              </a:extLst>
            </p:cNvPr>
            <p:cNvSpPr/>
            <p:nvPr/>
          </p:nvSpPr>
          <p:spPr>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28;p40">
              <a:extLst>
                <a:ext uri="{FF2B5EF4-FFF2-40B4-BE49-F238E27FC236}">
                  <a16:creationId xmlns:a16="http://schemas.microsoft.com/office/drawing/2014/main" id="{D94B9682-90C7-4D36-A683-146DF7F296A3}"/>
                </a:ext>
              </a:extLst>
            </p:cNvPr>
            <p:cNvSpPr/>
            <p:nvPr/>
          </p:nvSpPr>
          <p:spPr>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 name="Google Shape;429;p40">
            <a:extLst>
              <a:ext uri="{FF2B5EF4-FFF2-40B4-BE49-F238E27FC236}">
                <a16:creationId xmlns:a16="http://schemas.microsoft.com/office/drawing/2014/main" id="{D48921D5-D733-0731-440C-0B989FD7E933}"/>
              </a:ext>
            </a:extLst>
          </p:cNvPr>
          <p:cNvGrpSpPr>
            <a:grpSpLocks noChangeAspect="1"/>
          </p:cNvGrpSpPr>
          <p:nvPr userDrawn="1"/>
        </p:nvGrpSpPr>
        <p:grpSpPr>
          <a:xfrm>
            <a:off x="4514349" y="3536998"/>
            <a:ext cx="1005134" cy="1005134"/>
            <a:chOff x="2594325" y="1627175"/>
            <a:chExt cx="440850" cy="440850"/>
          </a:xfrm>
        </p:grpSpPr>
        <p:sp>
          <p:nvSpPr>
            <p:cNvPr id="39" name="Google Shape;430;p40">
              <a:extLst>
                <a:ext uri="{FF2B5EF4-FFF2-40B4-BE49-F238E27FC236}">
                  <a16:creationId xmlns:a16="http://schemas.microsoft.com/office/drawing/2014/main" id="{D3F9DF86-A4E3-1AB6-7530-BA688BF05453}"/>
                </a:ext>
              </a:extLst>
            </p:cNvPr>
            <p:cNvSpPr/>
            <p:nvPr/>
          </p:nvSpPr>
          <p:spPr>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31;p40">
              <a:extLst>
                <a:ext uri="{FF2B5EF4-FFF2-40B4-BE49-F238E27FC236}">
                  <a16:creationId xmlns:a16="http://schemas.microsoft.com/office/drawing/2014/main" id="{38ABD5BF-A56E-F107-7C2C-893D44E1ED88}"/>
                </a:ext>
              </a:extLst>
            </p:cNvPr>
            <p:cNvSpPr/>
            <p:nvPr/>
          </p:nvSpPr>
          <p:spPr>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32;p40">
              <a:extLst>
                <a:ext uri="{FF2B5EF4-FFF2-40B4-BE49-F238E27FC236}">
                  <a16:creationId xmlns:a16="http://schemas.microsoft.com/office/drawing/2014/main" id="{54FDEDA8-B57D-D039-0C8D-D9EF4911BE4E}"/>
                </a:ext>
              </a:extLst>
            </p:cNvPr>
            <p:cNvSpPr/>
            <p:nvPr/>
          </p:nvSpPr>
          <p:spPr>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 name="Google Shape;488;p40">
            <a:extLst>
              <a:ext uri="{FF2B5EF4-FFF2-40B4-BE49-F238E27FC236}">
                <a16:creationId xmlns:a16="http://schemas.microsoft.com/office/drawing/2014/main" id="{7ED12B17-1993-D628-7799-0159ECA94621}"/>
              </a:ext>
            </a:extLst>
          </p:cNvPr>
          <p:cNvSpPr>
            <a:spLocks noChangeAspect="1"/>
          </p:cNvSpPr>
          <p:nvPr userDrawn="1"/>
        </p:nvSpPr>
        <p:spPr>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89;p40">
            <a:extLst>
              <a:ext uri="{FF2B5EF4-FFF2-40B4-BE49-F238E27FC236}">
                <a16:creationId xmlns:a16="http://schemas.microsoft.com/office/drawing/2014/main" id="{C237BCA3-79DE-8D6E-1CEF-A0F9100C268E}"/>
              </a:ext>
            </a:extLst>
          </p:cNvPr>
          <p:cNvSpPr>
            <a:spLocks noChangeAspect="1"/>
          </p:cNvSpPr>
          <p:nvPr userDrawn="1"/>
        </p:nvSpPr>
        <p:spPr>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90;p40">
            <a:extLst>
              <a:ext uri="{FF2B5EF4-FFF2-40B4-BE49-F238E27FC236}">
                <a16:creationId xmlns:a16="http://schemas.microsoft.com/office/drawing/2014/main" id="{44661FAB-0382-6414-522D-17D926C9039C}"/>
              </a:ext>
            </a:extLst>
          </p:cNvPr>
          <p:cNvGrpSpPr>
            <a:grpSpLocks noChangeAspect="1"/>
          </p:cNvGrpSpPr>
          <p:nvPr userDrawn="1"/>
        </p:nvGrpSpPr>
        <p:grpSpPr>
          <a:xfrm>
            <a:off x="7906067" y="1750254"/>
            <a:ext cx="1622856" cy="1562899"/>
            <a:chOff x="2583325" y="2972875"/>
            <a:chExt cx="462850" cy="445750"/>
          </a:xfrm>
        </p:grpSpPr>
        <p:sp>
          <p:nvSpPr>
            <p:cNvPr id="45" name="Google Shape;491;p40">
              <a:extLst>
                <a:ext uri="{FF2B5EF4-FFF2-40B4-BE49-F238E27FC236}">
                  <a16:creationId xmlns:a16="http://schemas.microsoft.com/office/drawing/2014/main" id="{CD8B1178-8556-58A7-6C61-8230E44A88D1}"/>
                </a:ext>
              </a:extLst>
            </p:cNvPr>
            <p:cNvSpPr/>
            <p:nvPr/>
          </p:nvSpPr>
          <p:spPr>
            <a:xfrm>
              <a:off x="2701775"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92;p40">
              <a:extLst>
                <a:ext uri="{FF2B5EF4-FFF2-40B4-BE49-F238E27FC236}">
                  <a16:creationId xmlns:a16="http://schemas.microsoft.com/office/drawing/2014/main" id="{D4FAA2DC-1C82-D242-D22B-E4F855F5EF6D}"/>
                </a:ext>
              </a:extLst>
            </p:cNvPr>
            <p:cNvSpPr/>
            <p:nvPr/>
          </p:nvSpPr>
          <p:spPr>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8" name="Grafik 57">
            <a:extLst>
              <a:ext uri="{FF2B5EF4-FFF2-40B4-BE49-F238E27FC236}">
                <a16:creationId xmlns:a16="http://schemas.microsoft.com/office/drawing/2014/main" id="{FFB91F42-563A-857E-ADB7-A2E30A242D65}"/>
              </a:ext>
            </a:extLst>
          </p:cNvPr>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a:extLst>
              <a:ext uri="{FF2B5EF4-FFF2-40B4-BE49-F238E27FC236}">
                <a16:creationId xmlns:a16="http://schemas.microsoft.com/office/drawing/2014/main" id="{A805B4E8-9696-B68F-92F9-40125CB5CBC1}"/>
              </a:ext>
            </a:extLst>
          </p:cNvPr>
          <p:cNvPicPr>
            <a:picLocks noChangeAspect="1" noChangeArrowheads="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1700124" y="890575"/>
            <a:ext cx="2921000" cy="2108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2D5DAD8-AA8F-28C4-CBA3-9566777CF941}"/>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4529618" y="1217924"/>
            <a:ext cx="3721100" cy="20828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9E89FE1-B766-3D6E-AA9F-15331AADCC47}"/>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3755809" y="4850217"/>
            <a:ext cx="1726057" cy="145352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B72872D-A5BF-026C-D2EA-08D5BCAC6C8D}"/>
              </a:ext>
            </a:extLst>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2232967" y="3095399"/>
            <a:ext cx="1887615" cy="17548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2CB4904A-0C43-3B98-0730-12DF8DD96E54}"/>
              </a:ext>
            </a:extLst>
          </p:cNvPr>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675959" y="5412782"/>
            <a:ext cx="2620189" cy="107481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F54383CC-19F7-BFAF-9B67-AAB145D7E560}"/>
              </a:ext>
            </a:extLst>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1417133" y="8901354"/>
            <a:ext cx="2390510" cy="1157224"/>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3BBA0AB-BEBB-21E6-04D6-1E1D4A2A2867}"/>
              </a:ext>
            </a:extLst>
          </p:cNvPr>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303731" y="6936730"/>
            <a:ext cx="2288833" cy="1587749"/>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a:extLst>
              <a:ext uri="{FF2B5EF4-FFF2-40B4-BE49-F238E27FC236}">
                <a16:creationId xmlns:a16="http://schemas.microsoft.com/office/drawing/2014/main" id="{4516BB9C-6534-0611-1C86-FB414A1A7A25}"/>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6184729" y="6678395"/>
            <a:ext cx="1949303" cy="1519457"/>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88FC152-7268-69BB-7621-E5132DEA47B7}"/>
              </a:ext>
            </a:extLst>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5525448" y="6847298"/>
            <a:ext cx="1562381" cy="1577404"/>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77E04DC4-2858-564A-AE69-5FA3BADB2010}"/>
              </a:ext>
            </a:extLst>
          </p:cNvPr>
          <p:cNvPicPr>
            <a:picLocks noChangeAspect="1" noChangeArrowheads="1"/>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9443146" y="9086104"/>
            <a:ext cx="1646901" cy="979116"/>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a:extLst>
              <a:ext uri="{FF2B5EF4-FFF2-40B4-BE49-F238E27FC236}">
                <a16:creationId xmlns:a16="http://schemas.microsoft.com/office/drawing/2014/main" id="{3252BC43-E7BD-710C-A290-251F91050F87}"/>
              </a:ext>
            </a:extLst>
          </p:cNvPr>
          <p:cNvPicPr>
            <a:picLocks noChangeAspect="1" noChangeArrowheads="1"/>
          </p:cNvPicPr>
          <p:nvPr userDrawn="1"/>
        </p:nvPicPr>
        <p:blipFill>
          <a:blip r:embed="rId22" cstate="print">
            <a:extLst>
              <a:ext uri="{28A0092B-C50C-407E-A947-70E740481C1C}">
                <a14:useLocalDpi xmlns:a14="http://schemas.microsoft.com/office/drawing/2010/main" val="0"/>
              </a:ext>
            </a:extLst>
          </a:blip>
          <a:srcRect/>
          <a:stretch>
            <a:fillRect/>
          </a:stretch>
        </p:blipFill>
        <p:spPr bwMode="auto">
          <a:xfrm>
            <a:off x="4958330" y="8641236"/>
            <a:ext cx="1939938" cy="1363792"/>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5765752B-A385-7379-1871-746ED911515A}"/>
              </a:ext>
            </a:extLst>
          </p:cNvPr>
          <p:cNvPicPr>
            <a:picLocks noChangeAspect="1" noChangeArrowheads="1"/>
          </p:cNvPicPr>
          <p:nvPr userDrawn="1"/>
        </p:nvPicPr>
        <p:blipFill>
          <a:blip r:embed="rId23" cstate="print">
            <a:extLst>
              <a:ext uri="{28A0092B-C50C-407E-A947-70E740481C1C}">
                <a14:useLocalDpi xmlns:a14="http://schemas.microsoft.com/office/drawing/2010/main" val="0"/>
              </a:ext>
            </a:extLst>
          </a:blip>
          <a:srcRect/>
          <a:stretch>
            <a:fillRect/>
          </a:stretch>
        </p:blipFill>
        <p:spPr bwMode="auto">
          <a:xfrm>
            <a:off x="7255942" y="8924883"/>
            <a:ext cx="1706562" cy="1137709"/>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1A133E14-E11F-3439-BE67-B088A1B717C3}"/>
              </a:ext>
            </a:extLst>
          </p:cNvPr>
          <p:cNvPicPr>
            <a:picLocks noChangeAspect="1" noChangeArrowheads="1"/>
          </p:cNvPicPr>
          <p:nvPr userDrawn="1"/>
        </p:nvPicPr>
        <p:blipFill>
          <a:blip r:embed="rId24" cstate="print">
            <a:extLst>
              <a:ext uri="{28A0092B-C50C-407E-A947-70E740481C1C}">
                <a14:useLocalDpi xmlns:a14="http://schemas.microsoft.com/office/drawing/2010/main" val="0"/>
              </a:ext>
            </a:extLst>
          </a:blip>
          <a:srcRect/>
          <a:stretch>
            <a:fillRect/>
          </a:stretch>
        </p:blipFill>
        <p:spPr bwMode="auto">
          <a:xfrm>
            <a:off x="14059336" y="8424702"/>
            <a:ext cx="2033866" cy="1538664"/>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4A84675B-44FB-5F5D-4E1A-E9C1B770FD5B}"/>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693598" y="4800301"/>
            <a:ext cx="16637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a:extLst>
              <a:ext uri="{FF2B5EF4-FFF2-40B4-BE49-F238E27FC236}">
                <a16:creationId xmlns:a16="http://schemas.microsoft.com/office/drawing/2014/main" id="{0457828F-C838-CBC5-58C0-55B7A98CAA91}"/>
              </a:ext>
            </a:extLst>
          </p:cNvPr>
          <p:cNvPicPr>
            <a:picLocks noChangeAspect="1" noChangeArrowheads="1"/>
          </p:cNvPicPr>
          <p:nvPr userDrawn="1"/>
        </p:nvPicPr>
        <p:blipFill>
          <a:blip r:embed="rId26" cstate="print">
            <a:extLst>
              <a:ext uri="{28A0092B-C50C-407E-A947-70E740481C1C}">
                <a14:useLocalDpi xmlns:a14="http://schemas.microsoft.com/office/drawing/2010/main" val="0"/>
              </a:ext>
            </a:extLst>
          </a:blip>
          <a:srcRect/>
          <a:stretch>
            <a:fillRect/>
          </a:stretch>
        </p:blipFill>
        <p:spPr bwMode="auto">
          <a:xfrm>
            <a:off x="6494308" y="5049355"/>
            <a:ext cx="180340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a:extLst>
              <a:ext uri="{FF2B5EF4-FFF2-40B4-BE49-F238E27FC236}">
                <a16:creationId xmlns:a16="http://schemas.microsoft.com/office/drawing/2014/main" id="{BEA7027E-96E3-F6DC-7457-15884382C4E0}"/>
              </a:ext>
            </a:extLst>
          </p:cNvPr>
          <p:cNvPicPr>
            <a:picLocks noChangeAspect="1" noChangeArrowheads="1"/>
          </p:cNvPicPr>
          <p:nvPr userDrawn="1"/>
        </p:nvPicPr>
        <p:blipFill>
          <a:blip r:embed="rId27" cstate="print">
            <a:extLst>
              <a:ext uri="{28A0092B-C50C-407E-A947-70E740481C1C}">
                <a14:useLocalDpi xmlns:a14="http://schemas.microsoft.com/office/drawing/2010/main" val="0"/>
              </a:ext>
            </a:extLst>
          </a:blip>
          <a:srcRect/>
          <a:stretch>
            <a:fillRect/>
          </a:stretch>
        </p:blipFill>
        <p:spPr bwMode="auto">
          <a:xfrm>
            <a:off x="2382363" y="8468714"/>
            <a:ext cx="1658539" cy="1494652"/>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a:extLst>
              <a:ext uri="{FF2B5EF4-FFF2-40B4-BE49-F238E27FC236}">
                <a16:creationId xmlns:a16="http://schemas.microsoft.com/office/drawing/2014/main" id="{E4E65B55-224F-E51E-929B-C616F58CA485}"/>
              </a:ext>
            </a:extLst>
          </p:cNvPr>
          <p:cNvPicPr>
            <a:picLocks noChangeAspect="1" noChangeArrowheads="1"/>
          </p:cNvPicPr>
          <p:nvPr userDrawn="1"/>
        </p:nvPicPr>
        <p:blipFill>
          <a:blip r:embed="rId28" cstate="print">
            <a:extLst>
              <a:ext uri="{28A0092B-C50C-407E-A947-70E740481C1C}">
                <a14:useLocalDpi xmlns:a14="http://schemas.microsoft.com/office/drawing/2010/main" val="0"/>
              </a:ext>
            </a:extLst>
          </a:blip>
          <a:srcRect/>
          <a:stretch>
            <a:fillRect/>
          </a:stretch>
        </p:blipFill>
        <p:spPr bwMode="auto">
          <a:xfrm>
            <a:off x="2775411" y="6582177"/>
            <a:ext cx="2565400" cy="1612900"/>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a:extLst>
              <a:ext uri="{FF2B5EF4-FFF2-40B4-BE49-F238E27FC236}">
                <a16:creationId xmlns:a16="http://schemas.microsoft.com/office/drawing/2014/main" id="{F375770D-1F75-FA8B-30CD-6ED7F25A7280}"/>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9831262" y="2000770"/>
            <a:ext cx="1868862" cy="1211023"/>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a:extLst>
              <a:ext uri="{FF2B5EF4-FFF2-40B4-BE49-F238E27FC236}">
                <a16:creationId xmlns:a16="http://schemas.microsoft.com/office/drawing/2014/main" id="{1D0C0EBA-5A68-0EE5-F218-E7F7096B328E}"/>
              </a:ext>
            </a:extLst>
          </p:cNvPr>
          <p:cNvPicPr>
            <a:picLocks noChangeAspect="1" noChangeArrowheads="1"/>
          </p:cNvPicPr>
          <p:nvPr userDrawn="1"/>
        </p:nvPicPr>
        <p:blipFill>
          <a:blip r:embed="rId30" cstate="print">
            <a:extLst>
              <a:ext uri="{28A0092B-C50C-407E-A947-70E740481C1C}">
                <a14:useLocalDpi xmlns:a14="http://schemas.microsoft.com/office/drawing/2010/main" val="0"/>
              </a:ext>
            </a:extLst>
          </a:blip>
          <a:srcRect/>
          <a:stretch>
            <a:fillRect/>
          </a:stretch>
        </p:blipFill>
        <p:spPr bwMode="auto">
          <a:xfrm>
            <a:off x="7359737" y="3540548"/>
            <a:ext cx="2377773" cy="1319821"/>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a:extLst>
              <a:ext uri="{FF2B5EF4-FFF2-40B4-BE49-F238E27FC236}">
                <a16:creationId xmlns:a16="http://schemas.microsoft.com/office/drawing/2014/main" id="{BC89B3E6-A176-0E23-5AB9-D799200C381F}"/>
              </a:ext>
            </a:extLst>
          </p:cNvPr>
          <p:cNvPicPr>
            <a:picLocks noChangeAspect="1" noChangeArrowheads="1"/>
          </p:cNvPicPr>
          <p:nvPr userDrawn="1"/>
        </p:nvPicPr>
        <p:blipFill>
          <a:blip r:embed="rId31" cstate="print">
            <a:extLst>
              <a:ext uri="{28A0092B-C50C-407E-A947-70E740481C1C}">
                <a14:useLocalDpi xmlns:a14="http://schemas.microsoft.com/office/drawing/2010/main" val="0"/>
              </a:ext>
            </a:extLst>
          </a:blip>
          <a:srcRect/>
          <a:stretch>
            <a:fillRect/>
          </a:stretch>
        </p:blipFill>
        <p:spPr bwMode="auto">
          <a:xfrm>
            <a:off x="197038" y="6967110"/>
            <a:ext cx="2098998" cy="1547746"/>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a:extLst>
              <a:ext uri="{FF2B5EF4-FFF2-40B4-BE49-F238E27FC236}">
                <a16:creationId xmlns:a16="http://schemas.microsoft.com/office/drawing/2014/main" id="{7D91AAE0-509C-AE87-7A0C-2AE9116F83B1}"/>
              </a:ext>
            </a:extLst>
          </p:cNvPr>
          <p:cNvPicPr>
            <a:picLocks noChangeAspect="1" noChangeArrowheads="1"/>
          </p:cNvPicPr>
          <p:nvPr userDrawn="1"/>
        </p:nvPicPr>
        <p:blipFill>
          <a:blip r:embed="rId32" cstate="print">
            <a:extLst>
              <a:ext uri="{28A0092B-C50C-407E-A947-70E740481C1C}">
                <a14:useLocalDpi xmlns:a14="http://schemas.microsoft.com/office/drawing/2010/main" val="0"/>
              </a:ext>
            </a:extLst>
          </a:blip>
          <a:srcRect/>
          <a:stretch>
            <a:fillRect/>
          </a:stretch>
        </p:blipFill>
        <p:spPr bwMode="auto">
          <a:xfrm>
            <a:off x="27529" y="8712074"/>
            <a:ext cx="2167269" cy="1429476"/>
          </a:xfrm>
          <a:prstGeom prst="rect">
            <a:avLst/>
          </a:prstGeom>
          <a:noFill/>
          <a:extLst>
            <a:ext uri="{909E8E84-426E-40DD-AFC4-6F175D3DCCD1}">
              <a14:hiddenFill xmlns:a14="http://schemas.microsoft.com/office/drawing/2010/main">
                <a:solidFill>
                  <a:srgbClr val="FFFFFF"/>
                </a:solidFill>
              </a14:hiddenFill>
            </a:ext>
          </a:extLst>
        </p:spPr>
      </p:pic>
      <p:sp>
        <p:nvSpPr>
          <p:cNvPr id="60" name="Textfeld 59">
            <a:extLst>
              <a:ext uri="{FF2B5EF4-FFF2-40B4-BE49-F238E27FC236}">
                <a16:creationId xmlns:a16="http://schemas.microsoft.com/office/drawing/2014/main" id="{36A8B709-8CC6-C6AC-D0ED-E7F706206975}"/>
              </a:ext>
            </a:extLst>
          </p:cNvPr>
          <p:cNvSpPr txBox="1"/>
          <p:nvPr userDrawn="1"/>
        </p:nvSpPr>
        <p:spPr>
          <a:xfrm>
            <a:off x="305392" y="2225969"/>
            <a:ext cx="2416046" cy="369332"/>
          </a:xfrm>
          <a:prstGeom prst="rect">
            <a:avLst/>
          </a:prstGeom>
          <a:noFill/>
        </p:spPr>
        <p:txBody>
          <a:bodyPr wrap="none" rtlCol="0">
            <a:spAutoFit/>
          </a:bodyPr>
          <a:lstStyle/>
          <a:p>
            <a:r>
              <a:rPr lang="de-DE" dirty="0"/>
              <a:t>Icon für extra Material</a:t>
            </a:r>
          </a:p>
        </p:txBody>
      </p:sp>
    </p:spTree>
    <p:extLst>
      <p:ext uri="{BB962C8B-B14F-4D97-AF65-F5344CB8AC3E}">
        <p14:creationId xmlns:p14="http://schemas.microsoft.com/office/powerpoint/2010/main" val="1633780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preserve="1"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7324846" y="253445"/>
            <a:ext cx="3638308" cy="1320758"/>
          </a:xfrm>
          <a:prstGeom prst="rect">
            <a:avLst/>
          </a:prstGeom>
        </p:spPr>
      </p:pic>
      <p:pic>
        <p:nvPicPr>
          <p:cNvPr id="6" name="Grafik 5"/>
          <p:cNvPicPr/>
          <p:nvPr userDrawn="1"/>
        </p:nvPicPr>
        <p:blipFill>
          <a:blip r:embed="rId3"/>
          <a:srcRect t="228"/>
          <a:stretch/>
        </p:blipFill>
        <p:spPr bwMode="auto">
          <a:xfrm>
            <a:off x="14208592" y="1954224"/>
            <a:ext cx="4107328" cy="8360696"/>
          </a:xfrm>
          <a:prstGeom prst="rect">
            <a:avLst/>
          </a:prstGeom>
          <a:ln w="6350" cmpd="sng">
            <a:noFill/>
          </a:ln>
        </p:spPr>
      </p:pic>
      <p:pic>
        <p:nvPicPr>
          <p:cNvPr id="7" name="Grafik 6"/>
          <p:cNvPicPr/>
          <p:nvPr userDrawn="1"/>
        </p:nvPicPr>
        <p:blipFill>
          <a:blip r:embed="rId4"/>
          <a:stretch/>
        </p:blipFill>
        <p:spPr bwMode="auto">
          <a:xfrm>
            <a:off x="1" y="1954225"/>
            <a:ext cx="1258398" cy="8379814"/>
          </a:xfrm>
          <a:prstGeom prst="rect">
            <a:avLst/>
          </a:prstGeom>
          <a:ln w="6350" cmpd="sng">
            <a:noFill/>
          </a:ln>
        </p:spPr>
      </p:pic>
      <p:sp>
        <p:nvSpPr>
          <p:cNvPr id="12" name="Google Shape;121;p19"/>
          <p:cNvSpPr txBox="1">
            <a:spLocks noGrp="1"/>
          </p:cNvSpPr>
          <p:nvPr>
            <p:ph type="ctrTitle"/>
          </p:nvPr>
        </p:nvSpPr>
        <p:spPr bwMode="auto">
          <a:xfrm>
            <a:off x="2429091" y="2496313"/>
            <a:ext cx="11333754" cy="1298518"/>
          </a:xfrm>
          <a:prstGeom prst="rect">
            <a:avLst/>
          </a:prstGeom>
        </p:spPr>
        <p:txBody>
          <a:bodyPr spcFirstLastPara="1" wrap="square" lIns="91425" tIns="91425" rIns="91425" bIns="91425" anchor="b" anchorCtr="0">
            <a:noAutofit/>
          </a:bodyPr>
          <a:lstStyle>
            <a:lvl1pPr>
              <a:defRPr>
                <a:cs typeface="Arial"/>
              </a:defRPr>
            </a:lvl1pPr>
          </a:lstStyle>
          <a:p>
            <a:pPr algn="ctr">
              <a:defRPr/>
            </a:pPr>
            <a:endParaRPr lang="de-DE" sz="4000">
              <a:solidFill>
                <a:schemeClr val="tx1"/>
              </a:solidFill>
              <a:latin typeface="+mj-lt"/>
            </a:endParaRPr>
          </a:p>
        </p:txBody>
      </p:sp>
      <p:cxnSp>
        <p:nvCxnSpPr>
          <p:cNvPr id="13" name="Google Shape;84;p13"/>
          <p:cNvCxnSpPr>
            <a:cxnSpLocks/>
          </p:cNvCxnSpPr>
          <p:nvPr userDrawn="1"/>
        </p:nvCxnSpPr>
        <p:spPr bwMode="auto">
          <a:xfrm>
            <a:off x="-18000" y="3551472"/>
            <a:ext cx="18324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1617290" y="314557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6" name="Textfeld 15"/>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17" name="Textfeld 1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cxnSp>
        <p:nvCxnSpPr>
          <p:cNvPr id="102" name="Google Shape;102;p17"/>
          <p:cNvCxnSpPr>
            <a:cxnSpLocks/>
            <a:endCxn id="104" idx="1"/>
          </p:cNvCxnSpPr>
          <p:nvPr/>
        </p:nvCxnSpPr>
        <p:spPr bwMode="auto">
          <a:xfrm>
            <a:off x="1" y="1672887"/>
            <a:ext cx="1962402" cy="17486"/>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834852" y="1266970"/>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4" name="Google Shape;104;p17"/>
          <p:cNvSpPr txBox="1">
            <a:spLocks noGrp="1"/>
          </p:cNvSpPr>
          <p:nvPr>
            <p:ph type="title" hasCustomPrompt="1"/>
          </p:nvPr>
        </p:nvSpPr>
        <p:spPr bwMode="auto">
          <a:xfrm>
            <a:off x="1962402" y="1254772"/>
            <a:ext cx="7756800" cy="8712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4000" b="1">
                <a:latin typeface="Lora"/>
                <a:ea typeface="Lora"/>
                <a:cs typeface="Lora"/>
              </a:defRPr>
            </a:lvl1pPr>
            <a:lvl2pPr lvl="1">
              <a:spcBef>
                <a:spcPts val="0"/>
              </a:spcBef>
              <a:spcAft>
                <a:spcPts val="0"/>
              </a:spcAft>
              <a:buSzPts val="2000"/>
              <a:buFont typeface="Lora"/>
              <a:buNone/>
              <a:defRPr sz="4000" b="1">
                <a:highlight>
                  <a:srgbClr val="FFFFFF"/>
                </a:highlight>
                <a:latin typeface="Lora"/>
                <a:ea typeface="Lora"/>
                <a:cs typeface="Lora"/>
              </a:defRPr>
            </a:lvl2pPr>
            <a:lvl3pPr lvl="2">
              <a:spcBef>
                <a:spcPts val="0"/>
              </a:spcBef>
              <a:spcAft>
                <a:spcPts val="0"/>
              </a:spcAft>
              <a:buSzPts val="2000"/>
              <a:buFont typeface="Lora"/>
              <a:buNone/>
              <a:defRPr sz="4000" b="1">
                <a:highlight>
                  <a:srgbClr val="FFFFFF"/>
                </a:highlight>
                <a:latin typeface="Lora"/>
                <a:ea typeface="Lora"/>
                <a:cs typeface="Lora"/>
              </a:defRPr>
            </a:lvl3pPr>
            <a:lvl4pPr lvl="3">
              <a:spcBef>
                <a:spcPts val="0"/>
              </a:spcBef>
              <a:spcAft>
                <a:spcPts val="0"/>
              </a:spcAft>
              <a:buSzPts val="2000"/>
              <a:buFont typeface="Lora"/>
              <a:buNone/>
              <a:defRPr sz="4000" b="1">
                <a:highlight>
                  <a:srgbClr val="FFFFFF"/>
                </a:highlight>
                <a:latin typeface="Lora"/>
                <a:ea typeface="Lora"/>
                <a:cs typeface="Lora"/>
              </a:defRPr>
            </a:lvl4pPr>
            <a:lvl5pPr lvl="4">
              <a:spcBef>
                <a:spcPts val="0"/>
              </a:spcBef>
              <a:spcAft>
                <a:spcPts val="0"/>
              </a:spcAft>
              <a:buSzPts val="2000"/>
              <a:buFont typeface="Lora"/>
              <a:buNone/>
              <a:defRPr sz="4000" b="1">
                <a:highlight>
                  <a:srgbClr val="FFFFFF"/>
                </a:highlight>
                <a:latin typeface="Lora"/>
                <a:ea typeface="Lora"/>
                <a:cs typeface="Lora"/>
              </a:defRPr>
            </a:lvl5pPr>
            <a:lvl6pPr lvl="5">
              <a:spcBef>
                <a:spcPts val="0"/>
              </a:spcBef>
              <a:spcAft>
                <a:spcPts val="0"/>
              </a:spcAft>
              <a:buSzPts val="2000"/>
              <a:buFont typeface="Lora"/>
              <a:buNone/>
              <a:defRPr sz="4000" b="1">
                <a:highlight>
                  <a:srgbClr val="FFFFFF"/>
                </a:highlight>
                <a:latin typeface="Lora"/>
                <a:ea typeface="Lora"/>
                <a:cs typeface="Lora"/>
              </a:defRPr>
            </a:lvl6pPr>
            <a:lvl7pPr lvl="6">
              <a:spcBef>
                <a:spcPts val="0"/>
              </a:spcBef>
              <a:spcAft>
                <a:spcPts val="0"/>
              </a:spcAft>
              <a:buSzPts val="2000"/>
              <a:buFont typeface="Lora"/>
              <a:buNone/>
              <a:defRPr sz="4000" b="1">
                <a:highlight>
                  <a:srgbClr val="FFFFFF"/>
                </a:highlight>
                <a:latin typeface="Lora"/>
                <a:ea typeface="Lora"/>
                <a:cs typeface="Lora"/>
              </a:defRPr>
            </a:lvl7pPr>
            <a:lvl8pPr lvl="7">
              <a:spcBef>
                <a:spcPts val="0"/>
              </a:spcBef>
              <a:spcAft>
                <a:spcPts val="0"/>
              </a:spcAft>
              <a:buSzPts val="2000"/>
              <a:buFont typeface="Lora"/>
              <a:buNone/>
              <a:defRPr sz="4000" b="1">
                <a:highlight>
                  <a:srgbClr val="FFFFFF"/>
                </a:highlight>
                <a:latin typeface="Lora"/>
                <a:ea typeface="Lora"/>
                <a:cs typeface="Lora"/>
              </a:defRPr>
            </a:lvl8pPr>
            <a:lvl9pPr lvl="8">
              <a:spcBef>
                <a:spcPts val="0"/>
              </a:spcBef>
              <a:spcAft>
                <a:spcPts val="0"/>
              </a:spcAft>
              <a:buSzPts val="2000"/>
              <a:buFont typeface="Lora"/>
              <a:buNone/>
              <a:defRPr sz="4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1200"/>
              </a:spcBef>
              <a:spcAft>
                <a:spcPts val="0"/>
              </a:spcAft>
              <a:buClr>
                <a:schemeClr val="accent5"/>
              </a:buClr>
              <a:buSzPts val="2000"/>
              <a:buFont typeface="Arial"/>
              <a:buChar char="•"/>
              <a:defRPr sz="3200">
                <a:solidFill>
                  <a:schemeClr val="tx1"/>
                </a:solidFill>
                <a:latin typeface="Arial Narrow"/>
                <a:ea typeface="Arial Narrow"/>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4839940" y="1672888"/>
            <a:ext cx="13448160" cy="17484"/>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14"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grpSp>
        <p:nvGrpSpPr>
          <p:cNvPr id="18" name="Google Shape;138;p20"/>
          <p:cNvGrpSpPr>
            <a:grpSpLocks noChangeAspect="1"/>
          </p:cNvGrpSpPr>
          <p:nvPr userDrawn="1"/>
        </p:nvGrpSpPr>
        <p:grpSpPr bwMode="auto">
          <a:xfrm flipH="1">
            <a:off x="956156" y="1357086"/>
            <a:ext cx="543384" cy="543384"/>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sz="2800"/>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cxnSp>
        <p:nvCxnSpPr>
          <p:cNvPr id="102" name="Google Shape;102;p17"/>
          <p:cNvCxnSpPr>
            <a:cxnSpLocks/>
            <a:endCxn id="104" idx="1"/>
          </p:cNvCxnSpPr>
          <p:nvPr/>
        </p:nvCxnSpPr>
        <p:spPr bwMode="auto">
          <a:xfrm>
            <a:off x="1" y="1672887"/>
            <a:ext cx="1962402" cy="17486"/>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userDrawn="1"/>
        </p:nvSpPr>
        <p:spPr bwMode="auto">
          <a:xfrm>
            <a:off x="834852" y="1266970"/>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4" name="Google Shape;104;p17"/>
          <p:cNvSpPr txBox="1">
            <a:spLocks noGrp="1"/>
          </p:cNvSpPr>
          <p:nvPr>
            <p:ph type="title"/>
          </p:nvPr>
        </p:nvSpPr>
        <p:spPr bwMode="auto">
          <a:xfrm>
            <a:off x="1962402" y="1254772"/>
            <a:ext cx="7756800" cy="8712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4000" b="1">
                <a:latin typeface="Lora"/>
                <a:ea typeface="Lora"/>
                <a:cs typeface="Lora"/>
              </a:defRPr>
            </a:lvl1pPr>
            <a:lvl2pPr lvl="1">
              <a:spcBef>
                <a:spcPts val="0"/>
              </a:spcBef>
              <a:spcAft>
                <a:spcPts val="0"/>
              </a:spcAft>
              <a:buSzPts val="2000"/>
              <a:buFont typeface="Lora"/>
              <a:buNone/>
              <a:defRPr sz="4000" b="1">
                <a:highlight>
                  <a:srgbClr val="FFFFFF"/>
                </a:highlight>
                <a:latin typeface="Lora"/>
                <a:ea typeface="Lora"/>
                <a:cs typeface="Lora"/>
              </a:defRPr>
            </a:lvl2pPr>
            <a:lvl3pPr lvl="2">
              <a:spcBef>
                <a:spcPts val="0"/>
              </a:spcBef>
              <a:spcAft>
                <a:spcPts val="0"/>
              </a:spcAft>
              <a:buSzPts val="2000"/>
              <a:buFont typeface="Lora"/>
              <a:buNone/>
              <a:defRPr sz="4000" b="1">
                <a:highlight>
                  <a:srgbClr val="FFFFFF"/>
                </a:highlight>
                <a:latin typeface="Lora"/>
                <a:ea typeface="Lora"/>
                <a:cs typeface="Lora"/>
              </a:defRPr>
            </a:lvl3pPr>
            <a:lvl4pPr lvl="3">
              <a:spcBef>
                <a:spcPts val="0"/>
              </a:spcBef>
              <a:spcAft>
                <a:spcPts val="0"/>
              </a:spcAft>
              <a:buSzPts val="2000"/>
              <a:buFont typeface="Lora"/>
              <a:buNone/>
              <a:defRPr sz="4000" b="1">
                <a:highlight>
                  <a:srgbClr val="FFFFFF"/>
                </a:highlight>
                <a:latin typeface="Lora"/>
                <a:ea typeface="Lora"/>
                <a:cs typeface="Lora"/>
              </a:defRPr>
            </a:lvl4pPr>
            <a:lvl5pPr lvl="4">
              <a:spcBef>
                <a:spcPts val="0"/>
              </a:spcBef>
              <a:spcAft>
                <a:spcPts val="0"/>
              </a:spcAft>
              <a:buSzPts val="2000"/>
              <a:buFont typeface="Lora"/>
              <a:buNone/>
              <a:defRPr sz="4000" b="1">
                <a:highlight>
                  <a:srgbClr val="FFFFFF"/>
                </a:highlight>
                <a:latin typeface="Lora"/>
                <a:ea typeface="Lora"/>
                <a:cs typeface="Lora"/>
              </a:defRPr>
            </a:lvl5pPr>
            <a:lvl6pPr lvl="5">
              <a:spcBef>
                <a:spcPts val="0"/>
              </a:spcBef>
              <a:spcAft>
                <a:spcPts val="0"/>
              </a:spcAft>
              <a:buSzPts val="2000"/>
              <a:buFont typeface="Lora"/>
              <a:buNone/>
              <a:defRPr sz="4000" b="1">
                <a:highlight>
                  <a:srgbClr val="FFFFFF"/>
                </a:highlight>
                <a:latin typeface="Lora"/>
                <a:ea typeface="Lora"/>
                <a:cs typeface="Lora"/>
              </a:defRPr>
            </a:lvl6pPr>
            <a:lvl7pPr lvl="6">
              <a:spcBef>
                <a:spcPts val="0"/>
              </a:spcBef>
              <a:spcAft>
                <a:spcPts val="0"/>
              </a:spcAft>
              <a:buSzPts val="2000"/>
              <a:buFont typeface="Lora"/>
              <a:buNone/>
              <a:defRPr sz="4000" b="1">
                <a:highlight>
                  <a:srgbClr val="FFFFFF"/>
                </a:highlight>
                <a:latin typeface="Lora"/>
                <a:ea typeface="Lora"/>
                <a:cs typeface="Lora"/>
              </a:defRPr>
            </a:lvl7pPr>
            <a:lvl8pPr lvl="7">
              <a:spcBef>
                <a:spcPts val="0"/>
              </a:spcBef>
              <a:spcAft>
                <a:spcPts val="0"/>
              </a:spcAft>
              <a:buSzPts val="2000"/>
              <a:buFont typeface="Lora"/>
              <a:buNone/>
              <a:defRPr sz="4000" b="1">
                <a:highlight>
                  <a:srgbClr val="FFFFFF"/>
                </a:highlight>
                <a:latin typeface="Lora"/>
                <a:ea typeface="Lora"/>
                <a:cs typeface="Lora"/>
              </a:defRPr>
            </a:lvl8pPr>
            <a:lvl9pPr lvl="8">
              <a:spcBef>
                <a:spcPts val="0"/>
              </a:spcBef>
              <a:spcAft>
                <a:spcPts val="0"/>
              </a:spcAft>
              <a:buSzPts val="2000"/>
              <a:buFont typeface="Lora"/>
              <a:buNone/>
              <a:defRPr sz="4000" b="1">
                <a:highlight>
                  <a:srgbClr val="FFFFFF"/>
                </a:highlight>
                <a:latin typeface="Lora"/>
                <a:ea typeface="Lora"/>
                <a:cs typeface="Lora"/>
              </a:defRPr>
            </a:lvl9pPr>
          </a:lstStyle>
          <a:p>
            <a:pPr>
              <a:defRPr/>
            </a:pPr>
            <a:endParaRPr/>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685800" lvl="0" indent="-685800">
              <a:spcBef>
                <a:spcPts val="1200"/>
              </a:spcBef>
              <a:spcAft>
                <a:spcPts val="0"/>
              </a:spcAft>
              <a:buClr>
                <a:schemeClr val="accent5">
                  <a:lumMod val="60000"/>
                  <a:lumOff val="40000"/>
                </a:schemeClr>
              </a:buClr>
              <a:buSzPct val="80000"/>
              <a:buFont typeface="+mj-lt"/>
              <a:buAutoNum type="arabicPeriod"/>
              <a:defRPr sz="3600">
                <a:solidFill>
                  <a:schemeClr val="tx1"/>
                </a:solidFill>
                <a:latin typeface="Arial Narrow"/>
                <a:ea typeface="Arial Narrow"/>
                <a:cs typeface="Arial Narrow"/>
              </a:defRPr>
            </a:lvl1pPr>
            <a:lvl2pPr marL="1828800" lvl="1" indent="-711200">
              <a:spcBef>
                <a:spcPts val="1200"/>
              </a:spcBef>
              <a:spcAft>
                <a:spcPts val="0"/>
              </a:spcAft>
              <a:buClr>
                <a:schemeClr val="accent5"/>
              </a:buClr>
              <a:buSzPts val="2000"/>
              <a:buFont typeface="Arial"/>
              <a:buChar char="•"/>
              <a:defRPr sz="3200">
                <a:solidFill>
                  <a:schemeClr val="tx1"/>
                </a:solidFill>
                <a:latin typeface="Arial Narrow"/>
                <a:ea typeface="Arial Narrow"/>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4839940" y="1672888"/>
            <a:ext cx="13448160" cy="17484"/>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14"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5" name="Textfeld 4"/>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pic>
        <p:nvPicPr>
          <p:cNvPr id="8" name="Grafik 7" descr="Kaffee"/>
          <p:cNvPicPr>
            <a:picLocks noChangeAspect="1"/>
          </p:cNvPicPr>
          <p:nvPr userDrawn="1"/>
        </p:nvPicPr>
        <p:blipFill>
          <a:blip r:embed="rId3"/>
          <a:stretch/>
        </p:blipFill>
        <p:spPr bwMode="auto">
          <a:xfrm>
            <a:off x="1571369" y="1767529"/>
            <a:ext cx="753486" cy="753486"/>
          </a:xfrm>
          <a:prstGeom prst="rect">
            <a:avLst/>
          </a:prstGeom>
        </p:spPr>
      </p:pic>
      <p:sp>
        <p:nvSpPr>
          <p:cNvPr id="21"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pic>
        <p:nvPicPr>
          <p:cNvPr id="11" name="Grafik 10" descr="Würfel"/>
          <p:cNvPicPr>
            <a:picLocks noChangeAspect="1"/>
          </p:cNvPicPr>
          <p:nvPr userDrawn="1"/>
        </p:nvPicPr>
        <p:blipFill>
          <a:blip r:embed="rId3"/>
          <a:stretch/>
        </p:blipFill>
        <p:spPr bwMode="auto">
          <a:xfrm>
            <a:off x="1583370" y="1854042"/>
            <a:ext cx="747380" cy="747380"/>
          </a:xfrm>
          <a:prstGeom prst="rect">
            <a:avLst/>
          </a:prstGeom>
        </p:spPr>
      </p:pic>
      <p:sp>
        <p:nvSpPr>
          <p:cNvPr id="18"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Title + 1 column" preserve="1"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4638" y="9457337"/>
            <a:ext cx="18288000" cy="836910"/>
          </a:xfrm>
          <a:prstGeom prst="rect">
            <a:avLst/>
          </a:prstGeom>
          <a:solidFill>
            <a:schemeClr val="bg1">
              <a:lumMod val="95000"/>
            </a:schemeClr>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05" name="Google Shape;105;p17"/>
          <p:cNvSpPr txBox="1">
            <a:spLocks noGrp="1"/>
          </p:cNvSpPr>
          <p:nvPr>
            <p:ph type="body" idx="1"/>
          </p:nvPr>
        </p:nvSpPr>
        <p:spPr bwMode="auto">
          <a:xfrm>
            <a:off x="1933824" y="2125972"/>
            <a:ext cx="14411076" cy="6681312"/>
          </a:xfrm>
          <a:prstGeom prst="rect">
            <a:avLst/>
          </a:prstGeom>
        </p:spPr>
        <p:txBody>
          <a:bodyPr spcFirstLastPara="1" wrap="square" lIns="91425" tIns="91425" rIns="91425" bIns="91425" anchor="t" anchorCtr="0">
            <a:noAutofit/>
          </a:bodyPr>
          <a:lstStyle>
            <a:lvl1pPr marL="533400" lvl="0" indent="-533400">
              <a:spcBef>
                <a:spcPts val="1200"/>
              </a:spcBef>
              <a:spcAft>
                <a:spcPts val="0"/>
              </a:spcAft>
              <a:buClr>
                <a:schemeClr val="accent5">
                  <a:lumMod val="60000"/>
                  <a:lumOff val="40000"/>
                </a:schemeClr>
              </a:buClr>
              <a:buSzPct val="80000"/>
              <a:buFont typeface="Quattrocento Sans"/>
              <a:buChar char="◉"/>
              <a:defRPr sz="3600">
                <a:solidFill>
                  <a:schemeClr val="tx1"/>
                </a:solidFill>
                <a:latin typeface="Arial Narrow"/>
                <a:ea typeface="Arial Narrow"/>
                <a:cs typeface="Arial Narrow"/>
              </a:defRPr>
            </a:lvl1pPr>
            <a:lvl2pPr marL="1828800" lvl="1"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2pPr>
            <a:lvl3pPr marL="2743200" lvl="2" indent="-711200">
              <a:spcBef>
                <a:spcPts val="3200"/>
              </a:spcBef>
              <a:spcAft>
                <a:spcPts val="0"/>
              </a:spcAft>
              <a:buClr>
                <a:srgbClr val="FFCD00"/>
              </a:buClr>
              <a:buSzPts val="2000"/>
              <a:buFont typeface="Quattrocento Sans"/>
              <a:buChar char="■"/>
              <a:defRPr sz="4000">
                <a:latin typeface="Quattrocento Sans"/>
                <a:ea typeface="Quattrocento Sans"/>
                <a:cs typeface="Quattrocento Sans"/>
              </a:defRPr>
            </a:lvl3pPr>
            <a:lvl4pPr marL="3657600" lvl="3"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4pPr>
            <a:lvl5pPr marL="4572000" lvl="4"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5pPr>
            <a:lvl6pPr marL="5486400" lvl="5"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6pPr>
            <a:lvl7pPr marL="6400800" lvl="6"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7pPr>
            <a:lvl8pPr marL="7315200" lvl="7" indent="-685800">
              <a:spcBef>
                <a:spcPts val="3200"/>
              </a:spcBef>
              <a:spcAft>
                <a:spcPts val="0"/>
              </a:spcAft>
              <a:buClr>
                <a:srgbClr val="FFCD00"/>
              </a:buClr>
              <a:buSzPts val="1800"/>
              <a:buFont typeface="Quattrocento Sans"/>
              <a:buChar char="○"/>
              <a:defRPr sz="3600">
                <a:latin typeface="Quattrocento Sans"/>
                <a:ea typeface="Quattrocento Sans"/>
                <a:cs typeface="Quattrocento Sans"/>
              </a:defRPr>
            </a:lvl8pPr>
            <a:lvl9pPr marL="8229600" lvl="8" indent="-685800">
              <a:spcBef>
                <a:spcPts val="3200"/>
              </a:spcBef>
              <a:spcAft>
                <a:spcPts val="3200"/>
              </a:spcAft>
              <a:buClr>
                <a:srgbClr val="FFCD00"/>
              </a:buClr>
              <a:buSzPts val="1800"/>
              <a:buFont typeface="Quattrocento Sans"/>
              <a:buChar char="■"/>
              <a:defRPr sz="36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8656481" y="411206"/>
            <a:ext cx="975038" cy="836908"/>
          </a:xfrm>
          <a:prstGeom prst="rect">
            <a:avLst/>
          </a:prstGeom>
        </p:spPr>
      </p:pic>
      <p:sp>
        <p:nvSpPr>
          <p:cNvPr id="2" name="Rechtwinkliges Dreieck 1"/>
          <p:cNvSpPr/>
          <p:nvPr userDrawn="1"/>
        </p:nvSpPr>
        <p:spPr bwMode="auto">
          <a:xfrm rot="16199998">
            <a:off x="17320844" y="9342236"/>
            <a:ext cx="836912" cy="10974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p>
        </p:txBody>
      </p:sp>
      <p:sp>
        <p:nvSpPr>
          <p:cNvPr id="4" name="Rechteck 3"/>
          <p:cNvSpPr/>
          <p:nvPr userDrawn="1"/>
        </p:nvSpPr>
        <p:spPr bwMode="auto">
          <a:xfrm>
            <a:off x="736601" y="1143001"/>
            <a:ext cx="975038" cy="98297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sz="2800">
              <a:solidFill>
                <a:schemeClr val="bg1"/>
              </a:solidFill>
            </a:endParaRPr>
          </a:p>
        </p:txBody>
      </p:sp>
      <p:sp>
        <p:nvSpPr>
          <p:cNvPr id="5" name="Textplatzhalter 5"/>
          <p:cNvSpPr txBox="1"/>
          <p:nvPr userDrawn="1"/>
        </p:nvSpPr>
        <p:spPr bwMode="auto">
          <a:xfrm>
            <a:off x="1948113" y="2125975"/>
            <a:ext cx="14382498" cy="6681310"/>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5600"/>
          </a:p>
          <a:p>
            <a:pPr algn="ctr">
              <a:defRPr/>
            </a:pPr>
            <a:endParaRPr lang="de-DE" sz="5600"/>
          </a:p>
        </p:txBody>
      </p:sp>
      <p:sp>
        <p:nvSpPr>
          <p:cNvPr id="6" name="Google Shape;103;p17"/>
          <p:cNvSpPr/>
          <p:nvPr userDrawn="1"/>
        </p:nvSpPr>
        <p:spPr bwMode="auto">
          <a:xfrm>
            <a:off x="1527922" y="1803582"/>
            <a:ext cx="811800" cy="811800"/>
          </a:xfrm>
          <a:prstGeom prst="ellipse">
            <a:avLst/>
          </a:prstGeom>
          <a:solidFill>
            <a:srgbClr val="7E0D31"/>
          </a:solidFill>
          <a:ln>
            <a:noFill/>
          </a:ln>
        </p:spPr>
        <p:txBody>
          <a:bodyPr spcFirstLastPara="1" wrap="square" lIns="182850" tIns="182850" rIns="182850" bIns="182850" anchor="ctr" anchorCtr="0">
            <a:noAutofit/>
          </a:bodyPr>
          <a:lstStyle/>
          <a:p>
            <a:pPr marL="0" lvl="0" indent="0" algn="l">
              <a:spcBef>
                <a:spcPts val="0"/>
              </a:spcBef>
              <a:spcAft>
                <a:spcPts val="0"/>
              </a:spcAft>
              <a:buNone/>
              <a:defRPr/>
            </a:pPr>
            <a:endParaRPr sz="2800"/>
          </a:p>
        </p:txBody>
      </p:sp>
      <p:sp>
        <p:nvSpPr>
          <p:cNvPr id="13" name="Google Shape;107;p17"/>
          <p:cNvSpPr txBox="1">
            <a:spLocks noGrp="1"/>
          </p:cNvSpPr>
          <p:nvPr>
            <p:ph type="sldNum" idx="12"/>
          </p:nvPr>
        </p:nvSpPr>
        <p:spPr bwMode="auto">
          <a:xfrm>
            <a:off x="17269348" y="9647080"/>
            <a:ext cx="1097400" cy="7872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‹Nr.›</a:t>
            </a:fld>
            <a:endParaRPr lang="de-DE"/>
          </a:p>
        </p:txBody>
      </p:sp>
      <p:sp>
        <p:nvSpPr>
          <p:cNvPr id="3" name="Textfeld 2"/>
          <p:cNvSpPr txBox="1"/>
          <p:nvPr userDrawn="1"/>
        </p:nvSpPr>
        <p:spPr bwMode="auto">
          <a:xfrm>
            <a:off x="104146" y="9540848"/>
            <a:ext cx="7294524" cy="707886"/>
          </a:xfrm>
          <a:prstGeom prst="rect">
            <a:avLst/>
          </a:prstGeom>
          <a:noFill/>
        </p:spPr>
        <p:txBody>
          <a:bodyPr wrap="square" rtlCol="0">
            <a:spAutoFit/>
          </a:bodyPr>
          <a:lstStyle/>
          <a:p>
            <a:pPr algn="l">
              <a:defRPr/>
            </a:pPr>
            <a:r>
              <a:rPr lang="de-DE" sz="2000" b="0">
                <a:solidFill>
                  <a:srgbClr val="C00000"/>
                </a:solidFill>
                <a:latin typeface="Arial Narrow"/>
              </a:rPr>
              <a:t>Titel</a:t>
            </a:r>
            <a:endParaRPr lang="de-DE" sz="2000">
              <a:solidFill>
                <a:srgbClr val="C00000"/>
              </a:solidFill>
              <a:latin typeface="Arial Narrow"/>
            </a:endParaRPr>
          </a:p>
          <a:p>
            <a:pPr algn="l">
              <a:defRPr/>
            </a:pPr>
            <a:r>
              <a:rPr lang="de-DE" sz="2000">
                <a:solidFill>
                  <a:srgbClr val="C00000"/>
                </a:solidFill>
                <a:latin typeface="Arial Narrow"/>
              </a:rPr>
              <a:t>Tutorname</a:t>
            </a:r>
            <a:endParaRPr sz="2800"/>
          </a:p>
        </p:txBody>
      </p:sp>
      <p:sp>
        <p:nvSpPr>
          <p:cNvPr id="7" name="Textfeld 6"/>
          <p:cNvSpPr txBox="1"/>
          <p:nvPr userDrawn="1"/>
        </p:nvSpPr>
        <p:spPr bwMode="auto">
          <a:xfrm>
            <a:off x="6883216" y="9594933"/>
            <a:ext cx="2590800" cy="400110"/>
          </a:xfrm>
          <a:prstGeom prst="rect">
            <a:avLst/>
          </a:prstGeom>
          <a:noFill/>
        </p:spPr>
        <p:txBody>
          <a:bodyPr wrap="square" rtlCol="0">
            <a:spAutoFit/>
          </a:bodyPr>
          <a:lstStyle/>
          <a:p>
            <a:pPr algn="l">
              <a:defRPr/>
            </a:pPr>
            <a:r>
              <a:rPr lang="de-DE" sz="2000">
                <a:solidFill>
                  <a:srgbClr val="C00000"/>
                </a:solidFill>
                <a:latin typeface="Arial Narrow"/>
              </a:rPr>
              <a:t>Datum: XXX</a:t>
            </a:r>
            <a:endParaRPr sz="28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Blank no illustration" preserve="1" userDrawn="1">
  <p:cSld name="Blank no illustration">
    <p:spTree>
      <p:nvGrpSpPr>
        <p:cNvPr id="1" name=""/>
        <p:cNvGrpSpPr/>
        <p:nvPr/>
      </p:nvGrpSpPr>
      <p:grpSpPr bwMode="auto">
        <a:xfrm>
          <a:off x="0" y="0"/>
          <a:ext cx="0" cy="0"/>
          <a:chOff x="0" y="0"/>
          <a:chExt cx="0" cy="0"/>
        </a:xfrm>
      </p:grpSpPr>
      <p:sp>
        <p:nvSpPr>
          <p:cNvPr id="60" name="Google Shape;60;p13"/>
          <p:cNvSpPr txBox="1">
            <a:spLocks noGrp="1"/>
          </p:cNvSpPr>
          <p:nvPr>
            <p:ph type="sldNum" idx="12"/>
          </p:nvPr>
        </p:nvSpPr>
        <p:spPr bwMode="auto">
          <a:xfrm>
            <a:off x="16961168" y="9499702"/>
            <a:ext cx="1097400" cy="787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a:spcBef>
                <a:spcPts val="0"/>
              </a:spcBef>
              <a:spcAft>
                <a:spcPts val="0"/>
              </a:spcAft>
              <a:buNone/>
              <a:defRPr/>
            </a:pPr>
            <a:fld id="{00000000-1234-1234-1234-123412341234}" type="slidenum">
              <a:rPr lang="en"/>
              <a:pPr marL="0" lvl="0" indent="0" algn="r">
                <a:spcBef>
                  <a:spcPts val="0"/>
                </a:spcBef>
                <a:spcAft>
                  <a:spcPts val="0"/>
                </a:spcAft>
                <a:buNone/>
                <a:defRPr/>
              </a:pPr>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27CF1F7-0937-F9F7-257C-5A064E5738E4}"/>
              </a:ext>
            </a:extLst>
          </p:cNvPr>
          <p:cNvSpPr>
            <a:spLocks noGrp="1"/>
          </p:cNvSpPr>
          <p:nvPr>
            <p:ph type="title"/>
          </p:nvPr>
        </p:nvSpPr>
        <p:spPr>
          <a:xfrm>
            <a:off x="1944000" y="1322140"/>
            <a:ext cx="14400000" cy="1260000"/>
          </a:xfrm>
          <a:prstGeom prst="rect">
            <a:avLst/>
          </a:prstGeom>
        </p:spPr>
        <p:txBody>
          <a:bodyPr vert="horz" lIns="91440" tIns="45720" rIns="91440" bIns="45720" rtlCol="0" anchor="ctr" anchorCtr="1">
            <a:normAutofit/>
          </a:bodyPr>
          <a:lstStyle/>
          <a:p>
            <a:r>
              <a:rPr lang="de-DE" dirty="0"/>
              <a:t>Mastertitelformat bearbeiten</a:t>
            </a:r>
          </a:p>
        </p:txBody>
      </p:sp>
      <p:sp>
        <p:nvSpPr>
          <p:cNvPr id="3" name="Textplatzhalter 2">
            <a:extLst>
              <a:ext uri="{FF2B5EF4-FFF2-40B4-BE49-F238E27FC236}">
                <a16:creationId xmlns:a16="http://schemas.microsoft.com/office/drawing/2014/main" id="{05F10457-F989-7DA5-F7A2-573216F11C1C}"/>
              </a:ext>
            </a:extLst>
          </p:cNvPr>
          <p:cNvSpPr>
            <a:spLocks noGrp="1"/>
          </p:cNvSpPr>
          <p:nvPr>
            <p:ph type="body" idx="1"/>
          </p:nvPr>
        </p:nvSpPr>
        <p:spPr>
          <a:xfrm>
            <a:off x="1944000" y="2769111"/>
            <a:ext cx="14400000" cy="6480000"/>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8" name="Freeform 13">
            <a:extLst>
              <a:ext uri="{FF2B5EF4-FFF2-40B4-BE49-F238E27FC236}">
                <a16:creationId xmlns:a16="http://schemas.microsoft.com/office/drawing/2014/main" id="{958ADD56-CB6F-8E99-36ED-1E96FDC0D4A7}"/>
              </a:ext>
            </a:extLst>
          </p:cNvPr>
          <p:cNvSpPr/>
          <p:nvPr userDrawn="1"/>
        </p:nvSpPr>
        <p:spPr>
          <a:xfrm>
            <a:off x="7687907" y="30602"/>
            <a:ext cx="2912186" cy="1012162"/>
          </a:xfrm>
          <a:custGeom>
            <a:avLst/>
            <a:gdLst/>
            <a:ahLst/>
            <a:cxnLst/>
            <a:rect l="l" t="t" r="r" b="b"/>
            <a:pathLst>
              <a:path w="2912186" h="1012162">
                <a:moveTo>
                  <a:pt x="0" y="0"/>
                </a:moveTo>
                <a:lnTo>
                  <a:pt x="2912186" y="0"/>
                </a:lnTo>
                <a:lnTo>
                  <a:pt x="2912186" y="1012162"/>
                </a:lnTo>
                <a:lnTo>
                  <a:pt x="0" y="1012162"/>
                </a:lnTo>
                <a:lnTo>
                  <a:pt x="0" y="0"/>
                </a:lnTo>
                <a:close/>
              </a:path>
            </a:pathLst>
          </a:custGeom>
          <a:blipFill>
            <a:blip r:embed="rId18"/>
            <a:stretch>
              <a:fillRect/>
            </a:stretch>
          </a:blipFill>
        </p:spPr>
        <p:txBody>
          <a:bodyPr/>
          <a:lstStyle/>
          <a:p>
            <a:endParaRPr lang="de-DE"/>
          </a:p>
        </p:txBody>
      </p:sp>
    </p:spTree>
    <p:extLst>
      <p:ext uri="{BB962C8B-B14F-4D97-AF65-F5344CB8AC3E}">
        <p14:creationId xmlns:p14="http://schemas.microsoft.com/office/powerpoint/2010/main" val="3020001494"/>
      </p:ext>
    </p:extLst>
  </p:cSld>
  <p:clrMap bg1="lt1" tx1="dk1" bg2="lt2" tx2="dk2" accent1="accent1" accent2="accent2" accent3="accent3" accent4="accent4" accent5="accent5" accent6="accent6" hlink="hlink" folHlink="folHlink"/>
  <p:sldLayoutIdLst>
    <p:sldLayoutId id="2147483661" r:id="rId1"/>
    <p:sldLayoutId id="2147483670" r:id="rId2"/>
    <p:sldLayoutId id="2147483673" r:id="rId3"/>
    <p:sldLayoutId id="2147483662" r:id="rId4"/>
    <p:sldLayoutId id="2147483663" r:id="rId5"/>
    <p:sldLayoutId id="2147483671" r:id="rId6"/>
    <p:sldLayoutId id="2147483672" r:id="rId7"/>
    <p:sldLayoutId id="2147483664" r:id="rId8"/>
    <p:sldLayoutId id="2147483665" r:id="rId9"/>
    <p:sldLayoutId id="2147483666" r:id="rId10"/>
    <p:sldLayoutId id="2147483667" r:id="rId11"/>
    <p:sldLayoutId id="2147483668" r:id="rId12"/>
    <p:sldLayoutId id="2147483669" r:id="rId13"/>
    <p:sldLayoutId id="2147483674" r:id="rId14"/>
    <p:sldLayoutId id="2147483676" r:id="rId15"/>
    <p:sldLayoutId id="2147483675"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bwMode="auto">
        <a:xfrm>
          <a:off x="0" y="0"/>
          <a:ext cx="0" cy="0"/>
          <a:chOff x="0" y="0"/>
          <a:chExt cx="0" cy="0"/>
        </a:xfrm>
      </p:grpSpPr>
      <p:sp>
        <p:nvSpPr>
          <p:cNvPr id="6" name="Google Shape;6;p1"/>
          <p:cNvSpPr txBox="1">
            <a:spLocks noGrp="1"/>
          </p:cNvSpPr>
          <p:nvPr>
            <p:ph type="title"/>
          </p:nvPr>
        </p:nvSpPr>
        <p:spPr bwMode="auto">
          <a:xfrm>
            <a:off x="623400" y="890050"/>
            <a:ext cx="17041200" cy="11454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defRPr>
            </a:lvl1pPr>
            <a:lvl2pPr lvl="1">
              <a:spcBef>
                <a:spcPts val="0"/>
              </a:spcBef>
              <a:spcAft>
                <a:spcPts val="0"/>
              </a:spcAft>
              <a:buSzPts val="2800"/>
              <a:buFont typeface="Raleway"/>
              <a:buNone/>
              <a:defRPr sz="2800" b="1">
                <a:latin typeface="Raleway"/>
                <a:ea typeface="Raleway"/>
                <a:cs typeface="Raleway"/>
              </a:defRPr>
            </a:lvl2pPr>
            <a:lvl3pPr lvl="2">
              <a:spcBef>
                <a:spcPts val="0"/>
              </a:spcBef>
              <a:spcAft>
                <a:spcPts val="0"/>
              </a:spcAft>
              <a:buSzPts val="2800"/>
              <a:buFont typeface="Raleway"/>
              <a:buNone/>
              <a:defRPr sz="2800" b="1">
                <a:latin typeface="Raleway"/>
                <a:ea typeface="Raleway"/>
                <a:cs typeface="Raleway"/>
              </a:defRPr>
            </a:lvl3pPr>
            <a:lvl4pPr lvl="3">
              <a:spcBef>
                <a:spcPts val="0"/>
              </a:spcBef>
              <a:spcAft>
                <a:spcPts val="0"/>
              </a:spcAft>
              <a:buSzPts val="2800"/>
              <a:buFont typeface="Raleway"/>
              <a:buNone/>
              <a:defRPr sz="2800" b="1">
                <a:latin typeface="Raleway"/>
                <a:ea typeface="Raleway"/>
                <a:cs typeface="Raleway"/>
              </a:defRPr>
            </a:lvl4pPr>
            <a:lvl5pPr lvl="4">
              <a:spcBef>
                <a:spcPts val="0"/>
              </a:spcBef>
              <a:spcAft>
                <a:spcPts val="0"/>
              </a:spcAft>
              <a:buSzPts val="2800"/>
              <a:buFont typeface="Raleway"/>
              <a:buNone/>
              <a:defRPr sz="2800" b="1">
                <a:latin typeface="Raleway"/>
                <a:ea typeface="Raleway"/>
                <a:cs typeface="Raleway"/>
              </a:defRPr>
            </a:lvl5pPr>
            <a:lvl6pPr lvl="5">
              <a:spcBef>
                <a:spcPts val="0"/>
              </a:spcBef>
              <a:spcAft>
                <a:spcPts val="0"/>
              </a:spcAft>
              <a:buSzPts val="2800"/>
              <a:buFont typeface="Raleway"/>
              <a:buNone/>
              <a:defRPr sz="2800" b="1">
                <a:latin typeface="Raleway"/>
                <a:ea typeface="Raleway"/>
                <a:cs typeface="Raleway"/>
              </a:defRPr>
            </a:lvl6pPr>
            <a:lvl7pPr lvl="6">
              <a:spcBef>
                <a:spcPts val="0"/>
              </a:spcBef>
              <a:spcAft>
                <a:spcPts val="0"/>
              </a:spcAft>
              <a:buSzPts val="2800"/>
              <a:buFont typeface="Raleway"/>
              <a:buNone/>
              <a:defRPr sz="2800" b="1">
                <a:latin typeface="Raleway"/>
                <a:ea typeface="Raleway"/>
                <a:cs typeface="Raleway"/>
              </a:defRPr>
            </a:lvl7pPr>
            <a:lvl8pPr lvl="7">
              <a:spcBef>
                <a:spcPts val="0"/>
              </a:spcBef>
              <a:spcAft>
                <a:spcPts val="0"/>
              </a:spcAft>
              <a:buSzPts val="2800"/>
              <a:buFont typeface="Raleway"/>
              <a:buNone/>
              <a:defRPr sz="2800" b="1">
                <a:latin typeface="Raleway"/>
                <a:ea typeface="Raleway"/>
                <a:cs typeface="Raleway"/>
              </a:defRPr>
            </a:lvl8pPr>
            <a:lvl9pPr lvl="8">
              <a:spcBef>
                <a:spcPts val="0"/>
              </a:spcBef>
              <a:spcAft>
                <a:spcPts val="0"/>
              </a:spcAft>
              <a:buSzPts val="2800"/>
              <a:buFont typeface="Raleway"/>
              <a:buNone/>
              <a:defRPr sz="2800" b="1">
                <a:latin typeface="Raleway"/>
                <a:ea typeface="Raleway"/>
                <a:cs typeface="Raleway"/>
              </a:defRPr>
            </a:lvl9pPr>
          </a:lstStyle>
          <a:p>
            <a:pPr>
              <a:defRPr/>
            </a:pPr>
            <a:endParaRPr/>
          </a:p>
        </p:txBody>
      </p:sp>
      <p:sp>
        <p:nvSpPr>
          <p:cNvPr id="7" name="Google Shape;7;p1"/>
          <p:cNvSpPr txBox="1">
            <a:spLocks noGrp="1"/>
          </p:cNvSpPr>
          <p:nvPr>
            <p:ph type="body" idx="1"/>
          </p:nvPr>
        </p:nvSpPr>
        <p:spPr bwMode="auto">
          <a:xfrm>
            <a:off x="623400" y="2304950"/>
            <a:ext cx="17041200" cy="6832800"/>
          </a:xfrm>
          <a:prstGeom prst="rect">
            <a:avLst/>
          </a:prstGeom>
          <a:noFill/>
          <a:ln>
            <a:noFill/>
          </a:ln>
        </p:spPr>
        <p:txBody>
          <a:bodyPr spcFirstLastPara="1" wrap="square" lIns="91425" tIns="91425" rIns="91425" bIns="91425" anchor="t" anchorCtr="0">
            <a:noAutofit/>
          </a:bodyPr>
          <a:lstStyle>
            <a:lvl1pPr marL="457200" lvl="0" indent="-311150">
              <a:lnSpc>
                <a:spcPct val="114999"/>
              </a:lnSpc>
              <a:spcBef>
                <a:spcPts val="0"/>
              </a:spcBef>
              <a:spcAft>
                <a:spcPts val="0"/>
              </a:spcAft>
              <a:buClr>
                <a:schemeClr val="accent1"/>
              </a:buClr>
              <a:buSzPts val="1300"/>
              <a:buFont typeface="Lato"/>
              <a:buChar char="●"/>
              <a:defRPr sz="1300">
                <a:solidFill>
                  <a:schemeClr val="accent1"/>
                </a:solidFill>
                <a:latin typeface="Lato"/>
                <a:ea typeface="Lato"/>
                <a:cs typeface="Lato"/>
              </a:defRPr>
            </a:lvl1pPr>
            <a:lvl2pPr marL="914400" lvl="1"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2pPr>
            <a:lvl3pPr marL="1371600" lvl="2"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3pPr>
            <a:lvl4pPr marL="1828800" lvl="3"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4pPr>
            <a:lvl5pPr marL="2286000" lvl="4"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5pPr>
            <a:lvl6pPr marL="2743200" lvl="5"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6pPr>
            <a:lvl7pPr marL="3200400" lvl="6"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7pPr>
            <a:lvl8pPr marL="3657600" lvl="7" indent="-298450">
              <a:lnSpc>
                <a:spcPct val="114999"/>
              </a:lnSpc>
              <a:spcBef>
                <a:spcPts val="1600"/>
              </a:spcBef>
              <a:spcAft>
                <a:spcPts val="0"/>
              </a:spcAft>
              <a:buClr>
                <a:schemeClr val="accent1"/>
              </a:buClr>
              <a:buSzPts val="1100"/>
              <a:buFont typeface="Lato"/>
              <a:buChar char="○"/>
              <a:defRPr sz="1100">
                <a:solidFill>
                  <a:schemeClr val="accent1"/>
                </a:solidFill>
                <a:latin typeface="Lato"/>
                <a:ea typeface="Lato"/>
                <a:cs typeface="Lato"/>
              </a:defRPr>
            </a:lvl8pPr>
            <a:lvl9pPr marL="4114800" lvl="8" indent="-298450">
              <a:lnSpc>
                <a:spcPct val="114999"/>
              </a:lnSpc>
              <a:spcBef>
                <a:spcPts val="1600"/>
              </a:spcBef>
              <a:spcAft>
                <a:spcPts val="1600"/>
              </a:spcAft>
              <a:buClr>
                <a:schemeClr val="accent1"/>
              </a:buClr>
              <a:buSzPts val="1100"/>
              <a:buFont typeface="Lato"/>
              <a:buChar char="■"/>
              <a:defRPr sz="1100">
                <a:solidFill>
                  <a:schemeClr val="accent1"/>
                </a:solidFill>
                <a:latin typeface="Lato"/>
                <a:ea typeface="Lato"/>
                <a:cs typeface="Lato"/>
              </a:defRPr>
            </a:lvl9pPr>
          </a:lstStyle>
          <a:p>
            <a:pPr>
              <a:defRPr/>
            </a:pPr>
            <a:endParaRPr/>
          </a:p>
        </p:txBody>
      </p:sp>
      <p:sp>
        <p:nvSpPr>
          <p:cNvPr id="8" name="Google Shape;8;p1"/>
          <p:cNvSpPr txBox="1">
            <a:spLocks noGrp="1"/>
          </p:cNvSpPr>
          <p:nvPr>
            <p:ph type="sldNum" idx="12"/>
          </p:nvPr>
        </p:nvSpPr>
        <p:spPr bwMode="auto">
          <a:xfrm>
            <a:off x="17072604" y="9499702"/>
            <a:ext cx="1097400" cy="787200"/>
          </a:xfrm>
          <a:prstGeom prst="rect">
            <a:avLst/>
          </a:prstGeom>
          <a:noFill/>
          <a:ln>
            <a:noFill/>
          </a:ln>
        </p:spPr>
        <p:txBody>
          <a:bodyPr spcFirstLastPara="1" wrap="square" lIns="91425" tIns="91425" rIns="91425" bIns="91425" anchor="ctr" anchorCtr="0">
            <a:noAutofit/>
          </a:bodyPr>
          <a:lstStyle>
            <a:lvl1pPr lvl="0" algn="r">
              <a:buNone/>
              <a:defRPr sz="2000">
                <a:solidFill>
                  <a:schemeClr val="tx1"/>
                </a:solidFill>
                <a:latin typeface="Arial"/>
                <a:ea typeface="Arial"/>
                <a:cs typeface="Arial"/>
              </a:defRPr>
            </a:lvl1pPr>
            <a:lvl2pPr lvl="1" algn="r">
              <a:buNone/>
              <a:defRPr sz="2000">
                <a:solidFill>
                  <a:schemeClr val="accent1"/>
                </a:solidFill>
                <a:latin typeface="Lato"/>
                <a:ea typeface="Lato"/>
                <a:cs typeface="Lato"/>
              </a:defRPr>
            </a:lvl2pPr>
            <a:lvl3pPr lvl="2" algn="r">
              <a:buNone/>
              <a:defRPr sz="2000">
                <a:solidFill>
                  <a:schemeClr val="accent1"/>
                </a:solidFill>
                <a:latin typeface="Lato"/>
                <a:ea typeface="Lato"/>
                <a:cs typeface="Lato"/>
              </a:defRPr>
            </a:lvl3pPr>
            <a:lvl4pPr lvl="3" algn="r">
              <a:buNone/>
              <a:defRPr sz="2000">
                <a:solidFill>
                  <a:schemeClr val="accent1"/>
                </a:solidFill>
                <a:latin typeface="Lato"/>
                <a:ea typeface="Lato"/>
                <a:cs typeface="Lato"/>
              </a:defRPr>
            </a:lvl4pPr>
            <a:lvl5pPr lvl="4" algn="r">
              <a:buNone/>
              <a:defRPr sz="2000">
                <a:solidFill>
                  <a:schemeClr val="accent1"/>
                </a:solidFill>
                <a:latin typeface="Lato"/>
                <a:ea typeface="Lato"/>
                <a:cs typeface="Lato"/>
              </a:defRPr>
            </a:lvl5pPr>
            <a:lvl6pPr lvl="5" algn="r">
              <a:buNone/>
              <a:defRPr sz="2000">
                <a:solidFill>
                  <a:schemeClr val="accent1"/>
                </a:solidFill>
                <a:latin typeface="Lato"/>
                <a:ea typeface="Lato"/>
                <a:cs typeface="Lato"/>
              </a:defRPr>
            </a:lvl6pPr>
            <a:lvl7pPr lvl="6" algn="r">
              <a:buNone/>
              <a:defRPr sz="2000">
                <a:solidFill>
                  <a:schemeClr val="accent1"/>
                </a:solidFill>
                <a:latin typeface="Lato"/>
                <a:ea typeface="Lato"/>
                <a:cs typeface="Lato"/>
              </a:defRPr>
            </a:lvl7pPr>
            <a:lvl8pPr lvl="7" algn="r">
              <a:buNone/>
              <a:defRPr sz="2000">
                <a:solidFill>
                  <a:schemeClr val="accent1"/>
                </a:solidFill>
                <a:latin typeface="Lato"/>
                <a:ea typeface="Lato"/>
                <a:cs typeface="Lato"/>
              </a:defRPr>
            </a:lvl8pPr>
            <a:lvl9pPr lvl="8" algn="r">
              <a:buNone/>
              <a:defRPr sz="2000">
                <a:solidFill>
                  <a:schemeClr val="accent1"/>
                </a:solidFill>
                <a:latin typeface="Lato"/>
                <a:ea typeface="Lato"/>
                <a:cs typeface="Lato"/>
              </a:defRPr>
            </a:lvl9pPr>
          </a:lstStyle>
          <a:p>
            <a:pPr>
              <a:defRPr/>
            </a:pPr>
            <a:fld id="{00000000-1234-1234-1234-123412341234}" type="slidenum">
              <a:rPr lang="de-DE"/>
              <a:t>‹Nr.›</a:t>
            </a:fld>
            <a:endParaRPr lang="de-D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s://sustainabilitymethods.org/index.php/Microsoft_Word_For_Academic_Writing" TargetMode="Externa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hyperlink" Target="https://sustainabilitymethods.org/index.php/AI_in_educ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2629D2E-CA01-9782-F867-19335E23C86D}"/>
              </a:ext>
            </a:extLst>
          </p:cNvPr>
          <p:cNvSpPr>
            <a:spLocks noGrp="1"/>
          </p:cNvSpPr>
          <p:nvPr>
            <p:ph type="ctrTitle"/>
          </p:nvPr>
        </p:nvSpPr>
        <p:spPr/>
        <p:txBody>
          <a:bodyPr/>
          <a:lstStyle/>
          <a:p>
            <a:r>
              <a:rPr lang="de-DE" dirty="0"/>
              <a:t>Writing a </a:t>
            </a:r>
            <a:r>
              <a:rPr lang="de-DE"/>
              <a:t>paper</a:t>
            </a:r>
            <a:endParaRPr lang="de-DE" dirty="0"/>
          </a:p>
        </p:txBody>
      </p:sp>
      <p:sp>
        <p:nvSpPr>
          <p:cNvPr id="3" name="Untertitel 2">
            <a:extLst>
              <a:ext uri="{FF2B5EF4-FFF2-40B4-BE49-F238E27FC236}">
                <a16:creationId xmlns:a16="http://schemas.microsoft.com/office/drawing/2014/main" id="{6CB3BB7D-61A1-DFC7-EA97-FDD7A6839BF1}"/>
              </a:ext>
            </a:extLst>
          </p:cNvPr>
          <p:cNvSpPr>
            <a:spLocks noGrp="1"/>
          </p:cNvSpPr>
          <p:nvPr>
            <p:ph type="subTitle" idx="1"/>
          </p:nvPr>
        </p:nvSpPr>
        <p:spPr/>
        <p:txBody>
          <a:bodyPr/>
          <a:lstStyle/>
          <a:p>
            <a:r>
              <a:rPr lang="de-DE" dirty="0"/>
              <a:t>Tutor*in:</a:t>
            </a:r>
          </a:p>
        </p:txBody>
      </p:sp>
    </p:spTree>
    <p:extLst>
      <p:ext uri="{BB962C8B-B14F-4D97-AF65-F5344CB8AC3E}">
        <p14:creationId xmlns:p14="http://schemas.microsoft.com/office/powerpoint/2010/main" val="219094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87BFC7-9BD2-7BD4-EFBA-90444924231E}"/>
              </a:ext>
            </a:extLst>
          </p:cNvPr>
          <p:cNvSpPr>
            <a:spLocks noGrp="1"/>
          </p:cNvSpPr>
          <p:nvPr>
            <p:ph type="title"/>
          </p:nvPr>
        </p:nvSpPr>
        <p:spPr/>
        <p:txBody>
          <a:bodyPr>
            <a:normAutofit/>
          </a:bodyPr>
          <a:lstStyle/>
          <a:p>
            <a:r>
              <a:rPr lang="de-DE" dirty="0"/>
              <a:t>Agenda</a:t>
            </a:r>
          </a:p>
        </p:txBody>
      </p:sp>
      <p:sp>
        <p:nvSpPr>
          <p:cNvPr id="3" name="Inhaltsplatzhalter 2">
            <a:extLst>
              <a:ext uri="{FF2B5EF4-FFF2-40B4-BE49-F238E27FC236}">
                <a16:creationId xmlns:a16="http://schemas.microsoft.com/office/drawing/2014/main" id="{AA8416EE-1AE2-5884-0E8D-F88CF0CF91A1}"/>
              </a:ext>
            </a:extLst>
          </p:cNvPr>
          <p:cNvSpPr>
            <a:spLocks noGrp="1"/>
          </p:cNvSpPr>
          <p:nvPr>
            <p:ph idx="1"/>
          </p:nvPr>
        </p:nvSpPr>
        <p:spPr/>
        <p:txBody>
          <a:bodyPr>
            <a:normAutofit/>
          </a:bodyPr>
          <a:lstStyle/>
          <a:p>
            <a:pPr>
              <a:lnSpc>
                <a:spcPct val="100000"/>
              </a:lnSpc>
            </a:pPr>
            <a:r>
              <a:rPr lang="de-DE" dirty="0" err="1"/>
              <a:t>Structure</a:t>
            </a:r>
            <a:r>
              <a:rPr lang="de-DE" dirty="0"/>
              <a:t> </a:t>
            </a:r>
            <a:r>
              <a:rPr lang="de-DE" dirty="0" err="1"/>
              <a:t>of</a:t>
            </a:r>
            <a:r>
              <a:rPr lang="de-DE" dirty="0"/>
              <a:t> a </a:t>
            </a:r>
            <a:r>
              <a:rPr lang="de-DE" dirty="0" err="1"/>
              <a:t>paper</a:t>
            </a:r>
            <a:endParaRPr lang="de-DE" dirty="0"/>
          </a:p>
          <a:p>
            <a:pPr>
              <a:lnSpc>
                <a:spcPct val="150000"/>
              </a:lnSpc>
            </a:pPr>
            <a:r>
              <a:rPr lang="de-DE" dirty="0" err="1"/>
              <a:t>Process</a:t>
            </a:r>
            <a:endParaRPr lang="de-DE" dirty="0"/>
          </a:p>
          <a:p>
            <a:pPr>
              <a:lnSpc>
                <a:spcPct val="150000"/>
              </a:lnSpc>
            </a:pPr>
            <a:r>
              <a:rPr lang="de-DE" dirty="0"/>
              <a:t>Writing </a:t>
            </a:r>
            <a:r>
              <a:rPr lang="de-DE" dirty="0" err="1"/>
              <a:t>period</a:t>
            </a:r>
            <a:endParaRPr lang="de-DE" dirty="0"/>
          </a:p>
          <a:p>
            <a:pPr>
              <a:lnSpc>
                <a:spcPct val="150000"/>
              </a:lnSpc>
            </a:pPr>
            <a:r>
              <a:rPr lang="de-DE" dirty="0"/>
              <a:t>Language and Style</a:t>
            </a:r>
          </a:p>
          <a:p>
            <a:pPr>
              <a:lnSpc>
                <a:spcPct val="150000"/>
              </a:lnSpc>
            </a:pPr>
            <a:r>
              <a:rPr lang="de-DE" dirty="0" err="1"/>
              <a:t>Formatting</a:t>
            </a:r>
            <a:endParaRPr lang="de-DE" dirty="0"/>
          </a:p>
          <a:p>
            <a:pPr>
              <a:lnSpc>
                <a:spcPct val="150000"/>
              </a:lnSpc>
            </a:pPr>
            <a:r>
              <a:rPr lang="de-DE" dirty="0"/>
              <a:t>Checkliste </a:t>
            </a:r>
            <a:r>
              <a:rPr lang="de-DE" dirty="0" err="1"/>
              <a:t>for</a:t>
            </a:r>
            <a:r>
              <a:rPr lang="de-DE" dirty="0"/>
              <a:t> </a:t>
            </a:r>
            <a:r>
              <a:rPr lang="de-DE" dirty="0" err="1"/>
              <a:t>revision</a:t>
            </a:r>
            <a:endParaRPr lang="de-DE" dirty="0"/>
          </a:p>
        </p:txBody>
      </p:sp>
    </p:spTree>
    <p:extLst>
      <p:ext uri="{BB962C8B-B14F-4D97-AF65-F5344CB8AC3E}">
        <p14:creationId xmlns:p14="http://schemas.microsoft.com/office/powerpoint/2010/main" val="1168306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625E-F588-1F93-FD6B-73DEE55C51C9}"/>
              </a:ext>
            </a:extLst>
          </p:cNvPr>
          <p:cNvSpPr>
            <a:spLocks noGrp="1"/>
          </p:cNvSpPr>
          <p:nvPr>
            <p:ph type="title"/>
          </p:nvPr>
        </p:nvSpPr>
        <p:spPr/>
        <p:txBody>
          <a:bodyPr>
            <a:normAutofit/>
          </a:bodyPr>
          <a:lstStyle/>
          <a:p>
            <a:r>
              <a:rPr lang="de-DE" dirty="0" err="1"/>
              <a:t>Structure</a:t>
            </a:r>
            <a:r>
              <a:rPr lang="de-DE" dirty="0"/>
              <a:t> </a:t>
            </a:r>
            <a:r>
              <a:rPr lang="de-DE" dirty="0" err="1"/>
              <a:t>of</a:t>
            </a:r>
            <a:r>
              <a:rPr lang="de-DE" dirty="0"/>
              <a:t> a </a:t>
            </a:r>
            <a:r>
              <a:rPr lang="de-DE" dirty="0" err="1"/>
              <a:t>written</a:t>
            </a:r>
            <a:r>
              <a:rPr lang="de-DE" dirty="0"/>
              <a:t> </a:t>
            </a:r>
            <a:r>
              <a:rPr lang="de-DE" dirty="0" err="1"/>
              <a:t>paper</a:t>
            </a:r>
            <a:endParaRPr lang="en-GB" dirty="0"/>
          </a:p>
        </p:txBody>
      </p:sp>
      <p:sp>
        <p:nvSpPr>
          <p:cNvPr id="3" name="Content Placeholder 2">
            <a:extLst>
              <a:ext uri="{FF2B5EF4-FFF2-40B4-BE49-F238E27FC236}">
                <a16:creationId xmlns:a16="http://schemas.microsoft.com/office/drawing/2014/main" id="{6F02107C-4BA8-4C53-3A0A-190A69B66526}"/>
              </a:ext>
            </a:extLst>
          </p:cNvPr>
          <p:cNvSpPr>
            <a:spLocks noGrp="1"/>
          </p:cNvSpPr>
          <p:nvPr>
            <p:ph idx="1"/>
          </p:nvPr>
        </p:nvSpPr>
        <p:spPr/>
        <p:txBody>
          <a:bodyPr/>
          <a:lstStyle/>
          <a:p>
            <a:pPr marL="514350" indent="-514350">
              <a:lnSpc>
                <a:spcPct val="100000"/>
              </a:lnSpc>
              <a:buFont typeface="+mj-lt"/>
              <a:buAutoNum type="arabicPeriod"/>
              <a:defRPr/>
            </a:pPr>
            <a:r>
              <a:rPr lang="de-DE" sz="3600" dirty="0"/>
              <a:t>Cover </a:t>
            </a:r>
            <a:r>
              <a:rPr lang="de-DE" sz="3600" dirty="0" err="1"/>
              <a:t>page</a:t>
            </a:r>
            <a:endParaRPr lang="de-DE" sz="3600" dirty="0"/>
          </a:p>
          <a:p>
            <a:pPr marL="514350" indent="-514350">
              <a:lnSpc>
                <a:spcPct val="100000"/>
              </a:lnSpc>
              <a:buFont typeface="+mj-lt"/>
              <a:buAutoNum type="arabicPeriod"/>
              <a:defRPr/>
            </a:pPr>
            <a:r>
              <a:rPr lang="de-DE" sz="3600" dirty="0"/>
              <a:t>Table </a:t>
            </a:r>
            <a:r>
              <a:rPr lang="de-DE" sz="3600" dirty="0" err="1"/>
              <a:t>of</a:t>
            </a:r>
            <a:r>
              <a:rPr lang="de-DE" sz="3600" dirty="0"/>
              <a:t> </a:t>
            </a:r>
            <a:r>
              <a:rPr lang="de-DE" sz="3600" dirty="0" err="1"/>
              <a:t>content</a:t>
            </a:r>
            <a:endParaRPr lang="de-DE" sz="3600" dirty="0"/>
          </a:p>
          <a:p>
            <a:pPr marL="514350" indent="-514350">
              <a:lnSpc>
                <a:spcPct val="100000"/>
              </a:lnSpc>
              <a:buFont typeface="+mj-lt"/>
              <a:buAutoNum type="arabicPeriod"/>
              <a:defRPr/>
            </a:pPr>
            <a:r>
              <a:rPr lang="de-DE" sz="3600" dirty="0"/>
              <a:t>List </a:t>
            </a:r>
            <a:r>
              <a:rPr lang="de-DE" sz="3600" dirty="0" err="1"/>
              <a:t>of</a:t>
            </a:r>
            <a:r>
              <a:rPr lang="de-DE" sz="3600" dirty="0"/>
              <a:t> </a:t>
            </a:r>
            <a:r>
              <a:rPr lang="de-DE" sz="3600" dirty="0" err="1"/>
              <a:t>abbreviations</a:t>
            </a:r>
            <a:r>
              <a:rPr lang="de-DE" sz="3600" dirty="0"/>
              <a:t> (</a:t>
            </a:r>
            <a:r>
              <a:rPr lang="de-DE" sz="3600" dirty="0" err="1"/>
              <a:t>if</a:t>
            </a:r>
            <a:r>
              <a:rPr lang="de-DE" sz="3600" dirty="0"/>
              <a:t> </a:t>
            </a:r>
            <a:r>
              <a:rPr lang="de-DE" sz="3600" dirty="0" err="1"/>
              <a:t>applicable</a:t>
            </a:r>
            <a:r>
              <a:rPr lang="de-DE" sz="3600" dirty="0"/>
              <a:t>)</a:t>
            </a:r>
          </a:p>
          <a:p>
            <a:pPr marL="514350" indent="-514350">
              <a:lnSpc>
                <a:spcPct val="100000"/>
              </a:lnSpc>
              <a:buFont typeface="+mj-lt"/>
              <a:buAutoNum type="arabicPeriod"/>
              <a:defRPr/>
            </a:pPr>
            <a:r>
              <a:rPr lang="de-DE" sz="3600" dirty="0"/>
              <a:t>List </a:t>
            </a:r>
            <a:r>
              <a:rPr lang="de-DE" sz="3600" dirty="0" err="1"/>
              <a:t>of</a:t>
            </a:r>
            <a:r>
              <a:rPr lang="de-DE" sz="3600" dirty="0"/>
              <a:t> </a:t>
            </a:r>
            <a:r>
              <a:rPr lang="de-DE" sz="3600" dirty="0" err="1"/>
              <a:t>figures</a:t>
            </a:r>
            <a:r>
              <a:rPr lang="de-DE" sz="3600" dirty="0"/>
              <a:t> and </a:t>
            </a:r>
            <a:r>
              <a:rPr lang="de-DE" sz="3600" dirty="0" err="1"/>
              <a:t>tables</a:t>
            </a:r>
            <a:r>
              <a:rPr lang="de-DE" sz="3600" dirty="0"/>
              <a:t> (</a:t>
            </a:r>
            <a:r>
              <a:rPr lang="de-DE" sz="3600" dirty="0" err="1"/>
              <a:t>if</a:t>
            </a:r>
            <a:r>
              <a:rPr lang="de-DE" sz="3600" dirty="0"/>
              <a:t> </a:t>
            </a:r>
            <a:r>
              <a:rPr lang="de-DE" sz="3600" dirty="0" err="1"/>
              <a:t>applicable</a:t>
            </a:r>
            <a:r>
              <a:rPr lang="de-DE" sz="3600" dirty="0"/>
              <a:t>)</a:t>
            </a:r>
          </a:p>
          <a:p>
            <a:pPr marL="514350" indent="-514350">
              <a:lnSpc>
                <a:spcPct val="100000"/>
              </a:lnSpc>
              <a:buFont typeface="+mj-lt"/>
              <a:buAutoNum type="arabicPeriod"/>
              <a:defRPr/>
            </a:pPr>
            <a:r>
              <a:rPr lang="de-DE" sz="3600" b="1" dirty="0" err="1"/>
              <a:t>Introduction</a:t>
            </a:r>
            <a:endParaRPr lang="de-DE" sz="3600" b="1" dirty="0"/>
          </a:p>
          <a:p>
            <a:pPr marL="514350" indent="-514350">
              <a:lnSpc>
                <a:spcPct val="100000"/>
              </a:lnSpc>
              <a:buFont typeface="+mj-lt"/>
              <a:buAutoNum type="arabicPeriod"/>
              <a:defRPr/>
            </a:pPr>
            <a:r>
              <a:rPr lang="de-DE" sz="3600" b="1" dirty="0"/>
              <a:t>Main </a:t>
            </a:r>
            <a:r>
              <a:rPr lang="de-DE" sz="3600" b="1" dirty="0" err="1"/>
              <a:t>part</a:t>
            </a:r>
            <a:endParaRPr lang="de-DE" sz="3600" b="1" dirty="0"/>
          </a:p>
          <a:p>
            <a:pPr marL="514350" indent="-514350">
              <a:lnSpc>
                <a:spcPct val="100000"/>
              </a:lnSpc>
              <a:buFont typeface="+mj-lt"/>
              <a:buAutoNum type="arabicPeriod"/>
              <a:defRPr/>
            </a:pPr>
            <a:r>
              <a:rPr lang="de-DE" sz="3600" b="1" dirty="0" err="1"/>
              <a:t>Conclusion</a:t>
            </a:r>
            <a:endParaRPr lang="de-DE" sz="3600" b="1" dirty="0"/>
          </a:p>
          <a:p>
            <a:pPr marL="514350" indent="-514350">
              <a:lnSpc>
                <a:spcPct val="100000"/>
              </a:lnSpc>
              <a:buFont typeface="+mj-lt"/>
              <a:buAutoNum type="arabicPeriod"/>
              <a:defRPr/>
            </a:pPr>
            <a:r>
              <a:rPr lang="de-DE" sz="3600" dirty="0" err="1"/>
              <a:t>Literature</a:t>
            </a:r>
            <a:r>
              <a:rPr lang="de-DE" sz="3600" dirty="0"/>
              <a:t> (</a:t>
            </a:r>
            <a:r>
              <a:rPr lang="de-DE" sz="3600" dirty="0" err="1"/>
              <a:t>Bibliography</a:t>
            </a:r>
            <a:r>
              <a:rPr lang="de-DE" sz="3600" dirty="0"/>
              <a:t>)</a:t>
            </a:r>
          </a:p>
          <a:p>
            <a:pPr marL="514350" indent="-514350">
              <a:lnSpc>
                <a:spcPct val="100000"/>
              </a:lnSpc>
              <a:buFont typeface="+mj-lt"/>
              <a:buAutoNum type="arabicPeriod"/>
              <a:defRPr/>
            </a:pPr>
            <a:r>
              <a:rPr lang="de-DE" sz="3600" dirty="0"/>
              <a:t>Declaration </a:t>
            </a:r>
            <a:r>
              <a:rPr lang="de-DE" sz="3600" dirty="0" err="1"/>
              <a:t>of</a:t>
            </a:r>
            <a:r>
              <a:rPr lang="de-DE" sz="3600" dirty="0"/>
              <a:t> </a:t>
            </a:r>
            <a:r>
              <a:rPr lang="de-DE" sz="3600" dirty="0" err="1"/>
              <a:t>independence</a:t>
            </a:r>
            <a:r>
              <a:rPr lang="de-DE" sz="3600" dirty="0"/>
              <a:t> (!!) </a:t>
            </a:r>
          </a:p>
          <a:p>
            <a:endParaRPr lang="en-GB" dirty="0"/>
          </a:p>
        </p:txBody>
      </p:sp>
    </p:spTree>
    <p:extLst>
      <p:ext uri="{BB962C8B-B14F-4D97-AF65-F5344CB8AC3E}">
        <p14:creationId xmlns:p14="http://schemas.microsoft.com/office/powerpoint/2010/main" val="10243132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065A-64C5-D798-A949-479D8EE45008}"/>
              </a:ext>
            </a:extLst>
          </p:cNvPr>
          <p:cNvSpPr>
            <a:spLocks noGrp="1"/>
          </p:cNvSpPr>
          <p:nvPr>
            <p:ph type="title"/>
          </p:nvPr>
        </p:nvSpPr>
        <p:spPr/>
        <p:txBody>
          <a:bodyPr/>
          <a:lstStyle/>
          <a:p>
            <a:r>
              <a:rPr lang="en-GB" dirty="0"/>
              <a:t>Structure of a written paper</a:t>
            </a:r>
          </a:p>
        </p:txBody>
      </p:sp>
      <p:sp>
        <p:nvSpPr>
          <p:cNvPr id="3" name="Content Placeholder 2">
            <a:extLst>
              <a:ext uri="{FF2B5EF4-FFF2-40B4-BE49-F238E27FC236}">
                <a16:creationId xmlns:a16="http://schemas.microsoft.com/office/drawing/2014/main" id="{7BE86683-91D0-BB45-2287-E62C1E4B9553}"/>
              </a:ext>
            </a:extLst>
          </p:cNvPr>
          <p:cNvSpPr>
            <a:spLocks noGrp="1"/>
          </p:cNvSpPr>
          <p:nvPr>
            <p:ph idx="1"/>
          </p:nvPr>
        </p:nvSpPr>
        <p:spPr>
          <a:xfrm>
            <a:off x="2610300" y="2781300"/>
            <a:ext cx="13067400" cy="6480000"/>
          </a:xfrm>
        </p:spPr>
        <p:txBody>
          <a:bodyPr>
            <a:normAutofit/>
          </a:bodyPr>
          <a:lstStyle/>
          <a:p>
            <a:pPr>
              <a:lnSpc>
                <a:spcPct val="100000"/>
              </a:lnSpc>
              <a:buFont typeface="Arial"/>
              <a:buChar char="•"/>
              <a:defRPr/>
            </a:pPr>
            <a:r>
              <a:rPr lang="de-DE" sz="3600" dirty="0" err="1"/>
              <a:t>Introduction</a:t>
            </a:r>
            <a:r>
              <a:rPr lang="de-DE" sz="3600" dirty="0"/>
              <a:t>: </a:t>
            </a:r>
            <a:r>
              <a:rPr lang="de-DE" sz="3600" dirty="0" err="1"/>
              <a:t>relevance</a:t>
            </a:r>
            <a:r>
              <a:rPr lang="de-DE" sz="3600" dirty="0"/>
              <a:t>, </a:t>
            </a:r>
            <a:r>
              <a:rPr lang="de-DE" sz="3600" dirty="0" err="1"/>
              <a:t>research</a:t>
            </a:r>
            <a:r>
              <a:rPr lang="de-DE" sz="3600" dirty="0"/>
              <a:t> </a:t>
            </a:r>
            <a:r>
              <a:rPr lang="de-DE" sz="3600" dirty="0" err="1"/>
              <a:t>question</a:t>
            </a:r>
            <a:r>
              <a:rPr lang="de-DE" sz="3600" dirty="0"/>
              <a:t>, </a:t>
            </a:r>
            <a:r>
              <a:rPr lang="de-DE" sz="3600" dirty="0" err="1"/>
              <a:t>procedure</a:t>
            </a:r>
            <a:endParaRPr lang="de-DE" sz="3600" dirty="0"/>
          </a:p>
          <a:p>
            <a:pPr>
              <a:lnSpc>
                <a:spcPct val="100000"/>
              </a:lnSpc>
              <a:buFont typeface="Arial"/>
              <a:buChar char="•"/>
              <a:defRPr/>
            </a:pPr>
            <a:r>
              <a:rPr lang="de-DE" sz="3600" dirty="0"/>
              <a:t>Main </a:t>
            </a:r>
            <a:r>
              <a:rPr lang="de-DE" sz="3600" dirty="0" err="1"/>
              <a:t>part</a:t>
            </a:r>
            <a:r>
              <a:rPr lang="de-DE" sz="3600" dirty="0"/>
              <a:t>: </a:t>
            </a:r>
            <a:r>
              <a:rPr lang="de-DE" sz="3600" dirty="0" err="1"/>
              <a:t>comprehensibility</a:t>
            </a:r>
            <a:endParaRPr lang="de-DE" sz="3600" dirty="0"/>
          </a:p>
          <a:p>
            <a:pPr lvl="1">
              <a:lnSpc>
                <a:spcPct val="100000"/>
              </a:lnSpc>
              <a:buFont typeface="Arial"/>
              <a:buChar char="•"/>
              <a:defRPr/>
            </a:pPr>
            <a:r>
              <a:rPr lang="de-DE" sz="3200" dirty="0" err="1"/>
              <a:t>Theoretical</a:t>
            </a:r>
            <a:r>
              <a:rPr lang="de-DE" sz="3200" dirty="0"/>
              <a:t> and </a:t>
            </a:r>
            <a:r>
              <a:rPr lang="de-DE" sz="3200" dirty="0" err="1"/>
              <a:t>methodological</a:t>
            </a:r>
            <a:r>
              <a:rPr lang="de-DE" sz="3200" dirty="0"/>
              <a:t> </a:t>
            </a:r>
            <a:r>
              <a:rPr lang="de-DE" sz="3200" dirty="0" err="1"/>
              <a:t>conception</a:t>
            </a:r>
            <a:endParaRPr lang="de-DE" sz="3200" dirty="0"/>
          </a:p>
          <a:p>
            <a:pPr lvl="1">
              <a:lnSpc>
                <a:spcPct val="100000"/>
              </a:lnSpc>
              <a:buFont typeface="Arial"/>
              <a:buChar char="•"/>
              <a:defRPr/>
            </a:pPr>
            <a:r>
              <a:rPr lang="de-DE" sz="3200" dirty="0" err="1"/>
              <a:t>Literature</a:t>
            </a:r>
            <a:r>
              <a:rPr lang="de-DE" sz="3200" dirty="0"/>
              <a:t> Review </a:t>
            </a:r>
          </a:p>
          <a:p>
            <a:pPr lvl="1">
              <a:lnSpc>
                <a:spcPct val="100000"/>
              </a:lnSpc>
              <a:buFont typeface="Arial"/>
              <a:buChar char="•"/>
              <a:defRPr/>
            </a:pPr>
            <a:r>
              <a:rPr lang="de-DE" sz="3200" dirty="0" err="1"/>
              <a:t>Theses</a:t>
            </a:r>
            <a:r>
              <a:rPr lang="de-DE" sz="3200" dirty="0"/>
              <a:t> and </a:t>
            </a:r>
            <a:r>
              <a:rPr lang="de-DE" sz="3200" dirty="0" err="1"/>
              <a:t>argumentation</a:t>
            </a:r>
            <a:endParaRPr lang="de-DE" sz="3200" dirty="0"/>
          </a:p>
          <a:p>
            <a:pPr lvl="1">
              <a:lnSpc>
                <a:spcPct val="100000"/>
              </a:lnSpc>
              <a:buFont typeface="Arial"/>
              <a:buChar char="•"/>
              <a:defRPr/>
            </a:pPr>
            <a:r>
              <a:rPr lang="de-DE" sz="3200" dirty="0"/>
              <a:t>Analysis</a:t>
            </a:r>
          </a:p>
          <a:p>
            <a:pPr>
              <a:lnSpc>
                <a:spcPct val="100000"/>
              </a:lnSpc>
              <a:buFont typeface="Arial"/>
              <a:buChar char="•"/>
              <a:defRPr/>
            </a:pPr>
            <a:r>
              <a:rPr lang="de-DE" sz="3600" dirty="0" err="1"/>
              <a:t>Conclusion</a:t>
            </a:r>
            <a:r>
              <a:rPr lang="de-DE" sz="3600" dirty="0"/>
              <a:t>: </a:t>
            </a:r>
            <a:r>
              <a:rPr lang="de-DE" sz="3600" dirty="0" err="1"/>
              <a:t>summary</a:t>
            </a:r>
            <a:r>
              <a:rPr lang="de-DE" sz="3600" dirty="0"/>
              <a:t>, </a:t>
            </a:r>
            <a:r>
              <a:rPr lang="de-DE" sz="3600" dirty="0" err="1"/>
              <a:t>reasoned</a:t>
            </a:r>
            <a:r>
              <a:rPr lang="de-DE" sz="3600" dirty="0"/>
              <a:t> </a:t>
            </a:r>
            <a:r>
              <a:rPr lang="de-DE" sz="3600" dirty="0" err="1"/>
              <a:t>answer</a:t>
            </a:r>
            <a:r>
              <a:rPr lang="de-DE" sz="3600" dirty="0"/>
              <a:t> </a:t>
            </a:r>
            <a:r>
              <a:rPr lang="de-DE" sz="3600" dirty="0" err="1"/>
              <a:t>to</a:t>
            </a:r>
            <a:r>
              <a:rPr lang="de-DE" sz="3600" dirty="0"/>
              <a:t> </a:t>
            </a:r>
            <a:r>
              <a:rPr lang="de-DE" sz="3600" dirty="0" err="1"/>
              <a:t>the</a:t>
            </a:r>
            <a:r>
              <a:rPr lang="de-DE" sz="3600" dirty="0"/>
              <a:t> </a:t>
            </a:r>
            <a:r>
              <a:rPr lang="de-DE" sz="3600" dirty="0" err="1"/>
              <a:t>research</a:t>
            </a:r>
            <a:r>
              <a:rPr lang="de-DE" sz="3600" dirty="0"/>
              <a:t> </a:t>
            </a:r>
            <a:r>
              <a:rPr lang="de-DE" sz="3600" dirty="0" err="1"/>
              <a:t>question</a:t>
            </a:r>
            <a:r>
              <a:rPr lang="de-DE" sz="3600" dirty="0"/>
              <a:t>, open </a:t>
            </a:r>
            <a:r>
              <a:rPr lang="de-DE" sz="3600" dirty="0" err="1"/>
              <a:t>questions</a:t>
            </a:r>
            <a:r>
              <a:rPr lang="de-DE" sz="3600" dirty="0"/>
              <a:t>, </a:t>
            </a:r>
            <a:r>
              <a:rPr lang="de-DE" sz="3600" dirty="0" err="1"/>
              <a:t>perspectives</a:t>
            </a:r>
            <a:r>
              <a:rPr lang="de-DE" sz="3600" dirty="0"/>
              <a:t>, </a:t>
            </a:r>
            <a:r>
              <a:rPr lang="de-DE" sz="3600" dirty="0" err="1"/>
              <a:t>critical</a:t>
            </a:r>
            <a:r>
              <a:rPr lang="de-DE" sz="3600" dirty="0"/>
              <a:t> </a:t>
            </a:r>
            <a:r>
              <a:rPr lang="de-DE" sz="3600" dirty="0" err="1"/>
              <a:t>reflection</a:t>
            </a:r>
            <a:endParaRPr lang="de-DE" sz="3600" dirty="0"/>
          </a:p>
        </p:txBody>
      </p:sp>
    </p:spTree>
    <p:extLst>
      <p:ext uri="{BB962C8B-B14F-4D97-AF65-F5344CB8AC3E}">
        <p14:creationId xmlns:p14="http://schemas.microsoft.com/office/powerpoint/2010/main" val="245737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6BC0E-6CFC-75B4-5402-E09FDB877118}"/>
              </a:ext>
            </a:extLst>
          </p:cNvPr>
          <p:cNvSpPr>
            <a:spLocks noGrp="1"/>
          </p:cNvSpPr>
          <p:nvPr>
            <p:ph type="title"/>
          </p:nvPr>
        </p:nvSpPr>
        <p:spPr/>
        <p:txBody>
          <a:bodyPr>
            <a:normAutofit/>
          </a:bodyPr>
          <a:lstStyle/>
          <a:p>
            <a:r>
              <a:rPr lang="en-US" dirty="0"/>
              <a:t>Process: Do I just write through from front to back?</a:t>
            </a:r>
            <a:endParaRPr lang="en-GB" dirty="0"/>
          </a:p>
        </p:txBody>
      </p:sp>
      <p:sp>
        <p:nvSpPr>
          <p:cNvPr id="3" name="Content Placeholder 2">
            <a:extLst>
              <a:ext uri="{FF2B5EF4-FFF2-40B4-BE49-F238E27FC236}">
                <a16:creationId xmlns:a16="http://schemas.microsoft.com/office/drawing/2014/main" id="{D3A61917-4AA7-88E7-DB24-F8261F9AE7EE}"/>
              </a:ext>
            </a:extLst>
          </p:cNvPr>
          <p:cNvSpPr>
            <a:spLocks noGrp="1"/>
          </p:cNvSpPr>
          <p:nvPr>
            <p:ph idx="1"/>
          </p:nvPr>
        </p:nvSpPr>
        <p:spPr/>
        <p:txBody>
          <a:bodyPr/>
          <a:lstStyle/>
          <a:p>
            <a:pPr>
              <a:lnSpc>
                <a:spcPct val="100000"/>
              </a:lnSpc>
              <a:buFont typeface="Arial"/>
              <a:buChar char="•"/>
              <a:defRPr/>
            </a:pPr>
            <a:r>
              <a:rPr lang="de-DE" dirty="0" err="1"/>
              <a:t>Step</a:t>
            </a:r>
            <a:r>
              <a:rPr lang="de-DE" dirty="0"/>
              <a:t> 1: </a:t>
            </a:r>
            <a:r>
              <a:rPr lang="de-DE" dirty="0" err="1"/>
              <a:t>outline</a:t>
            </a:r>
            <a:r>
              <a:rPr lang="de-DE" dirty="0"/>
              <a:t> </a:t>
            </a:r>
          </a:p>
          <a:p>
            <a:pPr>
              <a:lnSpc>
                <a:spcPct val="100000"/>
              </a:lnSpc>
              <a:buFont typeface="Arial"/>
              <a:buChar char="•"/>
              <a:defRPr/>
            </a:pPr>
            <a:r>
              <a:rPr lang="de-DE" dirty="0" err="1"/>
              <a:t>Step</a:t>
            </a:r>
            <a:r>
              <a:rPr lang="de-DE" dirty="0"/>
              <a:t> 2: </a:t>
            </a:r>
            <a:r>
              <a:rPr lang="de-DE" dirty="0" err="1"/>
              <a:t>sorting</a:t>
            </a:r>
            <a:r>
              <a:rPr lang="de-DE" dirty="0"/>
              <a:t> </a:t>
            </a:r>
            <a:r>
              <a:rPr lang="de-DE" dirty="0" err="1"/>
              <a:t>sources</a:t>
            </a:r>
            <a:r>
              <a:rPr lang="de-DE" dirty="0"/>
              <a:t> – </a:t>
            </a:r>
            <a:r>
              <a:rPr lang="de-DE" dirty="0" err="1"/>
              <a:t>mindmap</a:t>
            </a:r>
            <a:r>
              <a:rPr lang="de-DE" dirty="0"/>
              <a:t>?</a:t>
            </a:r>
          </a:p>
          <a:p>
            <a:pPr>
              <a:lnSpc>
                <a:spcPct val="100000"/>
              </a:lnSpc>
              <a:buFont typeface="Arial"/>
              <a:buChar char="•"/>
              <a:defRPr/>
            </a:pPr>
            <a:r>
              <a:rPr lang="de-DE" dirty="0" err="1"/>
              <a:t>Step</a:t>
            </a:r>
            <a:r>
              <a:rPr lang="de-DE" dirty="0"/>
              <a:t> 3: </a:t>
            </a:r>
            <a:r>
              <a:rPr lang="de-DE" dirty="0" err="1"/>
              <a:t>the</a:t>
            </a:r>
            <a:r>
              <a:rPr lang="de-DE" dirty="0"/>
              <a:t> </a:t>
            </a:r>
            <a:r>
              <a:rPr lang="de-DE" dirty="0" err="1"/>
              <a:t>main</a:t>
            </a:r>
            <a:r>
              <a:rPr lang="de-DE" dirty="0"/>
              <a:t> </a:t>
            </a:r>
            <a:r>
              <a:rPr lang="de-DE" dirty="0" err="1"/>
              <a:t>part</a:t>
            </a:r>
            <a:endParaRPr lang="de-DE" dirty="0"/>
          </a:p>
          <a:p>
            <a:pPr lvl="1">
              <a:lnSpc>
                <a:spcPct val="100000"/>
              </a:lnSpc>
              <a:buFont typeface="Arial"/>
              <a:buChar char="•"/>
              <a:defRPr/>
            </a:pPr>
            <a:r>
              <a:rPr lang="de-DE" dirty="0" err="1"/>
              <a:t>fill</a:t>
            </a:r>
            <a:r>
              <a:rPr lang="de-DE" dirty="0"/>
              <a:t> in </a:t>
            </a:r>
            <a:r>
              <a:rPr lang="de-DE" dirty="0" err="1"/>
              <a:t>the</a:t>
            </a:r>
            <a:r>
              <a:rPr lang="de-DE" dirty="0"/>
              <a:t> </a:t>
            </a:r>
            <a:r>
              <a:rPr lang="de-DE" dirty="0" err="1"/>
              <a:t>outline</a:t>
            </a:r>
            <a:endParaRPr lang="de-DE" dirty="0"/>
          </a:p>
          <a:p>
            <a:pPr lvl="1">
              <a:lnSpc>
                <a:spcPct val="100000"/>
              </a:lnSpc>
              <a:buFont typeface="Arial"/>
              <a:buChar char="•"/>
              <a:defRPr/>
            </a:pPr>
            <a:r>
              <a:rPr lang="de-DE" dirty="0" err="1"/>
              <a:t>write</a:t>
            </a:r>
            <a:r>
              <a:rPr lang="de-DE" dirty="0"/>
              <a:t>, </a:t>
            </a:r>
            <a:r>
              <a:rPr lang="de-DE" dirty="0" err="1"/>
              <a:t>write</a:t>
            </a:r>
            <a:r>
              <a:rPr lang="de-DE" dirty="0"/>
              <a:t> </a:t>
            </a:r>
            <a:r>
              <a:rPr lang="de-DE" dirty="0" err="1"/>
              <a:t>write</a:t>
            </a:r>
            <a:r>
              <a:rPr lang="de-DE" dirty="0"/>
              <a:t> </a:t>
            </a:r>
            <a:r>
              <a:rPr lang="de-DE" dirty="0" err="1"/>
              <a:t>content</a:t>
            </a:r>
            <a:r>
              <a:rPr lang="de-DE" dirty="0"/>
              <a:t> – style </a:t>
            </a:r>
            <a:r>
              <a:rPr lang="de-DE" dirty="0" err="1"/>
              <a:t>improvement</a:t>
            </a:r>
            <a:r>
              <a:rPr lang="de-DE" dirty="0"/>
              <a:t> </a:t>
            </a:r>
            <a:r>
              <a:rPr lang="de-DE" dirty="0" err="1"/>
              <a:t>later</a:t>
            </a:r>
            <a:endParaRPr lang="de-DE" dirty="0"/>
          </a:p>
          <a:p>
            <a:pPr>
              <a:lnSpc>
                <a:spcPct val="100000"/>
              </a:lnSpc>
              <a:buFont typeface="Arial"/>
              <a:buChar char="•"/>
              <a:defRPr/>
            </a:pPr>
            <a:r>
              <a:rPr lang="de-DE" dirty="0" err="1"/>
              <a:t>Step</a:t>
            </a:r>
            <a:r>
              <a:rPr lang="de-DE" dirty="0"/>
              <a:t> 4: </a:t>
            </a:r>
            <a:r>
              <a:rPr lang="de-DE" dirty="0" err="1"/>
              <a:t>write</a:t>
            </a:r>
            <a:r>
              <a:rPr lang="de-DE" dirty="0"/>
              <a:t> </a:t>
            </a:r>
            <a:r>
              <a:rPr lang="de-DE" dirty="0" err="1"/>
              <a:t>introduction</a:t>
            </a:r>
            <a:r>
              <a:rPr lang="de-DE" dirty="0"/>
              <a:t> and </a:t>
            </a:r>
            <a:r>
              <a:rPr lang="de-DE" dirty="0" err="1"/>
              <a:t>conclusion</a:t>
            </a:r>
            <a:endParaRPr lang="de-DE" dirty="0"/>
          </a:p>
          <a:p>
            <a:pPr>
              <a:lnSpc>
                <a:spcPct val="100000"/>
              </a:lnSpc>
              <a:buFont typeface="Arial"/>
              <a:buChar char="•"/>
              <a:defRPr/>
            </a:pPr>
            <a:r>
              <a:rPr lang="de-DE" dirty="0" err="1"/>
              <a:t>Step</a:t>
            </a:r>
            <a:r>
              <a:rPr lang="de-DE" dirty="0"/>
              <a:t> 5: </a:t>
            </a:r>
            <a:r>
              <a:rPr lang="de-DE" dirty="0" err="1"/>
              <a:t>proofreading</a:t>
            </a:r>
            <a:r>
              <a:rPr lang="de-DE" dirty="0"/>
              <a:t> </a:t>
            </a:r>
          </a:p>
          <a:p>
            <a:pPr>
              <a:lnSpc>
                <a:spcPct val="100000"/>
              </a:lnSpc>
              <a:buFont typeface="Arial"/>
              <a:buChar char="•"/>
              <a:defRPr/>
            </a:pPr>
            <a:r>
              <a:rPr lang="de-DE" dirty="0" err="1"/>
              <a:t>Step</a:t>
            </a:r>
            <a:r>
              <a:rPr lang="de-DE" dirty="0"/>
              <a:t> 6: </a:t>
            </a:r>
            <a:r>
              <a:rPr lang="de-DE" dirty="0" err="1"/>
              <a:t>formatting</a:t>
            </a:r>
            <a:r>
              <a:rPr lang="de-DE" dirty="0"/>
              <a:t> and </a:t>
            </a:r>
            <a:r>
              <a:rPr lang="de-DE" dirty="0" err="1"/>
              <a:t>revision</a:t>
            </a:r>
            <a:r>
              <a:rPr lang="de-DE" dirty="0"/>
              <a:t> (</a:t>
            </a:r>
            <a:r>
              <a:rPr lang="de-DE" dirty="0" err="1"/>
              <a:t>see</a:t>
            </a:r>
            <a:r>
              <a:rPr lang="de-DE" dirty="0"/>
              <a:t> </a:t>
            </a:r>
            <a:r>
              <a:rPr lang="de-DE" dirty="0" err="1"/>
              <a:t>checklist</a:t>
            </a:r>
            <a:r>
              <a:rPr lang="de-DE" dirty="0"/>
              <a:t>)</a:t>
            </a:r>
          </a:p>
          <a:p>
            <a:pPr>
              <a:lnSpc>
                <a:spcPct val="100000"/>
              </a:lnSpc>
              <a:buFont typeface="Arial"/>
              <a:buChar char="•"/>
              <a:defRPr/>
            </a:pPr>
            <a:r>
              <a:rPr lang="de-DE" dirty="0" err="1"/>
              <a:t>Step</a:t>
            </a:r>
            <a:r>
              <a:rPr lang="de-DE" dirty="0"/>
              <a:t> 7: update </a:t>
            </a:r>
            <a:r>
              <a:rPr lang="de-DE" dirty="0" err="1"/>
              <a:t>outline</a:t>
            </a:r>
            <a:r>
              <a:rPr lang="de-DE" dirty="0"/>
              <a:t> &amp; check </a:t>
            </a:r>
            <a:r>
              <a:rPr lang="de-DE" dirty="0" err="1"/>
              <a:t>directories</a:t>
            </a:r>
            <a:r>
              <a:rPr lang="de-DE" dirty="0"/>
              <a:t> </a:t>
            </a:r>
          </a:p>
          <a:p>
            <a:pPr>
              <a:lnSpc>
                <a:spcPct val="100000"/>
              </a:lnSpc>
              <a:buFont typeface="Arial"/>
              <a:buChar char="•"/>
              <a:defRPr/>
            </a:pPr>
            <a:r>
              <a:rPr lang="de-DE" dirty="0" err="1"/>
              <a:t>Step</a:t>
            </a:r>
            <a:r>
              <a:rPr lang="de-DE" dirty="0"/>
              <a:t> 8: </a:t>
            </a:r>
            <a:r>
              <a:rPr lang="de-DE" dirty="0" err="1"/>
              <a:t>Sign</a:t>
            </a:r>
            <a:r>
              <a:rPr lang="de-DE" dirty="0"/>
              <a:t> </a:t>
            </a:r>
            <a:r>
              <a:rPr lang="de-DE" dirty="0" err="1"/>
              <a:t>declaration</a:t>
            </a:r>
            <a:r>
              <a:rPr lang="de-DE" dirty="0"/>
              <a:t> </a:t>
            </a:r>
            <a:r>
              <a:rPr lang="de-DE" dirty="0" err="1"/>
              <a:t>of</a:t>
            </a:r>
            <a:r>
              <a:rPr lang="de-DE" dirty="0"/>
              <a:t> </a:t>
            </a:r>
            <a:r>
              <a:rPr lang="de-DE" dirty="0" err="1"/>
              <a:t>independence</a:t>
            </a:r>
            <a:endParaRPr lang="de-DE" dirty="0"/>
          </a:p>
          <a:p>
            <a:endParaRPr lang="en-GB" dirty="0"/>
          </a:p>
        </p:txBody>
      </p:sp>
      <p:pic>
        <p:nvPicPr>
          <p:cNvPr id="4" name="Grafik 2" descr="Lupe mit einfarbiger Füllung">
            <a:extLst>
              <a:ext uri="{FF2B5EF4-FFF2-40B4-BE49-F238E27FC236}">
                <a16:creationId xmlns:a16="http://schemas.microsoft.com/office/drawing/2014/main" id="{23D5E73D-010E-158B-0E17-2EC583A613AB}"/>
              </a:ext>
            </a:extLst>
          </p:cNvPr>
          <p:cNvPicPr>
            <a:picLocks noChangeAspect="1"/>
          </p:cNvPicPr>
          <p:nvPr/>
        </p:nvPicPr>
        <p:blipFill>
          <a:blip r:embed="rId3"/>
          <a:stretch/>
        </p:blipFill>
        <p:spPr bwMode="auto">
          <a:xfrm>
            <a:off x="9677400" y="6438900"/>
            <a:ext cx="614690" cy="614690"/>
          </a:xfrm>
          <a:prstGeom prst="rect">
            <a:avLst/>
          </a:prstGeom>
        </p:spPr>
      </p:pic>
    </p:spTree>
    <p:extLst>
      <p:ext uri="{BB962C8B-B14F-4D97-AF65-F5344CB8AC3E}">
        <p14:creationId xmlns:p14="http://schemas.microsoft.com/office/powerpoint/2010/main" val="4187033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DC772-A4A8-B166-93BA-B0BA299AF039}"/>
              </a:ext>
            </a:extLst>
          </p:cNvPr>
          <p:cNvSpPr>
            <a:spLocks noGrp="1"/>
          </p:cNvSpPr>
          <p:nvPr>
            <p:ph type="title"/>
          </p:nvPr>
        </p:nvSpPr>
        <p:spPr/>
        <p:txBody>
          <a:bodyPr/>
          <a:lstStyle/>
          <a:p>
            <a:r>
              <a:rPr lang="en-GB" dirty="0"/>
              <a:t>Completion time</a:t>
            </a:r>
          </a:p>
        </p:txBody>
      </p:sp>
      <p:sp>
        <p:nvSpPr>
          <p:cNvPr id="3" name="Content Placeholder 2">
            <a:extLst>
              <a:ext uri="{FF2B5EF4-FFF2-40B4-BE49-F238E27FC236}">
                <a16:creationId xmlns:a16="http://schemas.microsoft.com/office/drawing/2014/main" id="{A7B85DF9-2549-8D87-33CB-357A718945A8}"/>
              </a:ext>
            </a:extLst>
          </p:cNvPr>
          <p:cNvSpPr>
            <a:spLocks noGrp="1"/>
          </p:cNvSpPr>
          <p:nvPr>
            <p:ph idx="1"/>
          </p:nvPr>
        </p:nvSpPr>
        <p:spPr/>
        <p:txBody>
          <a:bodyPr>
            <a:normAutofit/>
          </a:bodyPr>
          <a:lstStyle/>
          <a:p>
            <a:pPr>
              <a:lnSpc>
                <a:spcPct val="150000"/>
              </a:lnSpc>
              <a:buFont typeface="Arial" panose="020B0604020202020204" pitchFamily="34" charset="0"/>
              <a:buChar char="•"/>
            </a:pPr>
            <a:r>
              <a:rPr lang="en-US" sz="4000" dirty="0">
                <a:solidFill>
                  <a:srgbClr val="000000"/>
                </a:solidFill>
                <a:effectLst/>
              </a:rPr>
              <a:t>Usually a time window of several weeks</a:t>
            </a:r>
            <a:endParaRPr lang="en-US" sz="5400" dirty="0">
              <a:effectLst/>
            </a:endParaRPr>
          </a:p>
          <a:p>
            <a:pPr>
              <a:lnSpc>
                <a:spcPct val="150000"/>
              </a:lnSpc>
              <a:buFont typeface="Arial" panose="020B0604020202020204" pitchFamily="34" charset="0"/>
              <a:buChar char="•"/>
            </a:pPr>
            <a:r>
              <a:rPr lang="en-US" sz="4000" dirty="0">
                <a:solidFill>
                  <a:srgbClr val="000000"/>
                </a:solidFill>
                <a:effectLst/>
              </a:rPr>
              <a:t>Timely start</a:t>
            </a:r>
            <a:endParaRPr lang="en-US" sz="5400" dirty="0">
              <a:effectLst/>
            </a:endParaRPr>
          </a:p>
          <a:p>
            <a:pPr>
              <a:lnSpc>
                <a:spcPct val="100000"/>
              </a:lnSpc>
              <a:buFont typeface="Arial" panose="020B0604020202020204" pitchFamily="34" charset="0"/>
              <a:buChar char="•"/>
            </a:pPr>
            <a:r>
              <a:rPr lang="en-US" sz="4000" dirty="0">
                <a:solidFill>
                  <a:srgbClr val="000000"/>
                </a:solidFill>
                <a:effectLst/>
              </a:rPr>
              <a:t>No defined processing time - three days can possibly be just as good as three weeks</a:t>
            </a:r>
            <a:endParaRPr lang="en-US" sz="5400" dirty="0">
              <a:effectLst/>
            </a:endParaRPr>
          </a:p>
          <a:p>
            <a:pPr>
              <a:lnSpc>
                <a:spcPct val="100000"/>
              </a:lnSpc>
              <a:buFont typeface="Arial" panose="020B0604020202020204" pitchFamily="34" charset="0"/>
              <a:buChar char="•"/>
            </a:pPr>
            <a:r>
              <a:rPr lang="en-US" sz="4000" dirty="0">
                <a:solidFill>
                  <a:srgbClr val="000000"/>
                </a:solidFill>
                <a:effectLst/>
              </a:rPr>
              <a:t>Intended scope can partly be read off from examination preparation time in the module handbook</a:t>
            </a:r>
            <a:endParaRPr lang="en-US" sz="5400" dirty="0">
              <a:effectLst/>
            </a:endParaRPr>
          </a:p>
        </p:txBody>
      </p:sp>
    </p:spTree>
    <p:extLst>
      <p:ext uri="{BB962C8B-B14F-4D97-AF65-F5344CB8AC3E}">
        <p14:creationId xmlns:p14="http://schemas.microsoft.com/office/powerpoint/2010/main" val="3998204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 name="Rechteck 10"/>
          <p:cNvSpPr/>
          <p:nvPr/>
        </p:nvSpPr>
        <p:spPr bwMode="auto">
          <a:xfrm rot="16199998">
            <a:off x="-957728" y="4538075"/>
            <a:ext cx="5535168" cy="212140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5" name="Titel 4"/>
          <p:cNvSpPr>
            <a:spLocks noGrp="1"/>
          </p:cNvSpPr>
          <p:nvPr>
            <p:ph type="title"/>
          </p:nvPr>
        </p:nvSpPr>
        <p:spPr bwMode="auto"/>
        <p:txBody>
          <a:bodyPr>
            <a:norm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4400" dirty="0" err="1">
                <a:latin typeface="+mj-lt"/>
              </a:rPr>
              <a:t>Requirements</a:t>
            </a:r>
            <a:r>
              <a:rPr lang="de-DE" sz="4400" dirty="0">
                <a:latin typeface="+mj-lt"/>
              </a:rPr>
              <a:t> </a:t>
            </a:r>
            <a:r>
              <a:rPr lang="de-DE" sz="4400" dirty="0" err="1">
                <a:latin typeface="+mj-lt"/>
              </a:rPr>
              <a:t>for</a:t>
            </a:r>
            <a:r>
              <a:rPr lang="de-DE" sz="4400" dirty="0">
                <a:latin typeface="+mj-lt"/>
              </a:rPr>
              <a:t> </a:t>
            </a:r>
            <a:r>
              <a:rPr lang="de-DE" sz="4400" dirty="0" err="1">
                <a:latin typeface="+mj-lt"/>
              </a:rPr>
              <a:t>schientific</a:t>
            </a:r>
            <a:r>
              <a:rPr lang="de-DE" sz="4400" dirty="0">
                <a:latin typeface="+mj-lt"/>
              </a:rPr>
              <a:t> </a:t>
            </a:r>
            <a:r>
              <a:rPr lang="de-DE" sz="4400" dirty="0" err="1">
                <a:latin typeface="+mj-lt"/>
              </a:rPr>
              <a:t>written</a:t>
            </a:r>
            <a:r>
              <a:rPr lang="de-DE" sz="4400" dirty="0">
                <a:latin typeface="+mj-lt"/>
              </a:rPr>
              <a:t> </a:t>
            </a:r>
            <a:r>
              <a:rPr lang="de-DE" sz="4400" dirty="0" err="1">
                <a:latin typeface="+mj-lt"/>
              </a:rPr>
              <a:t>language</a:t>
            </a:r>
            <a:endParaRPr sz="4400" dirty="0">
              <a:latin typeface="+mj-lt"/>
            </a:endParaRPr>
          </a:p>
        </p:txBody>
      </p:sp>
      <p:sp>
        <p:nvSpPr>
          <p:cNvPr id="2" name="Rechteck 1"/>
          <p:cNvSpPr/>
          <p:nvPr/>
        </p:nvSpPr>
        <p:spPr bwMode="auto">
          <a:xfrm>
            <a:off x="1849110" y="3395418"/>
            <a:ext cx="5535168" cy="871200"/>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7" name="Rechteck 6"/>
          <p:cNvSpPr/>
          <p:nvPr/>
        </p:nvSpPr>
        <p:spPr bwMode="auto">
          <a:xfrm>
            <a:off x="1849110" y="4609774"/>
            <a:ext cx="5535168" cy="8712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9" name="Rechteck 8"/>
          <p:cNvSpPr/>
          <p:nvPr/>
        </p:nvSpPr>
        <p:spPr bwMode="auto">
          <a:xfrm>
            <a:off x="1849110" y="5824130"/>
            <a:ext cx="5535168" cy="871200"/>
          </a:xfrm>
          <a:prstGeom prst="rect">
            <a:avLst/>
          </a:prstGeom>
          <a:solidFill>
            <a:schemeClr val="accent5">
              <a:lumMod val="90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0" name="Rechteck 9"/>
          <p:cNvSpPr/>
          <p:nvPr/>
        </p:nvSpPr>
        <p:spPr bwMode="auto">
          <a:xfrm>
            <a:off x="1849110" y="7038486"/>
            <a:ext cx="5535168" cy="871200"/>
          </a:xfrm>
          <a:prstGeom prst="rect">
            <a:avLst/>
          </a:prstGeom>
          <a:solidFill>
            <a:schemeClr val="accent4">
              <a:lumMod val="20000"/>
              <a:lumOff val="8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3" name="Gleichschenkliges Dreieck 2"/>
          <p:cNvSpPr/>
          <p:nvPr/>
        </p:nvSpPr>
        <p:spPr bwMode="auto">
          <a:xfrm rot="19824409">
            <a:off x="7479216" y="3433840"/>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2" name="Gleichschenkliges Dreieck 11"/>
          <p:cNvSpPr/>
          <p:nvPr/>
        </p:nvSpPr>
        <p:spPr bwMode="auto">
          <a:xfrm rot="19824409">
            <a:off x="7479210" y="4637666"/>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3" name="Gleichschenkliges Dreieck 12"/>
          <p:cNvSpPr/>
          <p:nvPr/>
        </p:nvSpPr>
        <p:spPr bwMode="auto">
          <a:xfrm rot="19824409">
            <a:off x="7479212" y="5869930"/>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4" name="Gleichschenkliges Dreieck 13"/>
          <p:cNvSpPr/>
          <p:nvPr/>
        </p:nvSpPr>
        <p:spPr bwMode="auto">
          <a:xfrm rot="19824409">
            <a:off x="7479214" y="7102196"/>
            <a:ext cx="731524" cy="598760"/>
          </a:xfrm>
          <a:prstGeom prst="triangle">
            <a:avLst>
              <a:gd name="adj" fmla="val 50000"/>
            </a:avLst>
          </a:prstGeom>
        </p:spPr>
        <p:style>
          <a:lnRef idx="1">
            <a:schemeClr val="accent3"/>
          </a:lnRef>
          <a:fillRef idx="2">
            <a:schemeClr val="accent3"/>
          </a:fillRef>
          <a:effectRef idx="1">
            <a:schemeClr val="accent3"/>
          </a:effectRef>
          <a:fontRef idx="minor">
            <a:schemeClr val="dk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5" name="Textfeld 14"/>
          <p:cNvSpPr txBox="1"/>
          <p:nvPr/>
        </p:nvSpPr>
        <p:spPr bwMode="auto">
          <a:xfrm>
            <a:off x="8377926" y="3395419"/>
            <a:ext cx="846124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text should not be judgmental unless it is requested and explicitly stated as a personal evaluation.</a:t>
            </a:r>
          </a:p>
        </p:txBody>
      </p:sp>
      <p:sp>
        <p:nvSpPr>
          <p:cNvPr id="16" name="Textfeld 15"/>
          <p:cNvSpPr txBox="1"/>
          <p:nvPr/>
        </p:nvSpPr>
        <p:spPr bwMode="auto">
          <a:xfrm>
            <a:off x="8377926" y="4623899"/>
            <a:ext cx="9160924"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author "I" should always be present as a scientifically arguing "I". Personal, non-scientifically based opinions shall be excluded. </a:t>
            </a:r>
          </a:p>
        </p:txBody>
      </p:sp>
      <p:sp>
        <p:nvSpPr>
          <p:cNvPr id="17" name="Textfeld 16"/>
          <p:cNvSpPr txBox="1"/>
          <p:nvPr/>
        </p:nvSpPr>
        <p:spPr bwMode="auto">
          <a:xfrm>
            <a:off x="8377926" y="5753439"/>
            <a:ext cx="846124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work should be free of linguistic ornamentation and creative, pictorial, poetic formulations.</a:t>
            </a:r>
          </a:p>
        </p:txBody>
      </p:sp>
      <p:sp>
        <p:nvSpPr>
          <p:cNvPr id="18" name="Textfeld 17"/>
          <p:cNvSpPr txBox="1"/>
          <p:nvPr/>
        </p:nvSpPr>
        <p:spPr bwMode="auto">
          <a:xfrm>
            <a:off x="8397695" y="7078689"/>
            <a:ext cx="7966074"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buFont typeface="Arial" panose="020B0604020202020204" pitchFamily="34" charset="0"/>
              <a:buChar char="•"/>
            </a:pPr>
            <a:r>
              <a:rPr lang="en-US" sz="2400" dirty="0"/>
              <a:t>The difference between one’s own argumentation and recourse to foreign thoughts must always be clear.</a:t>
            </a:r>
          </a:p>
        </p:txBody>
      </p:sp>
      <p:sp>
        <p:nvSpPr>
          <p:cNvPr id="19" name="Textfeld 18"/>
          <p:cNvSpPr txBox="1"/>
          <p:nvPr/>
        </p:nvSpPr>
        <p:spPr bwMode="auto">
          <a:xfrm>
            <a:off x="1931851" y="7022417"/>
            <a:ext cx="5369686" cy="138499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dirty="0" err="1"/>
              <a:t>separation</a:t>
            </a:r>
            <a:r>
              <a:rPr lang="de-DE" dirty="0"/>
              <a:t> </a:t>
            </a:r>
            <a:r>
              <a:rPr lang="de-DE" dirty="0" err="1"/>
              <a:t>of</a:t>
            </a:r>
            <a:r>
              <a:rPr lang="de-DE" dirty="0"/>
              <a:t> own and </a:t>
            </a:r>
            <a:r>
              <a:rPr lang="de-DE" dirty="0" err="1"/>
              <a:t>other</a:t>
            </a:r>
            <a:r>
              <a:rPr lang="de-DE" dirty="0"/>
              <a:t> </a:t>
            </a:r>
            <a:r>
              <a:rPr lang="de-DE" dirty="0" err="1"/>
              <a:t>people‘s</a:t>
            </a:r>
            <a:r>
              <a:rPr lang="de-DE" dirty="0"/>
              <a:t> </a:t>
            </a:r>
            <a:r>
              <a:rPr lang="de-DE" dirty="0" err="1"/>
              <a:t>thoughts</a:t>
            </a:r>
            <a:endParaRPr dirty="0"/>
          </a:p>
          <a:p>
            <a:pPr>
              <a:defRPr/>
            </a:pPr>
            <a:endParaRPr lang="de-DE" dirty="0"/>
          </a:p>
        </p:txBody>
      </p:sp>
      <p:sp>
        <p:nvSpPr>
          <p:cNvPr id="20" name="Textfeld 19"/>
          <p:cNvSpPr txBox="1"/>
          <p:nvPr/>
        </p:nvSpPr>
        <p:spPr bwMode="auto">
          <a:xfrm>
            <a:off x="1931851" y="5805411"/>
            <a:ext cx="5535167"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err="1"/>
              <a:t>Metaphor</a:t>
            </a:r>
            <a:r>
              <a:rPr lang="de-DE" b="1" dirty="0"/>
              <a:t> </a:t>
            </a:r>
            <a:r>
              <a:rPr lang="de-DE" b="1" dirty="0" err="1"/>
              <a:t>freeness</a:t>
            </a:r>
            <a:endParaRPr lang="de-DE" dirty="0"/>
          </a:p>
          <a:p>
            <a:pPr>
              <a:defRPr/>
            </a:pPr>
            <a:r>
              <a:rPr lang="de-DE" dirty="0"/>
              <a:t>i.e. </a:t>
            </a:r>
            <a:r>
              <a:rPr lang="de-DE" dirty="0" err="1"/>
              <a:t>objective</a:t>
            </a:r>
            <a:endParaRPr lang="de-DE" dirty="0"/>
          </a:p>
        </p:txBody>
      </p:sp>
      <p:sp>
        <p:nvSpPr>
          <p:cNvPr id="21" name="Textfeld 20"/>
          <p:cNvSpPr txBox="1"/>
          <p:nvPr/>
        </p:nvSpPr>
        <p:spPr bwMode="auto">
          <a:xfrm>
            <a:off x="1914458" y="4608964"/>
            <a:ext cx="5369686"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a:t>„I“-</a:t>
            </a:r>
            <a:r>
              <a:rPr lang="de-DE" b="1" dirty="0" err="1"/>
              <a:t>freeness</a:t>
            </a:r>
            <a:endParaRPr lang="de-DE" b="1" dirty="0"/>
          </a:p>
          <a:p>
            <a:pPr>
              <a:defRPr/>
            </a:pPr>
            <a:r>
              <a:rPr lang="de-DE" dirty="0"/>
              <a:t>i.e. </a:t>
            </a:r>
            <a:r>
              <a:rPr lang="de-DE" dirty="0" err="1"/>
              <a:t>as</a:t>
            </a:r>
            <a:r>
              <a:rPr lang="de-DE" dirty="0"/>
              <a:t> </a:t>
            </a:r>
            <a:r>
              <a:rPr lang="de-DE" dirty="0" err="1"/>
              <a:t>objectively</a:t>
            </a:r>
            <a:r>
              <a:rPr lang="de-DE" dirty="0"/>
              <a:t> </a:t>
            </a:r>
            <a:r>
              <a:rPr lang="de-DE" dirty="0" err="1"/>
              <a:t>as</a:t>
            </a:r>
            <a:r>
              <a:rPr lang="de-DE" dirty="0"/>
              <a:t> possible</a:t>
            </a:r>
            <a:endParaRPr dirty="0"/>
          </a:p>
        </p:txBody>
      </p:sp>
      <p:sp>
        <p:nvSpPr>
          <p:cNvPr id="22" name="Textfeld 21"/>
          <p:cNvSpPr txBox="1"/>
          <p:nvPr/>
        </p:nvSpPr>
        <p:spPr bwMode="auto">
          <a:xfrm>
            <a:off x="1920529" y="3373259"/>
            <a:ext cx="5369686" cy="95410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b="1" dirty="0"/>
              <a:t>Non-</a:t>
            </a:r>
            <a:r>
              <a:rPr lang="de-DE" b="1" dirty="0" err="1"/>
              <a:t>judgmental</a:t>
            </a:r>
            <a:endParaRPr lang="de-DE" dirty="0"/>
          </a:p>
          <a:p>
            <a:pPr>
              <a:defRPr/>
            </a:pPr>
            <a:r>
              <a:rPr lang="de-DE" dirty="0"/>
              <a:t>i.e. </a:t>
            </a:r>
            <a:r>
              <a:rPr lang="de-DE" dirty="0" err="1"/>
              <a:t>factual</a:t>
            </a:r>
            <a:r>
              <a:rPr lang="de-DE" dirty="0"/>
              <a:t> &amp; not emotional</a:t>
            </a:r>
          </a:p>
        </p:txBody>
      </p:sp>
      <p:sp>
        <p:nvSpPr>
          <p:cNvPr id="23" name="Textfeld 22"/>
          <p:cNvSpPr txBox="1"/>
          <p:nvPr/>
        </p:nvSpPr>
        <p:spPr bwMode="auto">
          <a:xfrm rot="16199998">
            <a:off x="-1469951" y="5165654"/>
            <a:ext cx="5535171"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b="1" dirty="0"/>
              <a:t>Scientific </a:t>
            </a:r>
            <a:r>
              <a:rPr lang="de-DE" sz="2400" b="1" dirty="0" err="1"/>
              <a:t>written</a:t>
            </a:r>
            <a:r>
              <a:rPr lang="de-DE" sz="2400" b="1" dirty="0"/>
              <a:t> </a:t>
            </a:r>
            <a:r>
              <a:rPr lang="de-DE" sz="2400" b="1" dirty="0" err="1"/>
              <a:t>language</a:t>
            </a:r>
            <a:endParaRPr sz="5400" dirty="0"/>
          </a:p>
        </p:txBody>
      </p:sp>
    </p:spTree>
    <p:extLst>
      <p:ext uri="{BB962C8B-B14F-4D97-AF65-F5344CB8AC3E}">
        <p14:creationId xmlns:p14="http://schemas.microsoft.com/office/powerpoint/2010/main" val="970260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2071-9BFF-B36F-0C81-F11451F65DC3}"/>
              </a:ext>
            </a:extLst>
          </p:cNvPr>
          <p:cNvSpPr>
            <a:spLocks noGrp="1"/>
          </p:cNvSpPr>
          <p:nvPr>
            <p:ph type="title"/>
          </p:nvPr>
        </p:nvSpPr>
        <p:spPr/>
        <p:txBody>
          <a:bodyPr/>
          <a:lstStyle/>
          <a:p>
            <a:r>
              <a:rPr lang="en-GB" dirty="0"/>
              <a:t>Exercise: Scientific language</a:t>
            </a:r>
          </a:p>
        </p:txBody>
      </p:sp>
      <p:sp>
        <p:nvSpPr>
          <p:cNvPr id="3" name="Content Placeholder 2">
            <a:extLst>
              <a:ext uri="{FF2B5EF4-FFF2-40B4-BE49-F238E27FC236}">
                <a16:creationId xmlns:a16="http://schemas.microsoft.com/office/drawing/2014/main" id="{28CEC815-DC4C-3852-A046-B8BE90D22720}"/>
              </a:ext>
            </a:extLst>
          </p:cNvPr>
          <p:cNvSpPr>
            <a:spLocks noGrp="1"/>
          </p:cNvSpPr>
          <p:nvPr>
            <p:ph idx="1"/>
          </p:nvPr>
        </p:nvSpPr>
        <p:spPr/>
        <p:txBody>
          <a:bodyPr>
            <a:normAutofit/>
          </a:bodyPr>
          <a:lstStyle/>
          <a:p>
            <a:pPr marL="0" indent="0">
              <a:lnSpc>
                <a:spcPct val="100000"/>
              </a:lnSpc>
              <a:buNone/>
              <a:defRPr/>
            </a:pPr>
            <a:r>
              <a:rPr lang="en-US" sz="3200" dirty="0">
                <a:latin typeface="+mn-lt"/>
              </a:rPr>
              <a:t>“Now I would like to investigate why word meanings are in any case dependent on their users. I find the thesis of one of the greats of the philosophy of language, Ludwig Wittgenstein, extraordinarily fitting. He says: “The meaning of a word is its use in language” (PU 43). Incidentally, this was not recognized in the comparatively poorer literature of Wittgenstein's opposing positions. In other words, it could perhaps no longer be said that a word no longer has an inherent universal meaning, although many think it does, but that its dynamic meaning is actually, quite the opposite (!), experienced in the practical use or non-use of its users in the social and societal network of its users. From the correctness of this statement, Wittgenstein's language model emerges as the naturally best model. This is, I think, largely understandable.”</a:t>
            </a:r>
            <a:br>
              <a:rPr lang="de-DE" sz="2800" dirty="0">
                <a:latin typeface="+mn-lt"/>
              </a:rPr>
            </a:br>
            <a:r>
              <a:rPr lang="de-DE" sz="2000" dirty="0">
                <a:latin typeface="+mn-lt"/>
              </a:rPr>
              <a:t>[Der Quellenverweis ist korrekt. PU ist das Kürzel für Wittgensteins seine „Philosophische Untersuchungen“]</a:t>
            </a:r>
          </a:p>
          <a:p>
            <a:endParaRPr lang="en-GB" dirty="0"/>
          </a:p>
        </p:txBody>
      </p:sp>
    </p:spTree>
    <p:extLst>
      <p:ext uri="{BB962C8B-B14F-4D97-AF65-F5344CB8AC3E}">
        <p14:creationId xmlns:p14="http://schemas.microsoft.com/office/powerpoint/2010/main" val="2307843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2071-9BFF-B36F-0C81-F11451F65DC3}"/>
              </a:ext>
            </a:extLst>
          </p:cNvPr>
          <p:cNvSpPr>
            <a:spLocks noGrp="1"/>
          </p:cNvSpPr>
          <p:nvPr>
            <p:ph type="title"/>
          </p:nvPr>
        </p:nvSpPr>
        <p:spPr/>
        <p:txBody>
          <a:bodyPr>
            <a:normAutofit/>
          </a:bodyPr>
          <a:lstStyle/>
          <a:p>
            <a:r>
              <a:rPr lang="en-US" sz="4400" dirty="0">
                <a:solidFill>
                  <a:srgbClr val="000000"/>
                </a:solidFill>
                <a:effectLst/>
                <a:latin typeface="Arial Narrow" panose="020B0606020202030204" pitchFamily="34" charset="0"/>
              </a:rPr>
              <a:t>Proposed solution</a:t>
            </a:r>
            <a:endParaRPr lang="en-GB" dirty="0"/>
          </a:p>
        </p:txBody>
      </p:sp>
      <p:sp>
        <p:nvSpPr>
          <p:cNvPr id="3" name="Content Placeholder 2">
            <a:extLst>
              <a:ext uri="{FF2B5EF4-FFF2-40B4-BE49-F238E27FC236}">
                <a16:creationId xmlns:a16="http://schemas.microsoft.com/office/drawing/2014/main" id="{28CEC815-DC4C-3852-A046-B8BE90D22720}"/>
              </a:ext>
            </a:extLst>
          </p:cNvPr>
          <p:cNvSpPr>
            <a:spLocks noGrp="1"/>
          </p:cNvSpPr>
          <p:nvPr>
            <p:ph idx="1"/>
          </p:nvPr>
        </p:nvSpPr>
        <p:spPr>
          <a:xfrm>
            <a:off x="1944000" y="2738828"/>
            <a:ext cx="14743800" cy="6480000"/>
          </a:xfrm>
        </p:spPr>
        <p:txBody>
          <a:bodyPr>
            <a:normAutofit/>
          </a:bodyPr>
          <a:lstStyle/>
          <a:p>
            <a:pPr marL="0" indent="0" defTabSz="0">
              <a:buNone/>
            </a:pPr>
            <a:r>
              <a:rPr lang="en-US" sz="3200" dirty="0">
                <a:solidFill>
                  <a:srgbClr val="000000"/>
                </a:solidFill>
                <a:effectLst/>
                <a:latin typeface="Arial" panose="020B0604020202020204" pitchFamily="34" charset="0"/>
              </a:rPr>
              <a:t>The following is an examination of the extent to which word meanings can be regarded as dependent on their users. The prominent founding father of modern philosophy of language, Ludwig Wittgenstein, formulates in his Philosophical Investigations: "The meaning of a word is its use in language." (source). With his investigations, Wittgenstein marks a break in the conception of language and from his contemporary, philosophical environment. His thesis explicates that words do not possess fixed and universal values of meaning. Rather, according to Wittgenstein, meanings of words arise only in the collective and personal speech and through their use there form their dynamic content."</a:t>
            </a:r>
            <a:endParaRPr lang="en-US" sz="3200" dirty="0">
              <a:effectLst/>
            </a:endParaRPr>
          </a:p>
        </p:txBody>
      </p:sp>
    </p:spTree>
    <p:extLst>
      <p:ext uri="{BB962C8B-B14F-4D97-AF65-F5344CB8AC3E}">
        <p14:creationId xmlns:p14="http://schemas.microsoft.com/office/powerpoint/2010/main" val="3576980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 (formulating)</a:t>
            </a:r>
          </a:p>
        </p:txBody>
      </p:sp>
      <p:graphicFrame>
        <p:nvGraphicFramePr>
          <p:cNvPr id="3" name="Diagramm 2">
            <a:extLst>
              <a:ext uri="{FF2B5EF4-FFF2-40B4-BE49-F238E27FC236}">
                <a16:creationId xmlns:a16="http://schemas.microsoft.com/office/drawing/2014/main" id="{82119164-3B08-5F36-1E40-388166E305FB}"/>
              </a:ext>
            </a:extLst>
          </p:cNvPr>
          <p:cNvGraphicFramePr>
            <a:graphicFrameLocks/>
          </p:cNvGraphicFramePr>
          <p:nvPr>
            <p:extLst>
              <p:ext uri="{D42A27DB-BD31-4B8C-83A1-F6EECF244321}">
                <p14:modId xmlns:p14="http://schemas.microsoft.com/office/powerpoint/2010/main" val="2152374683"/>
              </p:ext>
            </p:extLst>
          </p:nvPr>
        </p:nvGraphicFramePr>
        <p:xfrm>
          <a:off x="3048000" y="1963026"/>
          <a:ext cx="12192000" cy="619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feld 6">
            <a:extLst>
              <a:ext uri="{FF2B5EF4-FFF2-40B4-BE49-F238E27FC236}">
                <a16:creationId xmlns:a16="http://schemas.microsoft.com/office/drawing/2014/main" id="{015A1813-C4F9-0E94-7F12-02F2AA71C645}"/>
              </a:ext>
            </a:extLst>
          </p:cNvPr>
          <p:cNvSpPr txBox="1"/>
          <p:nvPr/>
        </p:nvSpPr>
        <p:spPr bwMode="auto">
          <a:xfrm>
            <a:off x="12496800" y="8420100"/>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spTree>
    <p:extLst>
      <p:ext uri="{BB962C8B-B14F-4D97-AF65-F5344CB8AC3E}">
        <p14:creationId xmlns:p14="http://schemas.microsoft.com/office/powerpoint/2010/main" val="39930161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16604" y="828526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5" name="Diagramm 2">
            <a:extLst>
              <a:ext uri="{FF2B5EF4-FFF2-40B4-BE49-F238E27FC236}">
                <a16:creationId xmlns:a16="http://schemas.microsoft.com/office/drawing/2014/main" id="{91F1AB97-93DF-FD43-A664-6B7B888C4345}"/>
              </a:ext>
            </a:extLst>
          </p:cNvPr>
          <p:cNvGraphicFramePr>
            <a:graphicFrameLocks/>
          </p:cNvGraphicFramePr>
          <p:nvPr>
            <p:extLst>
              <p:ext uri="{D42A27DB-BD31-4B8C-83A1-F6EECF244321}">
                <p14:modId xmlns:p14="http://schemas.microsoft.com/office/powerpoint/2010/main" val="710041292"/>
              </p:ext>
            </p:extLst>
          </p:nvPr>
        </p:nvGraphicFramePr>
        <p:xfrm>
          <a:off x="3048000" y="1952140"/>
          <a:ext cx="12192000" cy="650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584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err="1"/>
              <a:t>Sprachliche</a:t>
            </a:r>
            <a:r>
              <a:rPr lang="en-GB" dirty="0"/>
              <a:t>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16604" y="7962900"/>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3" name="Diagramm 2">
            <a:extLst>
              <a:ext uri="{FF2B5EF4-FFF2-40B4-BE49-F238E27FC236}">
                <a16:creationId xmlns:a16="http://schemas.microsoft.com/office/drawing/2014/main" id="{EE57A4BF-EEC7-13B2-CB78-34FF65E25427}"/>
              </a:ext>
            </a:extLst>
          </p:cNvPr>
          <p:cNvGraphicFramePr>
            <a:graphicFrameLocks/>
          </p:cNvGraphicFramePr>
          <p:nvPr>
            <p:extLst>
              <p:ext uri="{D42A27DB-BD31-4B8C-83A1-F6EECF244321}">
                <p14:modId xmlns:p14="http://schemas.microsoft.com/office/powerpoint/2010/main" val="1192013040"/>
              </p:ext>
            </p:extLst>
          </p:nvPr>
        </p:nvGraphicFramePr>
        <p:xfrm>
          <a:off x="3048000" y="1830820"/>
          <a:ext cx="12192000" cy="662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5482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a:t>Linguistic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420600" y="816558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5" name="Diagramm 2">
            <a:extLst>
              <a:ext uri="{FF2B5EF4-FFF2-40B4-BE49-F238E27FC236}">
                <a16:creationId xmlns:a16="http://schemas.microsoft.com/office/drawing/2014/main" id="{1E545E49-9C14-B3B5-EE05-0512939145E9}"/>
              </a:ext>
            </a:extLst>
          </p:cNvPr>
          <p:cNvGraphicFramePr>
            <a:graphicFrameLocks/>
          </p:cNvGraphicFramePr>
          <p:nvPr>
            <p:extLst>
              <p:ext uri="{D42A27DB-BD31-4B8C-83A1-F6EECF244321}">
                <p14:modId xmlns:p14="http://schemas.microsoft.com/office/powerpoint/2010/main" val="496323038"/>
              </p:ext>
            </p:extLst>
          </p:nvPr>
        </p:nvGraphicFramePr>
        <p:xfrm>
          <a:off x="3048000" y="1952140"/>
          <a:ext cx="12192000" cy="650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9645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15431-19D8-CF98-5F82-8F5D8F37CDDB}"/>
              </a:ext>
            </a:extLst>
          </p:cNvPr>
          <p:cNvSpPr>
            <a:spLocks noGrp="1"/>
          </p:cNvSpPr>
          <p:nvPr>
            <p:ph type="title"/>
          </p:nvPr>
        </p:nvSpPr>
        <p:spPr/>
        <p:txBody>
          <a:bodyPr/>
          <a:lstStyle/>
          <a:p>
            <a:r>
              <a:rPr lang="en-GB" dirty="0" err="1"/>
              <a:t>Sprachliche</a:t>
            </a:r>
            <a:r>
              <a:rPr lang="en-GB" dirty="0"/>
              <a:t> “don’ts”</a:t>
            </a:r>
          </a:p>
        </p:txBody>
      </p:sp>
      <p:sp>
        <p:nvSpPr>
          <p:cNvPr id="4" name="Textfeld 6">
            <a:extLst>
              <a:ext uri="{FF2B5EF4-FFF2-40B4-BE49-F238E27FC236}">
                <a16:creationId xmlns:a16="http://schemas.microsoft.com/office/drawing/2014/main" id="{015A1813-C4F9-0E94-7F12-02F2AA71C645}"/>
              </a:ext>
            </a:extLst>
          </p:cNvPr>
          <p:cNvSpPr txBox="1"/>
          <p:nvPr/>
        </p:nvSpPr>
        <p:spPr bwMode="auto">
          <a:xfrm>
            <a:off x="12692804" y="8655713"/>
            <a:ext cx="3175396" cy="338554"/>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600" dirty="0"/>
              <a:t>Vgl. </a:t>
            </a:r>
            <a:r>
              <a:rPr lang="de-DE" sz="1600" dirty="0" err="1"/>
              <a:t>Ribing</a:t>
            </a:r>
            <a:r>
              <a:rPr lang="de-DE" sz="1600" dirty="0"/>
              <a:t>/Karmesin (2011) </a:t>
            </a:r>
            <a:endParaRPr sz="5600" dirty="0"/>
          </a:p>
        </p:txBody>
      </p:sp>
      <p:graphicFrame>
        <p:nvGraphicFramePr>
          <p:cNvPr id="3" name="Diagramm 2">
            <a:extLst>
              <a:ext uri="{FF2B5EF4-FFF2-40B4-BE49-F238E27FC236}">
                <a16:creationId xmlns:a16="http://schemas.microsoft.com/office/drawing/2014/main" id="{747883A3-28C8-340F-5757-0526B5E95396}"/>
              </a:ext>
            </a:extLst>
          </p:cNvPr>
          <p:cNvGraphicFramePr>
            <a:graphicFrameLocks/>
          </p:cNvGraphicFramePr>
          <p:nvPr>
            <p:extLst>
              <p:ext uri="{D42A27DB-BD31-4B8C-83A1-F6EECF244321}">
                <p14:modId xmlns:p14="http://schemas.microsoft.com/office/powerpoint/2010/main" val="3461033864"/>
              </p:ext>
            </p:extLst>
          </p:nvPr>
        </p:nvGraphicFramePr>
        <p:xfrm>
          <a:off x="3200400" y="1140653"/>
          <a:ext cx="12877800"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0192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CAC71-4494-DBCB-185C-C05307B8FC0D}"/>
              </a:ext>
            </a:extLst>
          </p:cNvPr>
          <p:cNvSpPr>
            <a:spLocks noGrp="1"/>
          </p:cNvSpPr>
          <p:nvPr>
            <p:ph type="title"/>
          </p:nvPr>
        </p:nvSpPr>
        <p:spPr/>
        <p:txBody>
          <a:bodyPr/>
          <a:lstStyle/>
          <a:p>
            <a:r>
              <a:rPr lang="en-GB" dirty="0"/>
              <a:t>Formatting</a:t>
            </a:r>
          </a:p>
        </p:txBody>
      </p:sp>
      <p:sp>
        <p:nvSpPr>
          <p:cNvPr id="3" name="Content Placeholder 2">
            <a:extLst>
              <a:ext uri="{FF2B5EF4-FFF2-40B4-BE49-F238E27FC236}">
                <a16:creationId xmlns:a16="http://schemas.microsoft.com/office/drawing/2014/main" id="{E209A4B9-C583-226C-610C-26ED17E7BACA}"/>
              </a:ext>
            </a:extLst>
          </p:cNvPr>
          <p:cNvSpPr>
            <a:spLocks noGrp="1"/>
          </p:cNvSpPr>
          <p:nvPr>
            <p:ph idx="1"/>
          </p:nvPr>
        </p:nvSpPr>
        <p:spPr/>
        <p:txBody>
          <a:bodyPr/>
          <a:lstStyle/>
          <a:p>
            <a:pPr marL="342900" indent="-342900">
              <a:buFont typeface="+mj-lt"/>
              <a:buAutoNum type="arabicPeriod"/>
            </a:pPr>
            <a:r>
              <a:rPr lang="en-US" sz="3200" dirty="0" err="1">
                <a:solidFill>
                  <a:srgbClr val="000000"/>
                </a:solidFill>
                <a:effectLst/>
              </a:rPr>
              <a:t>Leuphana</a:t>
            </a:r>
            <a:r>
              <a:rPr lang="en-US" sz="3200" dirty="0">
                <a:solidFill>
                  <a:srgbClr val="000000"/>
                </a:solidFill>
                <a:effectLst/>
              </a:rPr>
              <a:t> Semester: Templates</a:t>
            </a:r>
            <a:endParaRPr lang="en-US" sz="4400" dirty="0">
              <a:effectLst/>
            </a:endParaRPr>
          </a:p>
          <a:p>
            <a:pPr marL="342900" indent="-342900">
              <a:buFont typeface="+mj-lt"/>
              <a:buAutoNum type="arabicPeriod"/>
            </a:pPr>
            <a:r>
              <a:rPr lang="en-US" sz="3200" dirty="0">
                <a:solidFill>
                  <a:srgbClr val="000000"/>
                </a:solidFill>
                <a:effectLst/>
              </a:rPr>
              <a:t>Often Institutional Templates</a:t>
            </a:r>
            <a:endParaRPr lang="en-US" sz="4400" dirty="0">
              <a:effectLst/>
            </a:endParaRPr>
          </a:p>
          <a:p>
            <a:pPr marL="342900" indent="-342900">
              <a:buFont typeface="+mj-lt"/>
              <a:buAutoNum type="arabicPeriod"/>
            </a:pPr>
            <a:r>
              <a:rPr lang="en-US" sz="3200" dirty="0">
                <a:solidFill>
                  <a:srgbClr val="000000"/>
                </a:solidFill>
                <a:effectLst/>
              </a:rPr>
              <a:t>Mostly : </a:t>
            </a:r>
            <a:endParaRPr lang="en-US" sz="4400" dirty="0">
              <a:effectLst/>
            </a:endParaRPr>
          </a:p>
          <a:p>
            <a:pPr marL="889000" indent="-254000">
              <a:buFont typeface="Arial" panose="020B0604020202020204" pitchFamily="34" charset="0"/>
              <a:buChar char="•"/>
            </a:pPr>
            <a:r>
              <a:rPr lang="en-US" dirty="0">
                <a:solidFill>
                  <a:srgbClr val="000000"/>
                </a:solidFill>
                <a:effectLst/>
              </a:rPr>
              <a:t>A wide border of at least 2.5 cm at the top and bottom as well as on the left and right side</a:t>
            </a:r>
            <a:endParaRPr lang="en-US" sz="4000" dirty="0">
              <a:effectLst/>
            </a:endParaRPr>
          </a:p>
          <a:p>
            <a:pPr marL="889000" indent="-254000">
              <a:buFont typeface="Arial" panose="020B0604020202020204" pitchFamily="34" charset="0"/>
              <a:buChar char="•"/>
            </a:pPr>
            <a:r>
              <a:rPr lang="en-US" dirty="0">
                <a:solidFill>
                  <a:srgbClr val="000000"/>
                </a:solidFill>
                <a:effectLst/>
              </a:rPr>
              <a:t>A line spacing of 1.5</a:t>
            </a:r>
            <a:endParaRPr lang="en-US" sz="4000" dirty="0">
              <a:effectLst/>
            </a:endParaRPr>
          </a:p>
          <a:p>
            <a:pPr marL="889000" indent="-254000">
              <a:buFont typeface="Arial" panose="020B0604020202020204" pitchFamily="34" charset="0"/>
              <a:buChar char="•"/>
            </a:pPr>
            <a:r>
              <a:rPr lang="en-US" dirty="0">
                <a:solidFill>
                  <a:srgbClr val="000000"/>
                </a:solidFill>
                <a:effectLst/>
              </a:rPr>
              <a:t>A font size of 12 point for Times New Roman or 11 point for Arial</a:t>
            </a:r>
            <a:endParaRPr lang="en-US" sz="4000" dirty="0">
              <a:effectLst/>
            </a:endParaRPr>
          </a:p>
          <a:p>
            <a:pPr marL="889000" indent="-254000">
              <a:buFont typeface="Arial" panose="020B0604020202020204" pitchFamily="34" charset="0"/>
              <a:buChar char="•"/>
            </a:pPr>
            <a:r>
              <a:rPr lang="en-US" dirty="0">
                <a:solidFill>
                  <a:srgbClr val="000000"/>
                </a:solidFill>
                <a:effectLst/>
              </a:rPr>
              <a:t>Block setting with separate syllables</a:t>
            </a:r>
            <a:endParaRPr lang="en-US" sz="4000" dirty="0">
              <a:effectLst/>
            </a:endParaRPr>
          </a:p>
          <a:p>
            <a:pPr marL="889000" indent="-254000"/>
            <a:r>
              <a:rPr lang="en-US" dirty="0">
                <a:solidFill>
                  <a:srgbClr val="000000"/>
                </a:solidFill>
                <a:effectLst/>
              </a:rPr>
              <a:t>When using paragraphs to structure the text, care </a:t>
            </a:r>
            <a:r>
              <a:rPr lang="en-US" dirty="0">
                <a:solidFill>
                  <a:srgbClr val="000000"/>
                </a:solidFill>
              </a:rPr>
              <a:t>must betake n </a:t>
            </a:r>
            <a:r>
              <a:rPr lang="en-US" dirty="0">
                <a:solidFill>
                  <a:srgbClr val="000000"/>
                </a:solidFill>
                <a:effectLst/>
              </a:rPr>
              <a:t>to ensure that the content makes sense and is easy to read: Both missing and too frequent paragraphs should be avoided.1</a:t>
            </a:r>
            <a:endParaRPr lang="en-US" sz="4000" dirty="0">
              <a:effectLst/>
            </a:endParaRPr>
          </a:p>
          <a:p>
            <a:endParaRPr lang="en-GB" dirty="0"/>
          </a:p>
        </p:txBody>
      </p:sp>
      <p:sp>
        <p:nvSpPr>
          <p:cNvPr id="4" name="Textfeld 1">
            <a:extLst>
              <a:ext uri="{FF2B5EF4-FFF2-40B4-BE49-F238E27FC236}">
                <a16:creationId xmlns:a16="http://schemas.microsoft.com/office/drawing/2014/main" id="{6A05B299-5A99-10B2-66D0-D5D2782CA8CC}"/>
              </a:ext>
            </a:extLst>
          </p:cNvPr>
          <p:cNvSpPr txBox="1"/>
          <p:nvPr/>
        </p:nvSpPr>
        <p:spPr bwMode="auto">
          <a:xfrm>
            <a:off x="1828800" y="8800474"/>
            <a:ext cx="8231230" cy="369332"/>
          </a:xfrm>
          <a:prstGeom prst="rect">
            <a:avLst/>
          </a:prstGeom>
          <a:noFill/>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1800" dirty="0">
                <a:solidFill>
                  <a:schemeClr val="tx1">
                    <a:lumMod val="50000"/>
                    <a:lumOff val="50000"/>
                  </a:schemeClr>
                </a:solidFill>
              </a:rPr>
              <a:t>1 INSUGO (2017): Hinweise für studentische wissenschaftliche Arbeiten</a:t>
            </a:r>
            <a:endParaRPr sz="5600" dirty="0"/>
          </a:p>
        </p:txBody>
      </p:sp>
    </p:spTree>
    <p:extLst>
      <p:ext uri="{BB962C8B-B14F-4D97-AF65-F5344CB8AC3E}">
        <p14:creationId xmlns:p14="http://schemas.microsoft.com/office/powerpoint/2010/main" val="2399635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AC95-6E96-027C-E5F0-1D36036118E1}"/>
              </a:ext>
            </a:extLst>
          </p:cNvPr>
          <p:cNvSpPr>
            <a:spLocks noGrp="1"/>
          </p:cNvSpPr>
          <p:nvPr>
            <p:ph type="title"/>
          </p:nvPr>
        </p:nvSpPr>
        <p:spPr/>
        <p:txBody>
          <a:bodyPr/>
          <a:lstStyle/>
          <a:p>
            <a:r>
              <a:rPr lang="en-GB" dirty="0" err="1"/>
              <a:t>Checkliste</a:t>
            </a:r>
            <a:r>
              <a:rPr lang="en-GB" dirty="0"/>
              <a:t> for revision</a:t>
            </a:r>
          </a:p>
        </p:txBody>
      </p:sp>
      <p:sp>
        <p:nvSpPr>
          <p:cNvPr id="7" name="Rechteck: gefaltete Ecke 1">
            <a:extLst>
              <a:ext uri="{FF2B5EF4-FFF2-40B4-BE49-F238E27FC236}">
                <a16:creationId xmlns:a16="http://schemas.microsoft.com/office/drawing/2014/main" id="{C32082F4-7BB0-E467-3000-FA992AAB39EA}"/>
              </a:ext>
            </a:extLst>
          </p:cNvPr>
          <p:cNvSpPr/>
          <p:nvPr/>
        </p:nvSpPr>
        <p:spPr bwMode="auto">
          <a:xfrm>
            <a:off x="1962400" y="2622644"/>
            <a:ext cx="14411076" cy="6681312"/>
          </a:xfrm>
          <a:prstGeom prst="foldedCorner">
            <a:avLst>
              <a:gd name="adj" fmla="val 16667"/>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8" name="Rechteck 2">
            <a:extLst>
              <a:ext uri="{FF2B5EF4-FFF2-40B4-BE49-F238E27FC236}">
                <a16:creationId xmlns:a16="http://schemas.microsoft.com/office/drawing/2014/main" id="{E8818F1D-3115-E2A3-ACEE-44151E4AB0F9}"/>
              </a:ext>
            </a:extLst>
          </p:cNvPr>
          <p:cNvSpPr/>
          <p:nvPr/>
        </p:nvSpPr>
        <p:spPr bwMode="auto">
          <a:xfrm>
            <a:off x="2247072" y="320329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9" name="Rechteck 8">
            <a:extLst>
              <a:ext uri="{FF2B5EF4-FFF2-40B4-BE49-F238E27FC236}">
                <a16:creationId xmlns:a16="http://schemas.microsoft.com/office/drawing/2014/main" id="{ACF9B79D-6153-19E6-4A05-05569695178B}"/>
              </a:ext>
            </a:extLst>
          </p:cNvPr>
          <p:cNvSpPr/>
          <p:nvPr/>
        </p:nvSpPr>
        <p:spPr bwMode="auto">
          <a:xfrm>
            <a:off x="2247072" y="403998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0" name="Rechteck 9">
            <a:extLst>
              <a:ext uri="{FF2B5EF4-FFF2-40B4-BE49-F238E27FC236}">
                <a16:creationId xmlns:a16="http://schemas.microsoft.com/office/drawing/2014/main" id="{50F61BD9-1AB4-5BAE-A571-B645F1975EA0}"/>
              </a:ext>
            </a:extLst>
          </p:cNvPr>
          <p:cNvSpPr/>
          <p:nvPr/>
        </p:nvSpPr>
        <p:spPr bwMode="auto">
          <a:xfrm>
            <a:off x="2247072" y="4876664"/>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1" name="Rechteck 10">
            <a:extLst>
              <a:ext uri="{FF2B5EF4-FFF2-40B4-BE49-F238E27FC236}">
                <a16:creationId xmlns:a16="http://schemas.microsoft.com/office/drawing/2014/main" id="{814D5A51-AD91-E610-2BFB-3A90C0F73AA8}"/>
              </a:ext>
            </a:extLst>
          </p:cNvPr>
          <p:cNvSpPr/>
          <p:nvPr/>
        </p:nvSpPr>
        <p:spPr bwMode="auto">
          <a:xfrm>
            <a:off x="2247072" y="6537872"/>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2" name="Rechteck 11">
            <a:extLst>
              <a:ext uri="{FF2B5EF4-FFF2-40B4-BE49-F238E27FC236}">
                <a16:creationId xmlns:a16="http://schemas.microsoft.com/office/drawing/2014/main" id="{5B1B1551-33D3-B4E5-DC66-9BE0C9BAD3AF}"/>
              </a:ext>
            </a:extLst>
          </p:cNvPr>
          <p:cNvSpPr/>
          <p:nvPr/>
        </p:nvSpPr>
        <p:spPr bwMode="auto">
          <a:xfrm>
            <a:off x="2247072" y="5707268"/>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3" name="Rechteck 13">
            <a:extLst>
              <a:ext uri="{FF2B5EF4-FFF2-40B4-BE49-F238E27FC236}">
                <a16:creationId xmlns:a16="http://schemas.microsoft.com/office/drawing/2014/main" id="{87A01CC4-DFD2-8B34-22F6-8FC19B586B53}"/>
              </a:ext>
            </a:extLst>
          </p:cNvPr>
          <p:cNvSpPr/>
          <p:nvPr/>
        </p:nvSpPr>
        <p:spPr bwMode="auto">
          <a:xfrm>
            <a:off x="2247072" y="736847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4" name="Rechteck 14">
            <a:extLst>
              <a:ext uri="{FF2B5EF4-FFF2-40B4-BE49-F238E27FC236}">
                <a16:creationId xmlns:a16="http://schemas.microsoft.com/office/drawing/2014/main" id="{1F4368A7-D197-847A-FFA5-9A6635EB5C92}"/>
              </a:ext>
            </a:extLst>
          </p:cNvPr>
          <p:cNvSpPr/>
          <p:nvPr/>
        </p:nvSpPr>
        <p:spPr bwMode="auto">
          <a:xfrm>
            <a:off x="8900160" y="3203296"/>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5" name="Rechteck 15">
            <a:extLst>
              <a:ext uri="{FF2B5EF4-FFF2-40B4-BE49-F238E27FC236}">
                <a16:creationId xmlns:a16="http://schemas.microsoft.com/office/drawing/2014/main" id="{ECCB4A53-9612-B19C-2AF0-F376E61B8C8A}"/>
              </a:ext>
            </a:extLst>
          </p:cNvPr>
          <p:cNvSpPr/>
          <p:nvPr/>
        </p:nvSpPr>
        <p:spPr bwMode="auto">
          <a:xfrm>
            <a:off x="8900160" y="403998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6" name="Rechteck 16">
            <a:extLst>
              <a:ext uri="{FF2B5EF4-FFF2-40B4-BE49-F238E27FC236}">
                <a16:creationId xmlns:a16="http://schemas.microsoft.com/office/drawing/2014/main" id="{8ABF60D3-5917-10B9-4DD6-1DA5A5514A8A}"/>
              </a:ext>
            </a:extLst>
          </p:cNvPr>
          <p:cNvSpPr/>
          <p:nvPr/>
        </p:nvSpPr>
        <p:spPr bwMode="auto">
          <a:xfrm>
            <a:off x="8900160" y="4876664"/>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7" name="Rechteck 17">
            <a:extLst>
              <a:ext uri="{FF2B5EF4-FFF2-40B4-BE49-F238E27FC236}">
                <a16:creationId xmlns:a16="http://schemas.microsoft.com/office/drawing/2014/main" id="{DE4E7579-44D9-1424-5731-5A3BBF7C0325}"/>
              </a:ext>
            </a:extLst>
          </p:cNvPr>
          <p:cNvSpPr/>
          <p:nvPr/>
        </p:nvSpPr>
        <p:spPr bwMode="auto">
          <a:xfrm>
            <a:off x="8900160" y="5707268"/>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8" name="Rechteck 18">
            <a:extLst>
              <a:ext uri="{FF2B5EF4-FFF2-40B4-BE49-F238E27FC236}">
                <a16:creationId xmlns:a16="http://schemas.microsoft.com/office/drawing/2014/main" id="{5422E9D5-8E3E-317F-C91C-37E05FB2A165}"/>
              </a:ext>
            </a:extLst>
          </p:cNvPr>
          <p:cNvSpPr/>
          <p:nvPr/>
        </p:nvSpPr>
        <p:spPr bwMode="auto">
          <a:xfrm>
            <a:off x="8900160" y="6537872"/>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19" name="Rechteck 19">
            <a:extLst>
              <a:ext uri="{FF2B5EF4-FFF2-40B4-BE49-F238E27FC236}">
                <a16:creationId xmlns:a16="http://schemas.microsoft.com/office/drawing/2014/main" id="{964AAA6E-583C-AAC7-0F0C-A97322CA9B4A}"/>
              </a:ext>
            </a:extLst>
          </p:cNvPr>
          <p:cNvSpPr/>
          <p:nvPr/>
        </p:nvSpPr>
        <p:spPr bwMode="auto">
          <a:xfrm>
            <a:off x="8900160" y="7367710"/>
            <a:ext cx="487680" cy="512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lgn="ctr">
              <a:defRPr/>
            </a:pPr>
            <a:endParaRPr lang="de-DE" sz="5600"/>
          </a:p>
        </p:txBody>
      </p:sp>
      <p:sp>
        <p:nvSpPr>
          <p:cNvPr id="20" name="Textfeld 6">
            <a:extLst>
              <a:ext uri="{FF2B5EF4-FFF2-40B4-BE49-F238E27FC236}">
                <a16:creationId xmlns:a16="http://schemas.microsoft.com/office/drawing/2014/main" id="{EE8D32B0-895D-6870-9B67-79245E455C2B}"/>
              </a:ext>
            </a:extLst>
          </p:cNvPr>
          <p:cNvSpPr txBox="1"/>
          <p:nvPr/>
        </p:nvSpPr>
        <p:spPr bwMode="auto">
          <a:xfrm>
            <a:off x="2758690" y="3203297"/>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Formal </a:t>
            </a:r>
            <a:r>
              <a:rPr lang="de-DE" sz="2400" dirty="0" err="1"/>
              <a:t>specifications</a:t>
            </a:r>
            <a:r>
              <a:rPr lang="de-DE" sz="2400" dirty="0"/>
              <a:t> and </a:t>
            </a:r>
            <a:r>
              <a:rPr lang="de-DE" sz="2400" dirty="0" err="1"/>
              <a:t>formatting</a:t>
            </a:r>
            <a:endParaRPr sz="5600" dirty="0"/>
          </a:p>
        </p:txBody>
      </p:sp>
      <p:sp>
        <p:nvSpPr>
          <p:cNvPr id="21" name="Textfeld 20">
            <a:extLst>
              <a:ext uri="{FF2B5EF4-FFF2-40B4-BE49-F238E27FC236}">
                <a16:creationId xmlns:a16="http://schemas.microsoft.com/office/drawing/2014/main" id="{B9C68CFA-3CF3-A914-B55B-6D52478C4CD8}"/>
              </a:ext>
            </a:extLst>
          </p:cNvPr>
          <p:cNvSpPr txBox="1"/>
          <p:nvPr/>
        </p:nvSpPr>
        <p:spPr bwMode="auto">
          <a:xfrm>
            <a:off x="2758690" y="3922448"/>
            <a:ext cx="5535168"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Completeness </a:t>
            </a:r>
            <a:r>
              <a:rPr lang="en-US" sz="2000" dirty="0"/>
              <a:t>(cover sheet, table of contents, bibliography, affidavit)</a:t>
            </a:r>
            <a:endParaRPr lang="de-DE" sz="2000" dirty="0"/>
          </a:p>
        </p:txBody>
      </p:sp>
      <p:sp>
        <p:nvSpPr>
          <p:cNvPr id="22" name="Textfeld 21">
            <a:extLst>
              <a:ext uri="{FF2B5EF4-FFF2-40B4-BE49-F238E27FC236}">
                <a16:creationId xmlns:a16="http://schemas.microsoft.com/office/drawing/2014/main" id="{D46DC099-723A-FAAC-2C9E-CF059F877223}"/>
              </a:ext>
            </a:extLst>
          </p:cNvPr>
          <p:cNvSpPr txBox="1"/>
          <p:nvPr/>
        </p:nvSpPr>
        <p:spPr bwMode="auto">
          <a:xfrm>
            <a:off x="2734752" y="4753444"/>
            <a:ext cx="5970336"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Table of contents and page numbers</a:t>
            </a:r>
            <a:r>
              <a:rPr lang="en-US" sz="2000" dirty="0"/>
              <a:t> (if applicable, list of abbreviations/tables or figures)</a:t>
            </a:r>
            <a:endParaRPr lang="de-DE" sz="2400" dirty="0"/>
          </a:p>
        </p:txBody>
      </p:sp>
      <p:sp>
        <p:nvSpPr>
          <p:cNvPr id="23" name="Textfeld 22">
            <a:extLst>
              <a:ext uri="{FF2B5EF4-FFF2-40B4-BE49-F238E27FC236}">
                <a16:creationId xmlns:a16="http://schemas.microsoft.com/office/drawing/2014/main" id="{2E5AB5EF-B25F-EFCB-6DFA-5AF6D5FFF454}"/>
              </a:ext>
            </a:extLst>
          </p:cNvPr>
          <p:cNvSpPr txBox="1"/>
          <p:nvPr/>
        </p:nvSpPr>
        <p:spPr bwMode="auto">
          <a:xfrm>
            <a:off x="2758690" y="5676379"/>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References and </a:t>
            </a:r>
            <a:r>
              <a:rPr lang="de-DE" sz="2400" dirty="0" err="1"/>
              <a:t>citation</a:t>
            </a:r>
            <a:endParaRPr sz="5600" dirty="0"/>
          </a:p>
        </p:txBody>
      </p:sp>
      <p:sp>
        <p:nvSpPr>
          <p:cNvPr id="24" name="Textfeld 23">
            <a:extLst>
              <a:ext uri="{FF2B5EF4-FFF2-40B4-BE49-F238E27FC236}">
                <a16:creationId xmlns:a16="http://schemas.microsoft.com/office/drawing/2014/main" id="{44725F47-0070-3878-B3D2-F877B5BA0D22}"/>
              </a:ext>
            </a:extLst>
          </p:cNvPr>
          <p:cNvSpPr txBox="1"/>
          <p:nvPr/>
        </p:nvSpPr>
        <p:spPr bwMode="auto">
          <a:xfrm>
            <a:off x="2734752" y="6508099"/>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Consistency in </a:t>
            </a:r>
            <a:r>
              <a:rPr lang="de-DE" sz="2400" dirty="0" err="1"/>
              <a:t>the</a:t>
            </a:r>
            <a:r>
              <a:rPr lang="de-DE" sz="2400" dirty="0"/>
              <a:t> </a:t>
            </a:r>
            <a:r>
              <a:rPr lang="de-DE" sz="2400" dirty="0" err="1"/>
              <a:t>bibliography</a:t>
            </a:r>
            <a:endParaRPr sz="5600" dirty="0"/>
          </a:p>
        </p:txBody>
      </p:sp>
      <p:sp>
        <p:nvSpPr>
          <p:cNvPr id="25" name="Textfeld 24">
            <a:extLst>
              <a:ext uri="{FF2B5EF4-FFF2-40B4-BE49-F238E27FC236}">
                <a16:creationId xmlns:a16="http://schemas.microsoft.com/office/drawing/2014/main" id="{CFF11E54-CEF9-8CDE-E041-4E9A3CA03AA5}"/>
              </a:ext>
            </a:extLst>
          </p:cNvPr>
          <p:cNvSpPr txBox="1"/>
          <p:nvPr/>
        </p:nvSpPr>
        <p:spPr bwMode="auto">
          <a:xfrm>
            <a:off x="2734752" y="7253575"/>
            <a:ext cx="5535168" cy="830997"/>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Linguistic and content-related transition between sections</a:t>
            </a:r>
            <a:endParaRPr sz="5600" dirty="0"/>
          </a:p>
        </p:txBody>
      </p:sp>
      <p:sp>
        <p:nvSpPr>
          <p:cNvPr id="26" name="Textfeld 25">
            <a:extLst>
              <a:ext uri="{FF2B5EF4-FFF2-40B4-BE49-F238E27FC236}">
                <a16:creationId xmlns:a16="http://schemas.microsoft.com/office/drawing/2014/main" id="{9B336A9B-99D9-C488-CBA1-41C63EE3797C}"/>
              </a:ext>
            </a:extLst>
          </p:cNvPr>
          <p:cNvSpPr txBox="1"/>
          <p:nvPr/>
        </p:nvSpPr>
        <p:spPr bwMode="auto">
          <a:xfrm>
            <a:off x="9411778" y="3195655"/>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Grammar and </a:t>
            </a:r>
            <a:r>
              <a:rPr lang="de-DE" sz="2400" dirty="0" err="1"/>
              <a:t>sentence</a:t>
            </a:r>
            <a:r>
              <a:rPr lang="de-DE" sz="2400" dirty="0"/>
              <a:t> </a:t>
            </a:r>
            <a:r>
              <a:rPr lang="de-DE" sz="2400" dirty="0" err="1"/>
              <a:t>structure</a:t>
            </a:r>
            <a:endParaRPr sz="5600" dirty="0"/>
          </a:p>
        </p:txBody>
      </p:sp>
      <p:sp>
        <p:nvSpPr>
          <p:cNvPr id="27" name="Textfeld 26">
            <a:extLst>
              <a:ext uri="{FF2B5EF4-FFF2-40B4-BE49-F238E27FC236}">
                <a16:creationId xmlns:a16="http://schemas.microsoft.com/office/drawing/2014/main" id="{6388E4B3-0FA2-2F78-E974-C7B55BD86D4D}"/>
              </a:ext>
            </a:extLst>
          </p:cNvPr>
          <p:cNvSpPr txBox="1"/>
          <p:nvPr/>
        </p:nvSpPr>
        <p:spPr bwMode="auto">
          <a:xfrm>
            <a:off x="9411778" y="4753444"/>
            <a:ext cx="5535168" cy="769441"/>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Language </a:t>
            </a:r>
            <a:r>
              <a:rPr lang="en-US" sz="2000" dirty="0"/>
              <a:t>(colloquial language, empty phrases and filler words, foreign words)</a:t>
            </a:r>
            <a:endParaRPr lang="de-DE" sz="2400" dirty="0"/>
          </a:p>
        </p:txBody>
      </p:sp>
      <p:sp>
        <p:nvSpPr>
          <p:cNvPr id="28" name="Textfeld 27">
            <a:extLst>
              <a:ext uri="{FF2B5EF4-FFF2-40B4-BE49-F238E27FC236}">
                <a16:creationId xmlns:a16="http://schemas.microsoft.com/office/drawing/2014/main" id="{F1CE77E7-3832-9695-72D9-C08CEA718841}"/>
              </a:ext>
            </a:extLst>
          </p:cNvPr>
          <p:cNvSpPr txBox="1"/>
          <p:nvPr/>
        </p:nvSpPr>
        <p:spPr bwMode="auto">
          <a:xfrm>
            <a:off x="9393968" y="5703925"/>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Red thread and structure of the work</a:t>
            </a:r>
            <a:endParaRPr sz="5600" dirty="0"/>
          </a:p>
        </p:txBody>
      </p:sp>
      <p:sp>
        <p:nvSpPr>
          <p:cNvPr id="29" name="Textfeld 28">
            <a:extLst>
              <a:ext uri="{FF2B5EF4-FFF2-40B4-BE49-F238E27FC236}">
                <a16:creationId xmlns:a16="http://schemas.microsoft.com/office/drawing/2014/main" id="{411DF413-9E76-2CB9-B296-64E7227F442F}"/>
              </a:ext>
            </a:extLst>
          </p:cNvPr>
          <p:cNvSpPr txBox="1"/>
          <p:nvPr/>
        </p:nvSpPr>
        <p:spPr bwMode="auto">
          <a:xfrm>
            <a:off x="9387841" y="6484003"/>
            <a:ext cx="6629150"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err="1"/>
              <a:t>Traceability</a:t>
            </a:r>
            <a:r>
              <a:rPr lang="de-DE" sz="2400" dirty="0"/>
              <a:t> and </a:t>
            </a:r>
            <a:r>
              <a:rPr lang="de-DE" sz="2400" dirty="0" err="1"/>
              <a:t>comprehensibility</a:t>
            </a:r>
            <a:endParaRPr sz="5600" dirty="0"/>
          </a:p>
        </p:txBody>
      </p:sp>
      <p:sp>
        <p:nvSpPr>
          <p:cNvPr id="30" name="Textfeld 29">
            <a:extLst>
              <a:ext uri="{FF2B5EF4-FFF2-40B4-BE49-F238E27FC236}">
                <a16:creationId xmlns:a16="http://schemas.microsoft.com/office/drawing/2014/main" id="{C563F907-4063-A001-AE73-A5977AC47D20}"/>
              </a:ext>
            </a:extLst>
          </p:cNvPr>
          <p:cNvSpPr txBox="1"/>
          <p:nvPr/>
        </p:nvSpPr>
        <p:spPr bwMode="auto">
          <a:xfrm>
            <a:off x="9411778" y="4014323"/>
            <a:ext cx="5535168" cy="461665"/>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de-DE" sz="2400" dirty="0"/>
              <a:t>Spelling and </a:t>
            </a:r>
            <a:r>
              <a:rPr lang="de-DE" sz="2400" dirty="0" err="1"/>
              <a:t>comma</a:t>
            </a:r>
            <a:r>
              <a:rPr lang="de-DE" sz="2400" dirty="0"/>
              <a:t> </a:t>
            </a:r>
            <a:r>
              <a:rPr lang="de-DE" sz="2400" dirty="0" err="1"/>
              <a:t>placement</a:t>
            </a:r>
            <a:endParaRPr sz="5600" dirty="0"/>
          </a:p>
        </p:txBody>
      </p:sp>
      <p:sp>
        <p:nvSpPr>
          <p:cNvPr id="31" name="Textfeld 30">
            <a:extLst>
              <a:ext uri="{FF2B5EF4-FFF2-40B4-BE49-F238E27FC236}">
                <a16:creationId xmlns:a16="http://schemas.microsoft.com/office/drawing/2014/main" id="{74984C38-E583-8C6A-73C8-903CC3CA3CE8}"/>
              </a:ext>
            </a:extLst>
          </p:cNvPr>
          <p:cNvSpPr txBox="1"/>
          <p:nvPr/>
        </p:nvSpPr>
        <p:spPr bwMode="auto">
          <a:xfrm>
            <a:off x="9411778" y="7314871"/>
            <a:ext cx="5752022" cy="1200329"/>
          </a:xfrm>
          <a:prstGeom prst="rect">
            <a:avLst/>
          </a:prstGeom>
          <a:noFill/>
          <a:ln>
            <a:noFill/>
          </a:ln>
        </p:spPr>
        <p:txBody>
          <a:bodyPr wrap="square" rtlCol="0">
            <a:spAutoFit/>
          </a:bodyPr>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2800" b="0" i="0" u="none" strike="noStrike" cap="none">
                <a:solidFill>
                  <a:srgbClr val="000000"/>
                </a:solidFill>
                <a:latin typeface="Arial"/>
                <a:ea typeface="Arial"/>
                <a:cs typeface="Arial"/>
              </a:defRPr>
            </a:lvl9pPr>
          </a:lstStyle>
          <a:p>
            <a:pPr>
              <a:defRPr/>
            </a:pPr>
            <a:r>
              <a:rPr lang="en-US" sz="2400" dirty="0"/>
              <a:t>Relationship between research question and content: Do I answer my research question with the help of the paper?</a:t>
            </a:r>
            <a:endParaRPr sz="5600" dirty="0"/>
          </a:p>
        </p:txBody>
      </p:sp>
    </p:spTree>
    <p:extLst>
      <p:ext uri="{BB962C8B-B14F-4D97-AF65-F5344CB8AC3E}">
        <p14:creationId xmlns:p14="http://schemas.microsoft.com/office/powerpoint/2010/main" val="3613015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E8F-EF2B-297B-4198-97179CF66BF4}"/>
              </a:ext>
            </a:extLst>
          </p:cNvPr>
          <p:cNvSpPr>
            <a:spLocks noGrp="1"/>
          </p:cNvSpPr>
          <p:nvPr>
            <p:ph type="title"/>
          </p:nvPr>
        </p:nvSpPr>
        <p:spPr/>
        <p:txBody>
          <a:bodyPr/>
          <a:lstStyle/>
          <a:p>
            <a:r>
              <a:rPr lang="en-GB" dirty="0"/>
              <a:t>Related Wiki Articles</a:t>
            </a:r>
          </a:p>
        </p:txBody>
      </p:sp>
      <p:sp>
        <p:nvSpPr>
          <p:cNvPr id="3" name="Content Placeholder 2">
            <a:extLst>
              <a:ext uri="{FF2B5EF4-FFF2-40B4-BE49-F238E27FC236}">
                <a16:creationId xmlns:a16="http://schemas.microsoft.com/office/drawing/2014/main" id="{09DF5BBF-BD24-C0DF-0F2B-6DC3F741DD0D}"/>
              </a:ext>
            </a:extLst>
          </p:cNvPr>
          <p:cNvSpPr>
            <a:spLocks noGrp="1"/>
          </p:cNvSpPr>
          <p:nvPr>
            <p:ph idx="1"/>
          </p:nvPr>
        </p:nvSpPr>
        <p:spPr/>
        <p:txBody>
          <a:bodyPr>
            <a:normAutofit/>
          </a:bodyPr>
          <a:lstStyle/>
          <a:p>
            <a:r>
              <a:rPr lang="en-GB" dirty="0"/>
              <a:t>MS Word for academic writing: </a:t>
            </a:r>
            <a:r>
              <a:rPr lang="en-GB" dirty="0">
                <a:hlinkClick r:id="rId3"/>
              </a:rPr>
              <a:t>https://sustainabilitymethods.org/index.php/Microsoft_Word_For_Academic_Writing</a:t>
            </a:r>
            <a:endParaRPr lang="en-GB" dirty="0"/>
          </a:p>
          <a:p>
            <a:r>
              <a:rPr lang="en-GB" dirty="0"/>
              <a:t>AI in </a:t>
            </a:r>
            <a:r>
              <a:rPr lang="en-GB"/>
              <a:t>education: </a:t>
            </a:r>
            <a:r>
              <a:rPr lang="en-GB">
                <a:hlinkClick r:id="rId4"/>
              </a:rPr>
              <a:t>https</a:t>
            </a:r>
            <a:r>
              <a:rPr lang="en-GB" dirty="0">
                <a:hlinkClick r:id="rId4"/>
              </a:rPr>
              <a:t>://sustainabilitymethods.org/index.php/AI_in_education</a:t>
            </a:r>
            <a:endParaRPr lang="en-GB" dirty="0"/>
          </a:p>
          <a:p>
            <a:endParaRPr lang="en-GB" dirty="0"/>
          </a:p>
          <a:p>
            <a:endParaRPr lang="en-GB" dirty="0"/>
          </a:p>
          <a:p>
            <a:pPr marL="0" indent="0">
              <a:buNone/>
            </a:pPr>
            <a:endParaRPr lang="en-GB" dirty="0"/>
          </a:p>
          <a:p>
            <a:endParaRPr lang="en-GB" dirty="0"/>
          </a:p>
        </p:txBody>
      </p:sp>
    </p:spTree>
    <p:extLst>
      <p:ext uri="{BB962C8B-B14F-4D97-AF65-F5344CB8AC3E}">
        <p14:creationId xmlns:p14="http://schemas.microsoft.com/office/powerpoint/2010/main" val="14213831"/>
      </p:ext>
    </p:extLst>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Streamline">
  <a:themeElements>
    <a:clrScheme name="Benutzerdefiniert 3">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4A71E891A511D040A52CA52D008DEB36" ma:contentTypeVersion="3" ma:contentTypeDescription="Ein neues Dokument erstellen." ma:contentTypeScope="" ma:versionID="4cba4315779cb03d474ae37b2c0aa786">
  <xsd:schema xmlns:xsd="http://www.w3.org/2001/XMLSchema" xmlns:xs="http://www.w3.org/2001/XMLSchema" xmlns:p="http://schemas.microsoft.com/office/2006/metadata/properties" xmlns:ns2="e0647eb4-fdd8-4a76-905c-ef029484ffcd" targetNamespace="http://schemas.microsoft.com/office/2006/metadata/properties" ma:root="true" ma:fieldsID="ffc498f6898bc391fabeb722ec17ef06" ns2:_="">
    <xsd:import namespace="e0647eb4-fdd8-4a76-905c-ef029484ffc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A4DE91-6EED-4C0D-89F8-8FB9ADE5E82C}">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4876300-3753-48AD-9FBB-1142F58E52F9}">
  <ds:schemaRefs>
    <ds:schemaRef ds:uri="http://schemas.microsoft.com/sharepoint/v3/contenttype/forms"/>
  </ds:schemaRefs>
</ds:datastoreItem>
</file>

<file path=customXml/itemProps3.xml><?xml version="1.0" encoding="utf-8"?>
<ds:datastoreItem xmlns:ds="http://schemas.openxmlformats.org/officeDocument/2006/customXml" ds:itemID="{142113C1-03E8-48A1-A969-CC7F9F5281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2255</Words>
  <Application>Microsoft Office PowerPoint</Application>
  <PresentationFormat>Benutzerdefiniert</PresentationFormat>
  <Paragraphs>167</Paragraphs>
  <Slides>17</Slides>
  <Notes>16</Notes>
  <HiddenSlides>0</HiddenSlides>
  <MMClips>0</MMClips>
  <ScaleCrop>false</ScaleCrop>
  <HeadingPairs>
    <vt:vector size="6" baseType="variant">
      <vt:variant>
        <vt:lpstr>Verwendete Schriftarten</vt:lpstr>
      </vt:variant>
      <vt:variant>
        <vt:i4>7</vt:i4>
      </vt:variant>
      <vt:variant>
        <vt:lpstr>Design</vt:lpstr>
      </vt:variant>
      <vt:variant>
        <vt:i4>2</vt:i4>
      </vt:variant>
      <vt:variant>
        <vt:lpstr>Folientitel</vt:lpstr>
      </vt:variant>
      <vt:variant>
        <vt:i4>17</vt:i4>
      </vt:variant>
    </vt:vector>
  </HeadingPairs>
  <TitlesOfParts>
    <vt:vector size="26" baseType="lpstr">
      <vt:lpstr>Arial Narrow</vt:lpstr>
      <vt:lpstr>Lato</vt:lpstr>
      <vt:lpstr>Lora</vt:lpstr>
      <vt:lpstr>Aptos</vt:lpstr>
      <vt:lpstr>Quattrocento Sans</vt:lpstr>
      <vt:lpstr>Raleway</vt:lpstr>
      <vt:lpstr>Arial</vt:lpstr>
      <vt:lpstr>Benutzerdefiniertes Design</vt:lpstr>
      <vt:lpstr>1_Streamline</vt:lpstr>
      <vt:lpstr>Writing a paper</vt:lpstr>
      <vt:lpstr>Agenda</vt:lpstr>
      <vt:lpstr>Structure of a written paper</vt:lpstr>
      <vt:lpstr>Structure of a written paper</vt:lpstr>
      <vt:lpstr>Process: Do I just write through from front to back?</vt:lpstr>
      <vt:lpstr>Completion time</vt:lpstr>
      <vt:lpstr>Requirements for schientific written language</vt:lpstr>
      <vt:lpstr>Exercise: Scientific language</vt:lpstr>
      <vt:lpstr>Proposed solution</vt:lpstr>
      <vt:lpstr>Linguistic “don’ts” (formulating)</vt:lpstr>
      <vt:lpstr>Linguistic “don’ts”</vt:lpstr>
      <vt:lpstr>Sprachliche “don’ts”</vt:lpstr>
      <vt:lpstr>Linguistic “don’ts”</vt:lpstr>
      <vt:lpstr>Sprachliche “don’ts”</vt:lpstr>
      <vt:lpstr>Formatting</vt:lpstr>
      <vt:lpstr>Checkliste for revision</vt:lpstr>
      <vt:lpstr>Related Wiki Articles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Felix Soltau</cp:lastModifiedBy>
  <cp:revision>8</cp:revision>
  <dcterms:created xsi:type="dcterms:W3CDTF">2006-08-16T00:00:00Z</dcterms:created>
  <dcterms:modified xsi:type="dcterms:W3CDTF">2026-06-22T20:41:06Z</dcterms:modified>
  <dc:identifier>DAGKdR2DXUk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