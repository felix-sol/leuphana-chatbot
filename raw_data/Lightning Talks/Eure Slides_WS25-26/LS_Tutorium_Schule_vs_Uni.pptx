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80" r:id="rId6"/>
    <p:sldId id="257" r:id="rId7"/>
    <p:sldId id="286" r:id="rId8"/>
    <p:sldId id="284" r:id="rId9"/>
    <p:sldId id="291" r:id="rId10"/>
    <p:sldId id="287" r:id="rId11"/>
    <p:sldId id="288" r:id="rId12"/>
    <p:sldId id="281" r:id="rId13"/>
    <p:sldId id="282" r:id="rId14"/>
    <p:sldId id="311" r:id="rId15"/>
    <p:sldId id="283" r:id="rId16"/>
    <p:sldId id="292" r:id="rId17"/>
    <p:sldId id="303" r:id="rId18"/>
    <p:sldId id="304" r:id="rId19"/>
    <p:sldId id="307" r:id="rId20"/>
    <p:sldId id="302" r:id="rId21"/>
    <p:sldId id="299" r:id="rId22"/>
    <p:sldId id="300" r:id="rId23"/>
    <p:sldId id="295" r:id="rId24"/>
    <p:sldId id="298" r:id="rId25"/>
    <p:sldId id="297" r:id="rId26"/>
    <p:sldId id="293" r:id="rId27"/>
    <p:sldId id="301" r:id="rId28"/>
    <p:sldId id="306" r:id="rId29"/>
    <p:sldId id="305" r:id="rId30"/>
    <p:sldId id="310" r:id="rId31"/>
  </p:sldIdLst>
  <p:sldSz cx="9144000" cy="5143500" type="screen16x9"/>
  <p:notesSz cx="9144000" cy="5143500"/>
  <p:embeddedFontLst>
    <p:embeddedFont>
      <p:font typeface="Arial Narrow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EFBF3C-01ED-3B38-BC21-59A9A4728C30}" v="2" dt="2025-11-21T11:21:11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arina Lohner" userId="S::katharina.lohner@stud.leuphana.de::ece597f1-37ac-48a8-8fa4-a469cfdcd234" providerId="AD" clId="Web-{953BA09E-DC40-D2F7-B4CF-1EA062C4D416}"/>
    <pc:docChg chg="addSld delSld">
      <pc:chgData name="Katharina Lohner" userId="S::katharina.lohner@stud.leuphana.de::ece597f1-37ac-48a8-8fa4-a469cfdcd234" providerId="AD" clId="Web-{953BA09E-DC40-D2F7-B4CF-1EA062C4D416}" dt="2025-10-15T09:08:59.872" v="1"/>
      <pc:docMkLst>
        <pc:docMk/>
      </pc:docMkLst>
      <pc:sldChg chg="new del">
        <pc:chgData name="Katharina Lohner" userId="S::katharina.lohner@stud.leuphana.de::ece597f1-37ac-48a8-8fa4-a469cfdcd234" providerId="AD" clId="Web-{953BA09E-DC40-D2F7-B4CF-1EA062C4D416}" dt="2025-10-15T09:08:59.872" v="1"/>
        <pc:sldMkLst>
          <pc:docMk/>
          <pc:sldMk cId="2137410602" sldId="312"/>
        </pc:sldMkLst>
      </pc:sldChg>
    </pc:docChg>
  </pc:docChgLst>
  <pc:docChgLst>
    <pc:chgData name="Ariane Steiner" userId="S::ariane.steiner@stud.leuphana.de::7db5a556-6c31-40f4-8dd7-55ef11ccf4a1" providerId="AD" clId="Web-{0D861ED5-5ED4-1B1D-E8B7-5A91D72F8D9E}"/>
    <pc:docChg chg="modSld">
      <pc:chgData name="Ariane Steiner" userId="S::ariane.steiner@stud.leuphana.de::7db5a556-6c31-40f4-8dd7-55ef11ccf4a1" providerId="AD" clId="Web-{0D861ED5-5ED4-1B1D-E8B7-5A91D72F8D9E}" dt="2025-10-09T09:13:09.364" v="0"/>
      <pc:docMkLst>
        <pc:docMk/>
      </pc:docMkLst>
      <pc:sldChg chg="mod modShow">
        <pc:chgData name="Ariane Steiner" userId="S::ariane.steiner@stud.leuphana.de::7db5a556-6c31-40f4-8dd7-55ef11ccf4a1" providerId="AD" clId="Web-{0D861ED5-5ED4-1B1D-E8B7-5A91D72F8D9E}" dt="2025-10-09T09:13:09.364" v="0"/>
        <pc:sldMkLst>
          <pc:docMk/>
          <pc:sldMk cId="2532977025" sldId="280"/>
        </pc:sldMkLst>
      </pc:sldChg>
    </pc:docChg>
  </pc:docChgLst>
  <pc:docChgLst>
    <pc:chgData name="Ariane Steiner" userId="S::ariane.steiner@stud.leuphana.de::7db5a556-6c31-40f4-8dd7-55ef11ccf4a1" providerId="AD" clId="Web-{3F34DA3C-7CB1-5FFC-1E08-9472F180B697}"/>
    <pc:docChg chg="addSld modSld sldOrd">
      <pc:chgData name="Ariane Steiner" userId="S::ariane.steiner@stud.leuphana.de::7db5a556-6c31-40f4-8dd7-55ef11ccf4a1" providerId="AD" clId="Web-{3F34DA3C-7CB1-5FFC-1E08-9472F180B697}" dt="2025-10-14T12:19:06.858" v="10" actId="20577"/>
      <pc:docMkLst>
        <pc:docMk/>
      </pc:docMkLst>
      <pc:sldChg chg="addSp delSp modSp ord">
        <pc:chgData name="Ariane Steiner" userId="S::ariane.steiner@stud.leuphana.de::7db5a556-6c31-40f4-8dd7-55ef11ccf4a1" providerId="AD" clId="Web-{3F34DA3C-7CB1-5FFC-1E08-9472F180B697}" dt="2025-10-14T12:19:06.858" v="10" actId="20577"/>
        <pc:sldMkLst>
          <pc:docMk/>
          <pc:sldMk cId="676734530" sldId="282"/>
        </pc:sldMkLst>
        <pc:spChg chg="mod">
          <ac:chgData name="Ariane Steiner" userId="S::ariane.steiner@stud.leuphana.de::7db5a556-6c31-40f4-8dd7-55ef11ccf4a1" providerId="AD" clId="Web-{3F34DA3C-7CB1-5FFC-1E08-9472F180B697}" dt="2025-10-14T12:18:15.466" v="4" actId="20577"/>
          <ac:spMkLst>
            <pc:docMk/>
            <pc:sldMk cId="676734530" sldId="282"/>
            <ac:spMk id="3" creationId="{5C99CC0A-F3B4-4A3E-7747-DABEEADA97F1}"/>
          </ac:spMkLst>
        </pc:spChg>
        <pc:spChg chg="mod">
          <ac:chgData name="Ariane Steiner" userId="S::ariane.steiner@stud.leuphana.de::7db5a556-6c31-40f4-8dd7-55ef11ccf4a1" providerId="AD" clId="Web-{3F34DA3C-7CB1-5FFC-1E08-9472F180B697}" dt="2025-10-14T12:19:06.858" v="10" actId="20577"/>
          <ac:spMkLst>
            <pc:docMk/>
            <pc:sldMk cId="676734530" sldId="282"/>
            <ac:spMk id="13" creationId="{EB007E05-105B-4908-6E53-F9842F311172}"/>
          </ac:spMkLst>
        </pc:spChg>
        <pc:picChg chg="add mod">
          <ac:chgData name="Ariane Steiner" userId="S::ariane.steiner@stud.leuphana.de::7db5a556-6c31-40f4-8dd7-55ef11ccf4a1" providerId="AD" clId="Web-{3F34DA3C-7CB1-5FFC-1E08-9472F180B697}" dt="2025-10-14T12:18:53.483" v="8" actId="1076"/>
          <ac:picMkLst>
            <pc:docMk/>
            <pc:sldMk cId="676734530" sldId="282"/>
            <ac:picMk id="2" creationId="{9FDF265C-3E6A-507B-1D92-C4408BDB8CB3}"/>
          </ac:picMkLst>
        </pc:picChg>
        <pc:picChg chg="del">
          <ac:chgData name="Ariane Steiner" userId="S::ariane.steiner@stud.leuphana.de::7db5a556-6c31-40f4-8dd7-55ef11ccf4a1" providerId="AD" clId="Web-{3F34DA3C-7CB1-5FFC-1E08-9472F180B697}" dt="2025-10-14T12:18:34.451" v="5"/>
          <ac:picMkLst>
            <pc:docMk/>
            <pc:sldMk cId="676734530" sldId="282"/>
            <ac:picMk id="6" creationId="{DD53E385-CB13-4D35-B72E-E32CFBDC2E05}"/>
          </ac:picMkLst>
        </pc:picChg>
      </pc:sldChg>
      <pc:sldChg chg="add ord replId">
        <pc:chgData name="Ariane Steiner" userId="S::ariane.steiner@stud.leuphana.de::7db5a556-6c31-40f4-8dd7-55ef11ccf4a1" providerId="AD" clId="Web-{3F34DA3C-7CB1-5FFC-1E08-9472F180B697}" dt="2025-10-14T12:18:03.075" v="1"/>
        <pc:sldMkLst>
          <pc:docMk/>
          <pc:sldMk cId="380185279" sldId="311"/>
        </pc:sldMkLst>
      </pc:sldChg>
    </pc:docChg>
  </pc:docChgLst>
  <pc:docChgLst>
    <pc:chgData clId="Web-{50BD8332-5EC8-2D2B-BA47-9AC3797DE18A}"/>
    <pc:docChg chg="modSld">
      <pc:chgData name="" userId="" providerId="" clId="Web-{50BD8332-5EC8-2D2B-BA47-9AC3797DE18A}" dt="2025-10-06T07:44:08.279" v="4" actId="20577"/>
      <pc:docMkLst>
        <pc:docMk/>
      </pc:docMkLst>
      <pc:sldChg chg="modSp">
        <pc:chgData name="" userId="" providerId="" clId="Web-{50BD8332-5EC8-2D2B-BA47-9AC3797DE18A}" dt="2025-10-06T07:44:08.279" v="4" actId="20577"/>
        <pc:sldMkLst>
          <pc:docMk/>
          <pc:sldMk cId="0" sldId="256"/>
        </pc:sldMkLst>
        <pc:spChg chg="mod">
          <ac:chgData name="" userId="" providerId="" clId="Web-{50BD8332-5EC8-2D2B-BA47-9AC3797DE18A}" dt="2025-10-06T07:44:08.279" v="4" actId="20577"/>
          <ac:spMkLst>
            <pc:docMk/>
            <pc:sldMk cId="0" sldId="256"/>
            <ac:spMk id="121" creationId="{00000000-0000-0000-0000-000000000000}"/>
          </ac:spMkLst>
        </pc:spChg>
      </pc:sldChg>
    </pc:docChg>
  </pc:docChgLst>
  <pc:docChgLst>
    <pc:chgData name="Ariane Steiner" userId="S::ariane.steiner@stud.leuphana.de::7db5a556-6c31-40f4-8dd7-55ef11ccf4a1" providerId="AD" clId="Web-{50BD8332-5EC8-2D2B-BA47-9AC3797DE18A}"/>
    <pc:docChg chg="addSld delSld modSld sldOrd">
      <pc:chgData name="Ariane Steiner" userId="S::ariane.steiner@stud.leuphana.de::7db5a556-6c31-40f4-8dd7-55ef11ccf4a1" providerId="AD" clId="Web-{50BD8332-5EC8-2D2B-BA47-9AC3797DE18A}" dt="2025-10-06T08:15:25.949" v="449" actId="20577"/>
      <pc:docMkLst>
        <pc:docMk/>
      </pc:docMkLst>
      <pc:sldChg chg="modSp">
        <pc:chgData name="Ariane Steiner" userId="S::ariane.steiner@stud.leuphana.de::7db5a556-6c31-40f4-8dd7-55ef11ccf4a1" providerId="AD" clId="Web-{50BD8332-5EC8-2D2B-BA47-9AC3797DE18A}" dt="2025-10-06T07:57:03.894" v="154" actId="20577"/>
        <pc:sldMkLst>
          <pc:docMk/>
          <pc:sldMk cId="0" sldId="256"/>
        </pc:sldMkLst>
        <pc:spChg chg="mod">
          <ac:chgData name="Ariane Steiner" userId="S::ariane.steiner@stud.leuphana.de::7db5a556-6c31-40f4-8dd7-55ef11ccf4a1" providerId="AD" clId="Web-{50BD8332-5EC8-2D2B-BA47-9AC3797DE18A}" dt="2025-10-06T07:48:50.361" v="3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riane Steiner" userId="S::ariane.steiner@stud.leuphana.de::7db5a556-6c31-40f4-8dd7-55ef11ccf4a1" providerId="AD" clId="Web-{50BD8332-5EC8-2D2B-BA47-9AC3797DE18A}" dt="2025-10-06T07:57:03.894" v="154" actId="20577"/>
          <ac:spMkLst>
            <pc:docMk/>
            <pc:sldMk cId="0" sldId="256"/>
            <ac:spMk id="121" creationId="{00000000-0000-0000-0000-000000000000}"/>
          </ac:spMkLst>
        </pc:spChg>
      </pc:sldChg>
      <pc:sldChg chg="modSp">
        <pc:chgData name="Ariane Steiner" userId="S::ariane.steiner@stud.leuphana.de::7db5a556-6c31-40f4-8dd7-55ef11ccf4a1" providerId="AD" clId="Web-{50BD8332-5EC8-2D2B-BA47-9AC3797DE18A}" dt="2025-10-06T08:14:55.902" v="435" actId="20577"/>
        <pc:sldMkLst>
          <pc:docMk/>
          <pc:sldMk cId="0" sldId="257"/>
        </pc:sldMkLst>
        <pc:spChg chg="mod">
          <ac:chgData name="Ariane Steiner" userId="S::ariane.steiner@stud.leuphana.de::7db5a556-6c31-40f4-8dd7-55ef11ccf4a1" providerId="AD" clId="Web-{50BD8332-5EC8-2D2B-BA47-9AC3797DE18A}" dt="2025-10-06T07:54:39.596" v="103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riane Steiner" userId="S::ariane.steiner@stud.leuphana.de::7db5a556-6c31-40f4-8dd7-55ef11ccf4a1" providerId="AD" clId="Web-{50BD8332-5EC8-2D2B-BA47-9AC3797DE18A}" dt="2025-10-06T08:14:55.902" v="435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">
        <pc:chgData name="Ariane Steiner" userId="S::ariane.steiner@stud.leuphana.de::7db5a556-6c31-40f4-8dd7-55ef11ccf4a1" providerId="AD" clId="Web-{50BD8332-5EC8-2D2B-BA47-9AC3797DE18A}" dt="2025-10-06T08:12:38.212" v="387" actId="1076"/>
        <pc:sldMkLst>
          <pc:docMk/>
          <pc:sldMk cId="2532977025" sldId="280"/>
        </pc:sldMkLst>
        <pc:spChg chg="mod">
          <ac:chgData name="Ariane Steiner" userId="S::ariane.steiner@stud.leuphana.de::7db5a556-6c31-40f4-8dd7-55ef11ccf4a1" providerId="AD" clId="Web-{50BD8332-5EC8-2D2B-BA47-9AC3797DE18A}" dt="2025-10-06T07:54:34.112" v="102" actId="20577"/>
          <ac:spMkLst>
            <pc:docMk/>
            <pc:sldMk cId="2532977025" sldId="280"/>
            <ac:spMk id="2" creationId="{85E40439-8AD8-A7CC-EEE2-733B2884583E}"/>
          </ac:spMkLst>
        </pc:spChg>
      </pc:sldChg>
      <pc:sldChg chg="addSp modSp add replId">
        <pc:chgData name="Ariane Steiner" userId="S::ariane.steiner@stud.leuphana.de::7db5a556-6c31-40f4-8dd7-55ef11ccf4a1" providerId="AD" clId="Web-{50BD8332-5EC8-2D2B-BA47-9AC3797DE18A}" dt="2025-10-06T08:06:04.194" v="269" actId="1076"/>
        <pc:sldMkLst>
          <pc:docMk/>
          <pc:sldMk cId="1897476652" sldId="281"/>
        </pc:sldMkLst>
        <pc:spChg chg="mod">
          <ac:chgData name="Ariane Steiner" userId="S::ariane.steiner@stud.leuphana.de::7db5a556-6c31-40f4-8dd7-55ef11ccf4a1" providerId="AD" clId="Web-{50BD8332-5EC8-2D2B-BA47-9AC3797DE18A}" dt="2025-10-06T08:02:59.379" v="240" actId="20577"/>
          <ac:spMkLst>
            <pc:docMk/>
            <pc:sldMk cId="1897476652" sldId="281"/>
            <ac:spMk id="4" creationId="{C23805F3-21DF-289E-E35E-E9F63604E031}"/>
          </ac:spMkLst>
        </pc:spChg>
        <pc:spChg chg="add mod">
          <ac:chgData name="Ariane Steiner" userId="S::ariane.steiner@stud.leuphana.de::7db5a556-6c31-40f4-8dd7-55ef11ccf4a1" providerId="AD" clId="Web-{50BD8332-5EC8-2D2B-BA47-9AC3797DE18A}" dt="2025-10-06T08:04:54.458" v="247" actId="1076"/>
          <ac:spMkLst>
            <pc:docMk/>
            <pc:sldMk cId="1897476652" sldId="281"/>
            <ac:spMk id="6" creationId="{75209108-184D-9B6D-5602-89299EAFAD38}"/>
          </ac:spMkLst>
        </pc:spChg>
        <pc:spChg chg="add mod">
          <ac:chgData name="Ariane Steiner" userId="S::ariane.steiner@stud.leuphana.de::7db5a556-6c31-40f4-8dd7-55ef11ccf4a1" providerId="AD" clId="Web-{50BD8332-5EC8-2D2B-BA47-9AC3797DE18A}" dt="2025-10-06T08:05:18.943" v="259" actId="1076"/>
          <ac:spMkLst>
            <pc:docMk/>
            <pc:sldMk cId="1897476652" sldId="281"/>
            <ac:spMk id="11" creationId="{2D57A32B-0254-934C-715A-A914A3EBD030}"/>
          </ac:spMkLst>
        </pc:spChg>
        <pc:spChg chg="add mod">
          <ac:chgData name="Ariane Steiner" userId="S::ariane.steiner@stud.leuphana.de::7db5a556-6c31-40f4-8dd7-55ef11ccf4a1" providerId="AD" clId="Web-{50BD8332-5EC8-2D2B-BA47-9AC3797DE18A}" dt="2025-10-06T08:05:47.272" v="261" actId="1076"/>
          <ac:spMkLst>
            <pc:docMk/>
            <pc:sldMk cId="1897476652" sldId="281"/>
            <ac:spMk id="12" creationId="{52970EEC-41BF-5212-99F6-C00EDD2BC8F2}"/>
          </ac:spMkLst>
        </pc:spChg>
        <pc:spChg chg="add mod">
          <ac:chgData name="Ariane Steiner" userId="S::ariane.steiner@stud.leuphana.de::7db5a556-6c31-40f4-8dd7-55ef11ccf4a1" providerId="AD" clId="Web-{50BD8332-5EC8-2D2B-BA47-9AC3797DE18A}" dt="2025-10-06T08:06:04.194" v="269" actId="1076"/>
          <ac:spMkLst>
            <pc:docMk/>
            <pc:sldMk cId="1897476652" sldId="281"/>
            <ac:spMk id="13" creationId="{65E96C4C-524A-6A21-2119-6F417986933B}"/>
          </ac:spMkLst>
        </pc:spChg>
        <pc:picChg chg="add mod">
          <ac:chgData name="Ariane Steiner" userId="S::ariane.steiner@stud.leuphana.de::7db5a556-6c31-40f4-8dd7-55ef11ccf4a1" providerId="AD" clId="Web-{50BD8332-5EC8-2D2B-BA47-9AC3797DE18A}" dt="2025-10-06T08:04:14.723" v="245" actId="14100"/>
          <ac:picMkLst>
            <pc:docMk/>
            <pc:sldMk cId="1897476652" sldId="281"/>
            <ac:picMk id="2" creationId="{9AB47E71-C915-7BC4-75BE-DD2A0DDA8BD6}"/>
          </ac:picMkLst>
        </pc:picChg>
      </pc:sldChg>
      <pc:sldChg chg="delSp modSp add replId">
        <pc:chgData name="Ariane Steiner" userId="S::ariane.steiner@stud.leuphana.de::7db5a556-6c31-40f4-8dd7-55ef11ccf4a1" providerId="AD" clId="Web-{50BD8332-5EC8-2D2B-BA47-9AC3797DE18A}" dt="2025-10-06T08:11:43.649" v="362" actId="20577"/>
        <pc:sldMkLst>
          <pc:docMk/>
          <pc:sldMk cId="676734530" sldId="282"/>
        </pc:sldMkLst>
        <pc:spChg chg="mod">
          <ac:chgData name="Ariane Steiner" userId="S::ariane.steiner@stud.leuphana.de::7db5a556-6c31-40f4-8dd7-55ef11ccf4a1" providerId="AD" clId="Web-{50BD8332-5EC8-2D2B-BA47-9AC3797DE18A}" dt="2025-10-06T08:10:49.305" v="334" actId="20577"/>
          <ac:spMkLst>
            <pc:docMk/>
            <pc:sldMk cId="676734530" sldId="282"/>
            <ac:spMk id="3" creationId="{5C99CC0A-F3B4-4A3E-7747-DABEEADA97F1}"/>
          </ac:spMkLst>
        </pc:spChg>
        <pc:spChg chg="mod">
          <ac:chgData name="Ariane Steiner" userId="S::ariane.steiner@stud.leuphana.de::7db5a556-6c31-40f4-8dd7-55ef11ccf4a1" providerId="AD" clId="Web-{50BD8332-5EC8-2D2B-BA47-9AC3797DE18A}" dt="2025-10-06T08:11:43.649" v="362" actId="20577"/>
          <ac:spMkLst>
            <pc:docMk/>
            <pc:sldMk cId="676734530" sldId="282"/>
            <ac:spMk id="4" creationId="{2C968230-3EDA-3C23-6B6C-809601CB7E71}"/>
          </ac:spMkLst>
        </pc:spChg>
      </pc:sldChg>
      <pc:sldChg chg="modSp add ord replId">
        <pc:chgData name="Ariane Steiner" userId="S::ariane.steiner@stud.leuphana.de::7db5a556-6c31-40f4-8dd7-55ef11ccf4a1" providerId="AD" clId="Web-{50BD8332-5EC8-2D2B-BA47-9AC3797DE18A}" dt="2025-10-06T08:15:25.949" v="449" actId="20577"/>
        <pc:sldMkLst>
          <pc:docMk/>
          <pc:sldMk cId="3177150389" sldId="283"/>
        </pc:sldMkLst>
        <pc:spChg chg="mod">
          <ac:chgData name="Ariane Steiner" userId="S::ariane.steiner@stud.leuphana.de::7db5a556-6c31-40f4-8dd7-55ef11ccf4a1" providerId="AD" clId="Web-{50BD8332-5EC8-2D2B-BA47-9AC3797DE18A}" dt="2025-10-06T08:15:14.902" v="446" actId="20577"/>
          <ac:spMkLst>
            <pc:docMk/>
            <pc:sldMk cId="3177150389" sldId="283"/>
            <ac:spMk id="3" creationId="{0236FD72-B938-2907-C79D-F51297D1DE77}"/>
          </ac:spMkLst>
        </pc:spChg>
      </pc:sldChg>
    </pc:docChg>
  </pc:docChgLst>
  <pc:docChgLst>
    <pc:chgData name="Ariane Steiner" userId="S::ariane.steiner@stud.leuphana.de::7db5a556-6c31-40f4-8dd7-55ef11ccf4a1" providerId="AD" clId="Web-{3BE11058-99F3-FBD6-793A-D03470C5625D}"/>
    <pc:docChg chg="modSld">
      <pc:chgData name="Ariane Steiner" userId="S::ariane.steiner@stud.leuphana.de::7db5a556-6c31-40f4-8dd7-55ef11ccf4a1" providerId="AD" clId="Web-{3BE11058-99F3-FBD6-793A-D03470C5625D}" dt="2025-10-13T19:14:25.576" v="5"/>
      <pc:docMkLst>
        <pc:docMk/>
      </pc:docMkLst>
      <pc:sldChg chg="addSp delSp modSp">
        <pc:chgData name="Ariane Steiner" userId="S::ariane.steiner@stud.leuphana.de::7db5a556-6c31-40f4-8dd7-55ef11ccf4a1" providerId="AD" clId="Web-{3BE11058-99F3-FBD6-793A-D03470C5625D}" dt="2025-10-13T19:14:25.576" v="5"/>
        <pc:sldMkLst>
          <pc:docMk/>
          <pc:sldMk cId="161856097" sldId="303"/>
        </pc:sldMkLst>
      </pc:sldChg>
    </pc:docChg>
  </pc:docChgLst>
  <pc:docChgLst>
    <pc:chgData name="Leon Stöcker" userId="54898a07-11cd-4c93-9c35-71ac6bdb9a5a" providerId="ADAL" clId="{C951B720-6B58-4379-87D5-6083C1F99786}"/>
    <pc:docChg chg="undo redo custSel addSld delSld modSld sldOrd">
      <pc:chgData name="Leon Stöcker" userId="54898a07-11cd-4c93-9c35-71ac6bdb9a5a" providerId="ADAL" clId="{C951B720-6B58-4379-87D5-6083C1F99786}" dt="2025-10-14T12:23:15.363" v="1886" actId="20577"/>
      <pc:docMkLst>
        <pc:docMk/>
      </pc:docMkLst>
      <pc:sldChg chg="addSp modSp mod">
        <pc:chgData name="Leon Stöcker" userId="54898a07-11cd-4c93-9c35-71ac6bdb9a5a" providerId="ADAL" clId="{C951B720-6B58-4379-87D5-6083C1F99786}" dt="2025-10-14T12:10:11.897" v="1838" actId="1076"/>
        <pc:sldMkLst>
          <pc:docMk/>
          <pc:sldMk cId="0" sldId="256"/>
        </pc:sldMkLst>
        <pc:spChg chg="mod">
          <ac:chgData name="Leon Stöcker" userId="54898a07-11cd-4c93-9c35-71ac6bdb9a5a" providerId="ADAL" clId="{C951B720-6B58-4379-87D5-6083C1F99786}" dt="2025-10-14T12:10:07.513" v="183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eon Stöcker" userId="54898a07-11cd-4c93-9c35-71ac6bdb9a5a" providerId="ADAL" clId="{C951B720-6B58-4379-87D5-6083C1F99786}" dt="2025-10-14T12:10:11.897" v="1838" actId="1076"/>
          <ac:spMkLst>
            <pc:docMk/>
            <pc:sldMk cId="0" sldId="256"/>
            <ac:spMk id="121" creationId="{00000000-0000-0000-0000-000000000000}"/>
          </ac:spMkLst>
        </pc:spChg>
        <pc:picChg chg="add mod">
          <ac:chgData name="Leon Stöcker" userId="54898a07-11cd-4c93-9c35-71ac6bdb9a5a" providerId="ADAL" clId="{C951B720-6B58-4379-87D5-6083C1F99786}" dt="2025-10-14T12:09:53.320" v="1834" actId="1076"/>
          <ac:picMkLst>
            <pc:docMk/>
            <pc:sldMk cId="0" sldId="256"/>
            <ac:picMk id="5" creationId="{EB55D913-3AE1-6A45-334B-177E8CB4AF26}"/>
          </ac:picMkLst>
        </pc:picChg>
      </pc:sldChg>
      <pc:sldChg chg="modSp mod modShow">
        <pc:chgData name="Leon Stöcker" userId="54898a07-11cd-4c93-9c35-71ac6bdb9a5a" providerId="ADAL" clId="{C951B720-6B58-4379-87D5-6083C1F99786}" dt="2025-10-09T09:13:40.511" v="991" actId="729"/>
        <pc:sldMkLst>
          <pc:docMk/>
          <pc:sldMk cId="0" sldId="257"/>
        </pc:sldMkLst>
        <pc:spChg chg="mod">
          <ac:chgData name="Leon Stöcker" userId="54898a07-11cd-4c93-9c35-71ac6bdb9a5a" providerId="ADAL" clId="{C951B720-6B58-4379-87D5-6083C1F99786}" dt="2025-10-07T13:26:24.421" v="219" actId="1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Leon Stöcker" userId="54898a07-11cd-4c93-9c35-71ac6bdb9a5a" providerId="ADAL" clId="{C951B720-6B58-4379-87D5-6083C1F99786}" dt="2025-10-07T13:32:00.039" v="391" actId="12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Leon Stöcker" userId="54898a07-11cd-4c93-9c35-71ac6bdb9a5a" providerId="ADAL" clId="{C951B720-6B58-4379-87D5-6083C1F99786}" dt="2025-10-07T13:25:58.059" v="213" actId="14100"/>
        <pc:sldMkLst>
          <pc:docMk/>
          <pc:sldMk cId="2532977025" sldId="280"/>
        </pc:sldMkLst>
        <pc:spChg chg="add mod">
          <ac:chgData name="Leon Stöcker" userId="54898a07-11cd-4c93-9c35-71ac6bdb9a5a" providerId="ADAL" clId="{C951B720-6B58-4379-87D5-6083C1F99786}" dt="2025-10-07T13:25:58.059" v="213" actId="14100"/>
          <ac:spMkLst>
            <pc:docMk/>
            <pc:sldMk cId="2532977025" sldId="280"/>
            <ac:spMk id="4" creationId="{A347076D-E019-B8B4-A434-8E3DB883606B}"/>
          </ac:spMkLst>
        </pc:spChg>
      </pc:sldChg>
      <pc:sldChg chg="addSp delSp modSp mod">
        <pc:chgData name="Leon Stöcker" userId="54898a07-11cd-4c93-9c35-71ac6bdb9a5a" providerId="ADAL" clId="{C951B720-6B58-4379-87D5-6083C1F99786}" dt="2025-10-07T13:48:25.497" v="835" actId="1076"/>
        <pc:sldMkLst>
          <pc:docMk/>
          <pc:sldMk cId="1897476652" sldId="281"/>
        </pc:sldMkLst>
        <pc:spChg chg="add del mod">
          <ac:chgData name="Leon Stöcker" userId="54898a07-11cd-4c93-9c35-71ac6bdb9a5a" providerId="ADAL" clId="{C951B720-6B58-4379-87D5-6083C1F99786}" dt="2025-10-07T13:47:25.654" v="829" actId="1076"/>
          <ac:spMkLst>
            <pc:docMk/>
            <pc:sldMk cId="1897476652" sldId="281"/>
            <ac:spMk id="3" creationId="{DA4E5134-C66F-3E2B-8F6C-2952D32E2AD3}"/>
          </ac:spMkLst>
        </pc:spChg>
        <pc:spChg chg="mod">
          <ac:chgData name="Leon Stöcker" userId="54898a07-11cd-4c93-9c35-71ac6bdb9a5a" providerId="ADAL" clId="{C951B720-6B58-4379-87D5-6083C1F99786}" dt="2025-10-07T13:48:25.497" v="835" actId="1076"/>
          <ac:spMkLst>
            <pc:docMk/>
            <pc:sldMk cId="1897476652" sldId="281"/>
            <ac:spMk id="4" creationId="{C23805F3-21DF-289E-E35E-E9F63604E031}"/>
          </ac:spMkLst>
        </pc:spChg>
        <pc:picChg chg="mod">
          <ac:chgData name="Leon Stöcker" userId="54898a07-11cd-4c93-9c35-71ac6bdb9a5a" providerId="ADAL" clId="{C951B720-6B58-4379-87D5-6083C1F99786}" dt="2025-10-07T13:47:47.521" v="831" actId="1076"/>
          <ac:picMkLst>
            <pc:docMk/>
            <pc:sldMk cId="1897476652" sldId="281"/>
            <ac:picMk id="2" creationId="{9AB47E71-C915-7BC4-75BE-DD2A0DDA8BD6}"/>
          </ac:picMkLst>
        </pc:picChg>
      </pc:sldChg>
      <pc:sldChg chg="addSp modSp mod">
        <pc:chgData name="Leon Stöcker" userId="54898a07-11cd-4c93-9c35-71ac6bdb9a5a" providerId="ADAL" clId="{C951B720-6B58-4379-87D5-6083C1F99786}" dt="2025-10-14T12:18:00.075" v="1845" actId="20577"/>
        <pc:sldMkLst>
          <pc:docMk/>
          <pc:sldMk cId="676734530" sldId="282"/>
        </pc:sldMkLst>
        <pc:spChg chg="mod">
          <ac:chgData name="Leon Stöcker" userId="54898a07-11cd-4c93-9c35-71ac6bdb9a5a" providerId="ADAL" clId="{C951B720-6B58-4379-87D5-6083C1F99786}" dt="2025-10-14T12:18:00.075" v="1845" actId="20577"/>
          <ac:spMkLst>
            <pc:docMk/>
            <pc:sldMk cId="676734530" sldId="282"/>
            <ac:spMk id="3" creationId="{5C99CC0A-F3B4-4A3E-7747-DABEEADA97F1}"/>
          </ac:spMkLst>
        </pc:spChg>
        <pc:spChg chg="mod">
          <ac:chgData name="Leon Stöcker" userId="54898a07-11cd-4c93-9c35-71ac6bdb9a5a" providerId="ADAL" clId="{C951B720-6B58-4379-87D5-6083C1F99786}" dt="2025-10-07T14:12:10.457" v="880" actId="1076"/>
          <ac:spMkLst>
            <pc:docMk/>
            <pc:sldMk cId="676734530" sldId="282"/>
            <ac:spMk id="4" creationId="{2C968230-3EDA-3C23-6B6C-809601CB7E71}"/>
          </ac:spMkLst>
        </pc:spChg>
        <pc:spChg chg="add mod ord">
          <ac:chgData name="Leon Stöcker" userId="54898a07-11cd-4c93-9c35-71ac6bdb9a5a" providerId="ADAL" clId="{C951B720-6B58-4379-87D5-6083C1F99786}" dt="2025-10-07T14:11:55.154" v="876" actId="1076"/>
          <ac:spMkLst>
            <pc:docMk/>
            <pc:sldMk cId="676734530" sldId="282"/>
            <ac:spMk id="11" creationId="{28F76071-665E-B87C-B08B-BED72E711417}"/>
          </ac:spMkLst>
        </pc:spChg>
        <pc:spChg chg="add mod ord">
          <ac:chgData name="Leon Stöcker" userId="54898a07-11cd-4c93-9c35-71ac6bdb9a5a" providerId="ADAL" clId="{C951B720-6B58-4379-87D5-6083C1F99786}" dt="2025-10-07T14:13:22.022" v="926" actId="14100"/>
          <ac:spMkLst>
            <pc:docMk/>
            <pc:sldMk cId="676734530" sldId="282"/>
            <ac:spMk id="12" creationId="{7E24B2EA-CB7B-6393-6DD4-FC9E210626AE}"/>
          </ac:spMkLst>
        </pc:spChg>
        <pc:spChg chg="add mod">
          <ac:chgData name="Leon Stöcker" userId="54898a07-11cd-4c93-9c35-71ac6bdb9a5a" providerId="ADAL" clId="{C951B720-6B58-4379-87D5-6083C1F99786}" dt="2025-10-07T14:13:32.855" v="942" actId="1038"/>
          <ac:spMkLst>
            <pc:docMk/>
            <pc:sldMk cId="676734530" sldId="282"/>
            <ac:spMk id="13" creationId="{EB007E05-105B-4908-6E53-F9842F311172}"/>
          </ac:spMkLst>
        </pc:spChg>
      </pc:sldChg>
      <pc:sldChg chg="addSp delSp modSp mod modClrScheme chgLayout">
        <pc:chgData name="Leon Stöcker" userId="54898a07-11cd-4c93-9c35-71ac6bdb9a5a" providerId="ADAL" clId="{C951B720-6B58-4379-87D5-6083C1F99786}" dt="2025-10-07T14:15:52.530" v="977" actId="790"/>
        <pc:sldMkLst>
          <pc:docMk/>
          <pc:sldMk cId="3177150389" sldId="283"/>
        </pc:sldMkLst>
        <pc:spChg chg="mod ord">
          <ac:chgData name="Leon Stöcker" userId="54898a07-11cd-4c93-9c35-71ac6bdb9a5a" providerId="ADAL" clId="{C951B720-6B58-4379-87D5-6083C1F99786}" dt="2025-10-07T14:14:37.925" v="949" actId="1076"/>
          <ac:spMkLst>
            <pc:docMk/>
            <pc:sldMk cId="3177150389" sldId="283"/>
            <ac:spMk id="3" creationId="{0236FD72-B938-2907-C79D-F51297D1DE77}"/>
          </ac:spMkLst>
        </pc:spChg>
      </pc:sldChg>
      <pc:sldChg chg="addSp delSp modSp add mod modAnim">
        <pc:chgData name="Leon Stöcker" userId="54898a07-11cd-4c93-9c35-71ac6bdb9a5a" providerId="ADAL" clId="{C951B720-6B58-4379-87D5-6083C1F99786}" dt="2025-10-09T09:16:00.395" v="996"/>
        <pc:sldMkLst>
          <pc:docMk/>
          <pc:sldMk cId="2615611393" sldId="284"/>
        </pc:sldMkLst>
        <pc:spChg chg="mod">
          <ac:chgData name="Leon Stöcker" userId="54898a07-11cd-4c93-9c35-71ac6bdb9a5a" providerId="ADAL" clId="{C951B720-6B58-4379-87D5-6083C1F99786}" dt="2025-10-07T13:32:59.240" v="399" actId="14100"/>
          <ac:spMkLst>
            <pc:docMk/>
            <pc:sldMk cId="2615611393" sldId="284"/>
            <ac:spMk id="4" creationId="{7FB90EF3-F2A5-0409-F722-993AC882881E}"/>
          </ac:spMkLst>
        </pc:spChg>
        <pc:spChg chg="add mod">
          <ac:chgData name="Leon Stöcker" userId="54898a07-11cd-4c93-9c35-71ac6bdb9a5a" providerId="ADAL" clId="{C951B720-6B58-4379-87D5-6083C1F99786}" dt="2025-10-07T13:43:14.103" v="634" actId="1076"/>
          <ac:spMkLst>
            <pc:docMk/>
            <pc:sldMk cId="2615611393" sldId="284"/>
            <ac:spMk id="6" creationId="{F9A3DD74-239E-0BF2-2573-C16CAAE8FBA1}"/>
          </ac:spMkLst>
        </pc:spChg>
        <pc:spChg chg="add mod">
          <ac:chgData name="Leon Stöcker" userId="54898a07-11cd-4c93-9c35-71ac6bdb9a5a" providerId="ADAL" clId="{C951B720-6B58-4379-87D5-6083C1F99786}" dt="2025-10-07T13:39:34.759" v="493" actId="108"/>
          <ac:spMkLst>
            <pc:docMk/>
            <pc:sldMk cId="2615611393" sldId="284"/>
            <ac:spMk id="15" creationId="{73CC180B-A16A-7E51-AFCC-A0AE023D94E5}"/>
          </ac:spMkLst>
        </pc:spChg>
        <pc:spChg chg="add mod">
          <ac:chgData name="Leon Stöcker" userId="54898a07-11cd-4c93-9c35-71ac6bdb9a5a" providerId="ADAL" clId="{C951B720-6B58-4379-87D5-6083C1F99786}" dt="2025-10-07T13:46:20.157" v="762" actId="207"/>
          <ac:spMkLst>
            <pc:docMk/>
            <pc:sldMk cId="2615611393" sldId="284"/>
            <ac:spMk id="17" creationId="{50F1E9E5-28F2-74C2-A4AE-757A63A112AC}"/>
          </ac:spMkLst>
        </pc:spChg>
        <pc:spChg chg="add mod">
          <ac:chgData name="Leon Stöcker" userId="54898a07-11cd-4c93-9c35-71ac6bdb9a5a" providerId="ADAL" clId="{C951B720-6B58-4379-87D5-6083C1F99786}" dt="2025-10-07T13:46:55.741" v="820" actId="1038"/>
          <ac:spMkLst>
            <pc:docMk/>
            <pc:sldMk cId="2615611393" sldId="284"/>
            <ac:spMk id="18" creationId="{FE62B1C3-BDCB-B064-D3A1-B4E0EE58B76F}"/>
          </ac:spMkLst>
        </pc:spChg>
        <pc:picChg chg="add mod">
          <ac:chgData name="Leon Stöcker" userId="54898a07-11cd-4c93-9c35-71ac6bdb9a5a" providerId="ADAL" clId="{C951B720-6B58-4379-87D5-6083C1F99786}" dt="2025-10-09T09:15:20.238" v="994" actId="962"/>
          <ac:picMkLst>
            <pc:docMk/>
            <pc:sldMk cId="2615611393" sldId="284"/>
            <ac:picMk id="11" creationId="{6157A09E-789D-5F6A-5779-E0F8235B5D68}"/>
          </ac:picMkLst>
        </pc:picChg>
        <pc:picChg chg="add mod">
          <ac:chgData name="Leon Stöcker" userId="54898a07-11cd-4c93-9c35-71ac6bdb9a5a" providerId="ADAL" clId="{C951B720-6B58-4379-87D5-6083C1F99786}" dt="2025-10-07T13:46:49.221" v="811" actId="1035"/>
          <ac:picMkLst>
            <pc:docMk/>
            <pc:sldMk cId="2615611393" sldId="284"/>
            <ac:picMk id="12" creationId="{8FAFAB9D-BC8E-6DA4-30FA-E2F642E5EB4B}"/>
          </ac:picMkLst>
        </pc:picChg>
        <pc:picChg chg="add mod">
          <ac:chgData name="Leon Stöcker" userId="54898a07-11cd-4c93-9c35-71ac6bdb9a5a" providerId="ADAL" clId="{C951B720-6B58-4379-87D5-6083C1F99786}" dt="2025-10-07T13:43:10.967" v="633" actId="1076"/>
          <ac:picMkLst>
            <pc:docMk/>
            <pc:sldMk cId="2615611393" sldId="284"/>
            <ac:picMk id="14" creationId="{B7B315F7-50B9-C3B8-604E-CB4379EE6CA7}"/>
          </ac:picMkLst>
        </pc:picChg>
      </pc:sldChg>
      <pc:sldChg chg="delSp add mod">
        <pc:chgData name="Leon Stöcker" userId="54898a07-11cd-4c93-9c35-71ac6bdb9a5a" providerId="ADAL" clId="{C951B720-6B58-4379-87D5-6083C1F99786}" dt="2025-10-09T09:16:10.688" v="998" actId="478"/>
        <pc:sldMkLst>
          <pc:docMk/>
          <pc:sldMk cId="1037531839" sldId="286"/>
        </pc:sldMkLst>
      </pc:sldChg>
      <pc:sldChg chg="addSp delSp modSp new mod">
        <pc:chgData name="Leon Stöcker" userId="54898a07-11cd-4c93-9c35-71ac6bdb9a5a" providerId="ADAL" clId="{C951B720-6B58-4379-87D5-6083C1F99786}" dt="2025-10-09T09:36:30.290" v="1020" actId="1076"/>
        <pc:sldMkLst>
          <pc:docMk/>
          <pc:sldMk cId="1251850379" sldId="287"/>
        </pc:sldMkLst>
        <pc:spChg chg="add mod">
          <ac:chgData name="Leon Stöcker" userId="54898a07-11cd-4c93-9c35-71ac6bdb9a5a" providerId="ADAL" clId="{C951B720-6B58-4379-87D5-6083C1F99786}" dt="2025-10-09T09:36:30.290" v="1020" actId="1076"/>
          <ac:spMkLst>
            <pc:docMk/>
            <pc:sldMk cId="1251850379" sldId="287"/>
            <ac:spMk id="6" creationId="{DD2B719C-6F72-F6AB-113F-15C815C3FD1C}"/>
          </ac:spMkLst>
        </pc:spChg>
        <pc:picChg chg="add mod">
          <ac:chgData name="Leon Stöcker" userId="54898a07-11cd-4c93-9c35-71ac6bdb9a5a" providerId="ADAL" clId="{C951B720-6B58-4379-87D5-6083C1F99786}" dt="2025-10-09T09:35:38.327" v="1012" actId="1076"/>
          <ac:picMkLst>
            <pc:docMk/>
            <pc:sldMk cId="1251850379" sldId="287"/>
            <ac:picMk id="5" creationId="{AB905585-3B30-55B7-F040-502B09E6DD82}"/>
          </ac:picMkLst>
        </pc:picChg>
      </pc:sldChg>
      <pc:sldChg chg="addSp delSp modSp new mod ord modClrScheme chgLayout modNotesTx">
        <pc:chgData name="Leon Stöcker" userId="54898a07-11cd-4c93-9c35-71ac6bdb9a5a" providerId="ADAL" clId="{C951B720-6B58-4379-87D5-6083C1F99786}" dt="2025-10-09T10:21:31.157" v="1463" actId="20577"/>
        <pc:sldMkLst>
          <pc:docMk/>
          <pc:sldMk cId="2706297642" sldId="288"/>
        </pc:sldMkLst>
        <pc:picChg chg="add mod">
          <ac:chgData name="Leon Stöcker" userId="54898a07-11cd-4c93-9c35-71ac6bdb9a5a" providerId="ADAL" clId="{C951B720-6B58-4379-87D5-6083C1F99786}" dt="2025-10-09T09:38:07.182" v="1027" actId="1076"/>
          <ac:picMkLst>
            <pc:docMk/>
            <pc:sldMk cId="2706297642" sldId="288"/>
            <ac:picMk id="5" creationId="{7F9D115F-6089-6D39-F4E4-B8074FF6BAA0}"/>
          </ac:picMkLst>
        </pc:picChg>
      </pc:sldChg>
      <pc:sldChg chg="addSp delSp modSp new mod">
        <pc:chgData name="Leon Stöcker" userId="54898a07-11cd-4c93-9c35-71ac6bdb9a5a" providerId="ADAL" clId="{C951B720-6B58-4379-87D5-6083C1F99786}" dt="2025-10-09T09:42:18.485" v="1052" actId="1076"/>
        <pc:sldMkLst>
          <pc:docMk/>
          <pc:sldMk cId="2249151123" sldId="291"/>
        </pc:sldMkLst>
        <pc:spChg chg="add mod">
          <ac:chgData name="Leon Stöcker" userId="54898a07-11cd-4c93-9c35-71ac6bdb9a5a" providerId="ADAL" clId="{C951B720-6B58-4379-87D5-6083C1F99786}" dt="2025-10-09T09:40:51.218" v="1045" actId="1076"/>
          <ac:spMkLst>
            <pc:docMk/>
            <pc:sldMk cId="2249151123" sldId="291"/>
            <ac:spMk id="6" creationId="{8393A067-9749-C87B-8BDA-C7889BB03180}"/>
          </ac:spMkLst>
        </pc:spChg>
        <pc:spChg chg="add mod">
          <ac:chgData name="Leon Stöcker" userId="54898a07-11cd-4c93-9c35-71ac6bdb9a5a" providerId="ADAL" clId="{C951B720-6B58-4379-87D5-6083C1F99786}" dt="2025-10-09T09:42:18.485" v="1052" actId="1076"/>
          <ac:spMkLst>
            <pc:docMk/>
            <pc:sldMk cId="2249151123" sldId="291"/>
            <ac:spMk id="7" creationId="{13061D92-80C1-E3CC-72C5-33BB6988FC2F}"/>
          </ac:spMkLst>
        </pc:spChg>
        <pc:picChg chg="add mod">
          <ac:chgData name="Leon Stöcker" userId="54898a07-11cd-4c93-9c35-71ac6bdb9a5a" providerId="ADAL" clId="{C951B720-6B58-4379-87D5-6083C1F99786}" dt="2025-10-09T09:40:41.826" v="1042" actId="1076"/>
          <ac:picMkLst>
            <pc:docMk/>
            <pc:sldMk cId="2249151123" sldId="291"/>
            <ac:picMk id="5" creationId="{B5AF4C58-2386-D410-5B3C-759BF1B52B8C}"/>
          </ac:picMkLst>
        </pc:picChg>
      </pc:sldChg>
      <pc:sldChg chg="addSp modSp add mod modNotesTx">
        <pc:chgData name="Leon Stöcker" userId="54898a07-11cd-4c93-9c35-71ac6bdb9a5a" providerId="ADAL" clId="{C951B720-6B58-4379-87D5-6083C1F99786}" dt="2025-10-14T12:18:53.769" v="1849" actId="20577"/>
        <pc:sldMkLst>
          <pc:docMk/>
          <pc:sldMk cId="4122095594" sldId="292"/>
        </pc:sldMkLst>
        <pc:spChg chg="add mod">
          <ac:chgData name="Leon Stöcker" userId="54898a07-11cd-4c93-9c35-71ac6bdb9a5a" providerId="ADAL" clId="{C951B720-6B58-4379-87D5-6083C1F99786}" dt="2025-10-09T09:39:25.407" v="1032" actId="2085"/>
          <ac:spMkLst>
            <pc:docMk/>
            <pc:sldMk cId="4122095594" sldId="292"/>
            <ac:spMk id="4" creationId="{E9DF126A-40E7-4FC6-1C19-49D67E418EF6}"/>
          </ac:spMkLst>
        </pc:spChg>
      </pc:sldChg>
      <pc:sldChg chg="modNotesTx">
        <pc:chgData name="Leon Stöcker" userId="54898a07-11cd-4c93-9c35-71ac6bdb9a5a" providerId="ADAL" clId="{C951B720-6B58-4379-87D5-6083C1F99786}" dt="2025-10-14T12:22:45.684" v="1883" actId="20577"/>
        <pc:sldMkLst>
          <pc:docMk/>
          <pc:sldMk cId="2750211492" sldId="293"/>
        </pc:sldMkLst>
      </pc:sldChg>
      <pc:sldChg chg="ord modNotesTx">
        <pc:chgData name="Leon Stöcker" userId="54898a07-11cd-4c93-9c35-71ac6bdb9a5a" providerId="ADAL" clId="{C951B720-6B58-4379-87D5-6083C1F99786}" dt="2025-10-14T12:22:29.205" v="1879" actId="20577"/>
        <pc:sldMkLst>
          <pc:docMk/>
          <pc:sldMk cId="1174431597" sldId="295"/>
        </pc:sldMkLst>
      </pc:sldChg>
      <pc:sldChg chg="ord modNotesTx">
        <pc:chgData name="Leon Stöcker" userId="54898a07-11cd-4c93-9c35-71ac6bdb9a5a" providerId="ADAL" clId="{C951B720-6B58-4379-87D5-6083C1F99786}" dt="2025-10-14T12:22:36.896" v="1881" actId="20577"/>
        <pc:sldMkLst>
          <pc:docMk/>
          <pc:sldMk cId="375733756" sldId="297"/>
        </pc:sldMkLst>
      </pc:sldChg>
      <pc:sldChg chg="ord modNotesTx">
        <pc:chgData name="Leon Stöcker" userId="54898a07-11cd-4c93-9c35-71ac6bdb9a5a" providerId="ADAL" clId="{C951B720-6B58-4379-87D5-6083C1F99786}" dt="2025-10-09T10:23:21.384" v="1477" actId="20577"/>
        <pc:sldMkLst>
          <pc:docMk/>
          <pc:sldMk cId="3980034091" sldId="298"/>
        </pc:sldMkLst>
      </pc:sldChg>
      <pc:sldChg chg="modNotesTx">
        <pc:chgData name="Leon Stöcker" userId="54898a07-11cd-4c93-9c35-71ac6bdb9a5a" providerId="ADAL" clId="{C951B720-6B58-4379-87D5-6083C1F99786}" dt="2025-10-14T12:22:13.593" v="1871" actId="20577"/>
        <pc:sldMkLst>
          <pc:docMk/>
          <pc:sldMk cId="121863290" sldId="299"/>
        </pc:sldMkLst>
      </pc:sldChg>
      <pc:sldChg chg="modNotesTx">
        <pc:chgData name="Leon Stöcker" userId="54898a07-11cd-4c93-9c35-71ac6bdb9a5a" providerId="ADAL" clId="{C951B720-6B58-4379-87D5-6083C1F99786}" dt="2025-10-14T12:22:20.818" v="1874" actId="20577"/>
        <pc:sldMkLst>
          <pc:docMk/>
          <pc:sldMk cId="4114819940" sldId="300"/>
        </pc:sldMkLst>
      </pc:sldChg>
      <pc:sldChg chg="mod ord modShow modNotesTx">
        <pc:chgData name="Leon Stöcker" userId="54898a07-11cd-4c93-9c35-71ac6bdb9a5a" providerId="ADAL" clId="{C951B720-6B58-4379-87D5-6083C1F99786}" dt="2025-10-14T12:23:03.243" v="1884" actId="20577"/>
        <pc:sldMkLst>
          <pc:docMk/>
          <pc:sldMk cId="1897097543" sldId="301"/>
        </pc:sldMkLst>
      </pc:sldChg>
      <pc:sldChg chg="modNotesTx">
        <pc:chgData name="Leon Stöcker" userId="54898a07-11cd-4c93-9c35-71ac6bdb9a5a" providerId="ADAL" clId="{C951B720-6B58-4379-87D5-6083C1F99786}" dt="2025-10-14T12:22:07.602" v="1869" actId="20577"/>
        <pc:sldMkLst>
          <pc:docMk/>
          <pc:sldMk cId="3045831365" sldId="302"/>
        </pc:sldMkLst>
      </pc:sldChg>
      <pc:sldChg chg="modNotesTx">
        <pc:chgData name="Leon Stöcker" userId="54898a07-11cd-4c93-9c35-71ac6bdb9a5a" providerId="ADAL" clId="{C951B720-6B58-4379-87D5-6083C1F99786}" dt="2025-10-14T12:19:06.459" v="1851" actId="20577"/>
        <pc:sldMkLst>
          <pc:docMk/>
          <pc:sldMk cId="161856097" sldId="303"/>
        </pc:sldMkLst>
      </pc:sldChg>
      <pc:sldChg chg="addSp modSp add mod modNotesTx">
        <pc:chgData name="Leon Stöcker" userId="54898a07-11cd-4c93-9c35-71ac6bdb9a5a" providerId="ADAL" clId="{C951B720-6B58-4379-87D5-6083C1F99786}" dt="2025-10-14T12:19:11.139" v="1854" actId="20577"/>
        <pc:sldMkLst>
          <pc:docMk/>
          <pc:sldMk cId="1395885060" sldId="304"/>
        </pc:sldMkLst>
      </pc:sldChg>
      <pc:sldChg chg="modNotesTx">
        <pc:chgData name="Leon Stöcker" userId="54898a07-11cd-4c93-9c35-71ac6bdb9a5a" providerId="ADAL" clId="{C951B720-6B58-4379-87D5-6083C1F99786}" dt="2025-10-14T12:23:11.137" v="1885" actId="20577"/>
        <pc:sldMkLst>
          <pc:docMk/>
          <pc:sldMk cId="1833510085" sldId="305"/>
        </pc:sldMkLst>
      </pc:sldChg>
      <pc:sldChg chg="addSp delSp modSp add mod modShow">
        <pc:chgData name="Leon Stöcker" userId="54898a07-11cd-4c93-9c35-71ac6bdb9a5a" providerId="ADAL" clId="{C951B720-6B58-4379-87D5-6083C1F99786}" dt="2025-10-09T10:07:40.286" v="1430" actId="729"/>
        <pc:sldMkLst>
          <pc:docMk/>
          <pc:sldMk cId="1753381913" sldId="306"/>
        </pc:sldMkLst>
        <pc:picChg chg="add mod">
          <ac:chgData name="Leon Stöcker" userId="54898a07-11cd-4c93-9c35-71ac6bdb9a5a" providerId="ADAL" clId="{C951B720-6B58-4379-87D5-6083C1F99786}" dt="2025-10-09T10:02:04.098" v="1344" actId="27614"/>
          <ac:picMkLst>
            <pc:docMk/>
            <pc:sldMk cId="1753381913" sldId="306"/>
            <ac:picMk id="7" creationId="{E0C2A0E8-FA82-1CD2-86E8-BCA20ABF8A06}"/>
          </ac:picMkLst>
        </pc:picChg>
      </pc:sldChg>
      <pc:sldChg chg="addSp delSp modSp mod modNotesTx">
        <pc:chgData name="Leon Stöcker" userId="54898a07-11cd-4c93-9c35-71ac6bdb9a5a" providerId="ADAL" clId="{C951B720-6B58-4379-87D5-6083C1F99786}" dt="2025-10-14T12:22:00.375" v="1864" actId="20577"/>
        <pc:sldMkLst>
          <pc:docMk/>
          <pc:sldMk cId="3413109938" sldId="307"/>
        </pc:sldMkLst>
        <pc:spChg chg="add mod">
          <ac:chgData name="Leon Stöcker" userId="54898a07-11cd-4c93-9c35-71ac6bdb9a5a" providerId="ADAL" clId="{C951B720-6B58-4379-87D5-6083C1F99786}" dt="2025-10-14T11:59:21.788" v="1691" actId="1076"/>
          <ac:spMkLst>
            <pc:docMk/>
            <pc:sldMk cId="3413109938" sldId="307"/>
            <ac:spMk id="7" creationId="{5245AFF9-ADFC-EA35-6084-1626CD5F0801}"/>
          </ac:spMkLst>
        </pc:spChg>
        <pc:spChg chg="add mod">
          <ac:chgData name="Leon Stöcker" userId="54898a07-11cd-4c93-9c35-71ac6bdb9a5a" providerId="ADAL" clId="{C951B720-6B58-4379-87D5-6083C1F99786}" dt="2025-10-14T12:00:30.965" v="1731" actId="20577"/>
          <ac:spMkLst>
            <pc:docMk/>
            <pc:sldMk cId="3413109938" sldId="307"/>
            <ac:spMk id="8" creationId="{E24EEDA7-0DAB-C1E7-EF68-FBA786156612}"/>
          </ac:spMkLst>
        </pc:spChg>
        <pc:picChg chg="mod">
          <ac:chgData name="Leon Stöcker" userId="54898a07-11cd-4c93-9c35-71ac6bdb9a5a" providerId="ADAL" clId="{C951B720-6B58-4379-87D5-6083C1F99786}" dt="2025-10-14T11:59:10.189" v="1687" actId="1076"/>
          <ac:picMkLst>
            <pc:docMk/>
            <pc:sldMk cId="3413109938" sldId="307"/>
            <ac:picMk id="5" creationId="{9F705A9D-FE32-F8E5-B230-FC37FFBE7287}"/>
          </ac:picMkLst>
        </pc:picChg>
        <pc:picChg chg="del">
          <ac:chgData name="Leon Stöcker" userId="54898a07-11cd-4c93-9c35-71ac6bdb9a5a" providerId="ADAL" clId="{C951B720-6B58-4379-87D5-6083C1F99786}" dt="2025-10-14T11:58:13.701" v="1646" actId="478"/>
          <ac:picMkLst>
            <pc:docMk/>
            <pc:sldMk cId="3413109938" sldId="307"/>
            <ac:picMk id="6" creationId="{5EFF1446-77DF-88B4-8242-CA15CF571BC8}"/>
          </ac:picMkLst>
        </pc:picChg>
      </pc:sldChg>
      <pc:sldChg chg="addSp delSp modSp add del mod">
        <pc:chgData name="Leon Stöcker" userId="54898a07-11cd-4c93-9c35-71ac6bdb9a5a" providerId="ADAL" clId="{C951B720-6B58-4379-87D5-6083C1F99786}" dt="2025-10-14T12:16:06.697" v="1839" actId="47"/>
        <pc:sldMkLst>
          <pc:docMk/>
          <pc:sldMk cId="685822915" sldId="309"/>
        </pc:sldMkLst>
        <pc:spChg chg="mod">
          <ac:chgData name="Leon Stöcker" userId="54898a07-11cd-4c93-9c35-71ac6bdb9a5a" providerId="ADAL" clId="{C951B720-6B58-4379-87D5-6083C1F99786}" dt="2025-10-14T11:40:58.789" v="1484" actId="20577"/>
          <ac:spMkLst>
            <pc:docMk/>
            <pc:sldMk cId="685822915" sldId="309"/>
            <ac:spMk id="3" creationId="{93DEEA00-704E-584B-3117-58E589647214}"/>
          </ac:spMkLst>
        </pc:spChg>
        <pc:spChg chg="mod">
          <ac:chgData name="Leon Stöcker" userId="54898a07-11cd-4c93-9c35-71ac6bdb9a5a" providerId="ADAL" clId="{C951B720-6B58-4379-87D5-6083C1F99786}" dt="2025-10-14T11:41:25.551" v="1487" actId="1076"/>
          <ac:spMkLst>
            <pc:docMk/>
            <pc:sldMk cId="685822915" sldId="309"/>
            <ac:spMk id="13" creationId="{9984CB79-8359-6026-4D92-E67C9929B493}"/>
          </ac:spMkLst>
        </pc:spChg>
        <pc:picChg chg="del">
          <ac:chgData name="Leon Stöcker" userId="54898a07-11cd-4c93-9c35-71ac6bdb9a5a" providerId="ADAL" clId="{C951B720-6B58-4379-87D5-6083C1F99786}" dt="2025-10-14T11:41:03.846" v="1485" actId="478"/>
          <ac:picMkLst>
            <pc:docMk/>
            <pc:sldMk cId="685822915" sldId="309"/>
            <ac:picMk id="6" creationId="{2885BED7-C9AD-9265-C1FE-88C255B92364}"/>
          </ac:picMkLst>
        </pc:picChg>
        <pc:picChg chg="add mod">
          <ac:chgData name="Leon Stöcker" userId="54898a07-11cd-4c93-9c35-71ac6bdb9a5a" providerId="ADAL" clId="{C951B720-6B58-4379-87D5-6083C1F99786}" dt="2025-10-14T11:42:32.718" v="1494" actId="14100"/>
          <ac:picMkLst>
            <pc:docMk/>
            <pc:sldMk cId="685822915" sldId="309"/>
            <ac:picMk id="14" creationId="{AB3319F7-B2EF-83D9-C629-0B53C0C7C5DE}"/>
          </ac:picMkLst>
        </pc:picChg>
      </pc:sldChg>
      <pc:sldChg chg="addSp modSp mod modNotesTx">
        <pc:chgData name="Leon Stöcker" userId="54898a07-11cd-4c93-9c35-71ac6bdb9a5a" providerId="ADAL" clId="{C951B720-6B58-4379-87D5-6083C1F99786}" dt="2025-10-14T12:23:15.363" v="1886" actId="20577"/>
        <pc:sldMkLst>
          <pc:docMk/>
          <pc:sldMk cId="1289498570" sldId="310"/>
        </pc:sldMkLst>
        <pc:spChg chg="mod">
          <ac:chgData name="Leon Stöcker" userId="54898a07-11cd-4c93-9c35-71ac6bdb9a5a" providerId="ADAL" clId="{C951B720-6B58-4379-87D5-6083C1F99786}" dt="2025-10-14T12:08:25.104" v="1818" actId="1076"/>
          <ac:spMkLst>
            <pc:docMk/>
            <pc:sldMk cId="1289498570" sldId="310"/>
            <ac:spMk id="2" creationId="{959538D0-31EB-43F7-C3AD-24BA814F10E1}"/>
          </ac:spMkLst>
        </pc:spChg>
        <pc:spChg chg="mod ord">
          <ac:chgData name="Leon Stöcker" userId="54898a07-11cd-4c93-9c35-71ac6bdb9a5a" providerId="ADAL" clId="{C951B720-6B58-4379-87D5-6083C1F99786}" dt="2025-10-14T12:08:44.621" v="1822" actId="1076"/>
          <ac:spMkLst>
            <pc:docMk/>
            <pc:sldMk cId="1289498570" sldId="310"/>
            <ac:spMk id="3" creationId="{EE98C861-25AB-4787-49A7-CD0858C4F01C}"/>
          </ac:spMkLst>
        </pc:spChg>
        <pc:picChg chg="add mod ord">
          <ac:chgData name="Leon Stöcker" userId="54898a07-11cd-4c93-9c35-71ac6bdb9a5a" providerId="ADAL" clId="{C951B720-6B58-4379-87D5-6083C1F99786}" dt="2025-10-14T12:07:39.710" v="1790" actId="171"/>
          <ac:picMkLst>
            <pc:docMk/>
            <pc:sldMk cId="1289498570" sldId="310"/>
            <ac:picMk id="5" creationId="{B4719C06-666C-102D-9A0D-D87100DD98AF}"/>
          </ac:picMkLst>
        </pc:picChg>
      </pc:sldChg>
    </pc:docChg>
  </pc:docChgLst>
  <pc:docChgLst>
    <pc:chgData name="Ariane Steiner" userId="S::ariane.steiner@stud.leuphana.de::7db5a556-6c31-40f4-8dd7-55ef11ccf4a1" providerId="AD" clId="Web-{7C0A071B-E13B-3D58-2206-02CE5CB02122}"/>
    <pc:docChg chg="addSld delSld modSld">
      <pc:chgData name="Ariane Steiner" userId="S::ariane.steiner@stud.leuphana.de::7db5a556-6c31-40f4-8dd7-55ef11ccf4a1" providerId="AD" clId="Web-{7C0A071B-E13B-3D58-2206-02CE5CB02122}" dt="2025-10-06T07:39:39.001" v="38"/>
      <pc:docMkLst>
        <pc:docMk/>
      </pc:docMkLst>
      <pc:sldChg chg="modSp">
        <pc:chgData name="Ariane Steiner" userId="S::ariane.steiner@stud.leuphana.de::7db5a556-6c31-40f4-8dd7-55ef11ccf4a1" providerId="AD" clId="Web-{7C0A071B-E13B-3D58-2206-02CE5CB02122}" dt="2025-10-06T07:39:38.704" v="37" actId="20577"/>
        <pc:sldMkLst>
          <pc:docMk/>
          <pc:sldMk cId="0" sldId="256"/>
        </pc:sldMkLst>
        <pc:spChg chg="mod">
          <ac:chgData name="Ariane Steiner" userId="S::ariane.steiner@stud.leuphana.de::7db5a556-6c31-40f4-8dd7-55ef11ccf4a1" providerId="AD" clId="Web-{7C0A071B-E13B-3D58-2206-02CE5CB02122}" dt="2025-10-06T07:39:38.704" v="37" actId="20577"/>
          <ac:spMkLst>
            <pc:docMk/>
            <pc:sldMk cId="0" sldId="256"/>
            <ac:spMk id="121" creationId="{00000000-0000-0000-0000-000000000000}"/>
          </ac:spMkLst>
        </pc:spChg>
      </pc:sldChg>
      <pc:sldChg chg="new">
        <pc:chgData name="Ariane Steiner" userId="S::ariane.steiner@stud.leuphana.de::7db5a556-6c31-40f4-8dd7-55ef11ccf4a1" providerId="AD" clId="Web-{7C0A071B-E13B-3D58-2206-02CE5CB02122}" dt="2025-10-06T07:35:33.951" v="0"/>
        <pc:sldMkLst>
          <pc:docMk/>
          <pc:sldMk cId="2532977025" sldId="280"/>
        </pc:sldMkLst>
      </pc:sldChg>
    </pc:docChg>
  </pc:docChgLst>
  <pc:docChgLst>
    <pc:chgData name="Katharina Lohner" userId="S::katharina.lohner@stud.leuphana.de::ece597f1-37ac-48a8-8fa4-a469cfdcd234" providerId="AD" clId="Web-{27EF2062-5E23-1CFD-4225-6733D83C3301}"/>
    <pc:docChg chg="addSld delSld modSld">
      <pc:chgData name="Katharina Lohner" userId="S::katharina.lohner@stud.leuphana.de::ece597f1-37ac-48a8-8fa4-a469cfdcd234" providerId="AD" clId="Web-{27EF2062-5E23-1CFD-4225-6733D83C3301}" dt="2025-10-14T22:28:15.147" v="6" actId="20577"/>
      <pc:docMkLst>
        <pc:docMk/>
      </pc:docMkLst>
      <pc:sldChg chg="modSp">
        <pc:chgData name="Katharina Lohner" userId="S::katharina.lohner@stud.leuphana.de::ece597f1-37ac-48a8-8fa4-a469cfdcd234" providerId="AD" clId="Web-{27EF2062-5E23-1CFD-4225-6733D83C3301}" dt="2025-10-14T22:28:15.147" v="6" actId="20577"/>
        <pc:sldMkLst>
          <pc:docMk/>
          <pc:sldMk cId="1037531839" sldId="286"/>
        </pc:sldMkLst>
        <pc:spChg chg="mod">
          <ac:chgData name="Katharina Lohner" userId="S::katharina.lohner@stud.leuphana.de::ece597f1-37ac-48a8-8fa4-a469cfdcd234" providerId="AD" clId="Web-{27EF2062-5E23-1CFD-4225-6733D83C3301}" dt="2025-10-14T22:28:15.147" v="6" actId="20577"/>
          <ac:spMkLst>
            <pc:docMk/>
            <pc:sldMk cId="1037531839" sldId="286"/>
            <ac:spMk id="4" creationId="{FB0ACEB1-5282-F5F0-DB8A-4E5E791DBA50}"/>
          </ac:spMkLst>
        </pc:spChg>
      </pc:sldChg>
      <pc:sldChg chg="modSp">
        <pc:chgData name="Katharina Lohner" userId="S::katharina.lohner@stud.leuphana.de::ece597f1-37ac-48a8-8fa4-a469cfdcd234" providerId="AD" clId="Web-{27EF2062-5E23-1CFD-4225-6733D83C3301}" dt="2025-10-14T20:43:13.139" v="3" actId="1076"/>
        <pc:sldMkLst>
          <pc:docMk/>
          <pc:sldMk cId="1174431597" sldId="295"/>
        </pc:sldMkLst>
        <pc:picChg chg="mod">
          <ac:chgData name="Katharina Lohner" userId="S::katharina.lohner@stud.leuphana.de::ece597f1-37ac-48a8-8fa4-a469cfdcd234" providerId="AD" clId="Web-{27EF2062-5E23-1CFD-4225-6733D83C3301}" dt="2025-10-14T20:43:13.139" v="3" actId="1076"/>
          <ac:picMkLst>
            <pc:docMk/>
            <pc:sldMk cId="1174431597" sldId="295"/>
            <ac:picMk id="6" creationId="{4BC3679D-8E05-1BD2-1446-CE8E8D547DBF}"/>
          </ac:picMkLst>
        </pc:picChg>
      </pc:sldChg>
      <pc:sldChg chg="new del">
        <pc:chgData name="Katharina Lohner" userId="S::katharina.lohner@stud.leuphana.de::ece597f1-37ac-48a8-8fa4-a469cfdcd234" providerId="AD" clId="Web-{27EF2062-5E23-1CFD-4225-6733D83C3301}" dt="2025-10-14T20:29:03.261" v="1"/>
        <pc:sldMkLst>
          <pc:docMk/>
          <pc:sldMk cId="91671089" sldId="312"/>
        </pc:sldMkLst>
      </pc:sldChg>
    </pc:docChg>
  </pc:docChgLst>
  <pc:docChgLst>
    <pc:chgData name="Ariane Steiner" userId="S::ariane.steiner@stud.leuphana.de::7db5a556-6c31-40f4-8dd7-55ef11ccf4a1" providerId="AD" clId="Web-{87D1D826-6CDC-8D65-4880-A47C28042AE5}"/>
    <pc:docChg chg="modSld sldOrd">
      <pc:chgData name="Ariane Steiner" userId="S::ariane.steiner@stud.leuphana.de::7db5a556-6c31-40f4-8dd7-55ef11ccf4a1" providerId="AD" clId="Web-{87D1D826-6CDC-8D65-4880-A47C28042AE5}" dt="2025-10-09T10:24:03.754" v="166"/>
      <pc:docMkLst>
        <pc:docMk/>
      </pc:docMkLst>
      <pc:sldChg chg="modNotes">
        <pc:chgData name="Ariane Steiner" userId="S::ariane.steiner@stud.leuphana.de::7db5a556-6c31-40f4-8dd7-55ef11ccf4a1" providerId="AD" clId="Web-{87D1D826-6CDC-8D65-4880-A47C28042AE5}" dt="2025-10-09T10:21:55.485" v="142"/>
        <pc:sldMkLst>
          <pc:docMk/>
          <pc:sldMk cId="1897476652" sldId="281"/>
        </pc:sldMkLst>
      </pc:sldChg>
      <pc:sldChg chg="modNotes">
        <pc:chgData name="Ariane Steiner" userId="S::ariane.steiner@stud.leuphana.de::7db5a556-6c31-40f4-8dd7-55ef11ccf4a1" providerId="AD" clId="Web-{87D1D826-6CDC-8D65-4880-A47C28042AE5}" dt="2025-10-09T10:21:58.485" v="144"/>
        <pc:sldMkLst>
          <pc:docMk/>
          <pc:sldMk cId="676734530" sldId="282"/>
        </pc:sldMkLst>
      </pc:sldChg>
      <pc:sldChg chg="modNotes">
        <pc:chgData name="Ariane Steiner" userId="S::ariane.steiner@stud.leuphana.de::7db5a556-6c31-40f4-8dd7-55ef11ccf4a1" providerId="AD" clId="Web-{87D1D826-6CDC-8D65-4880-A47C28042AE5}" dt="2025-10-09T10:22:02.407" v="148"/>
        <pc:sldMkLst>
          <pc:docMk/>
          <pc:sldMk cId="3177150389" sldId="283"/>
        </pc:sldMkLst>
      </pc:sldChg>
      <pc:sldChg chg="modNotes">
        <pc:chgData name="Ariane Steiner" userId="S::ariane.steiner@stud.leuphana.de::7db5a556-6c31-40f4-8dd7-55ef11ccf4a1" providerId="AD" clId="Web-{87D1D826-6CDC-8D65-4880-A47C28042AE5}" dt="2025-10-09T10:24:03.754" v="166"/>
        <pc:sldMkLst>
          <pc:docMk/>
          <pc:sldMk cId="4122095594" sldId="292"/>
        </pc:sldMkLst>
      </pc:sldChg>
      <pc:sldChg chg="modNotes">
        <pc:chgData name="Ariane Steiner" userId="S::ariane.steiner@stud.leuphana.de::7db5a556-6c31-40f4-8dd7-55ef11ccf4a1" providerId="AD" clId="Web-{87D1D826-6CDC-8D65-4880-A47C28042AE5}" dt="2025-10-09T10:23:27.456" v="159"/>
        <pc:sldMkLst>
          <pc:docMk/>
          <pc:sldMk cId="2750211492" sldId="293"/>
        </pc:sldMkLst>
      </pc:sldChg>
      <pc:sldChg chg="modNotes">
        <pc:chgData name="Ariane Steiner" userId="S::ariane.steiner@stud.leuphana.de::7db5a556-6c31-40f4-8dd7-55ef11ccf4a1" providerId="AD" clId="Web-{87D1D826-6CDC-8D65-4880-A47C28042AE5}" dt="2025-10-09T09:56:10.089" v="32"/>
        <pc:sldMkLst>
          <pc:docMk/>
          <pc:sldMk cId="1174431597" sldId="295"/>
        </pc:sldMkLst>
      </pc:sldChg>
      <pc:sldChg chg="ord">
        <pc:chgData name="Ariane Steiner" userId="S::ariane.steiner@stud.leuphana.de::7db5a556-6c31-40f4-8dd7-55ef11ccf4a1" providerId="AD" clId="Web-{87D1D826-6CDC-8D65-4880-A47C28042AE5}" dt="2025-10-09T10:02:28.238" v="33"/>
        <pc:sldMkLst>
          <pc:docMk/>
          <pc:sldMk cId="375733756" sldId="297"/>
        </pc:sldMkLst>
      </pc:sldChg>
      <pc:sldChg chg="modNotes">
        <pc:chgData name="Ariane Steiner" userId="S::ariane.steiner@stud.leuphana.de::7db5a556-6c31-40f4-8dd7-55ef11ccf4a1" providerId="AD" clId="Web-{87D1D826-6CDC-8D65-4880-A47C28042AE5}" dt="2025-10-09T10:23:31.894" v="161"/>
        <pc:sldMkLst>
          <pc:docMk/>
          <pc:sldMk cId="1897097543" sldId="301"/>
        </pc:sldMkLst>
      </pc:sldChg>
      <pc:sldChg chg="ord">
        <pc:chgData name="Ariane Steiner" userId="S::ariane.steiner@stud.leuphana.de::7db5a556-6c31-40f4-8dd7-55ef11ccf4a1" providerId="AD" clId="Web-{87D1D826-6CDC-8D65-4880-A47C28042AE5}" dt="2025-10-09T10:03:06.708" v="34"/>
        <pc:sldMkLst>
          <pc:docMk/>
          <pc:sldMk cId="1753381913" sldId="306"/>
        </pc:sldMkLst>
      </pc:sldChg>
    </pc:docChg>
  </pc:docChgLst>
  <pc:docChgLst>
    <pc:chgData name="Leon Stöcker" userId="S::leon.stoecker@stud.leuphana.de::54898a07-11cd-4c93-9c35-71ac6bdb9a5a" providerId="AD" clId="Web-{7D79CC46-C826-FE4E-9658-1B1E32E6F7EB}"/>
    <pc:docChg chg="modSld">
      <pc:chgData name="Leon Stöcker" userId="S::leon.stoecker@stud.leuphana.de::54898a07-11cd-4c93-9c35-71ac6bdb9a5a" providerId="AD" clId="Web-{7D79CC46-C826-FE4E-9658-1B1E32E6F7EB}" dt="2025-10-15T08:33:30.638" v="13" actId="20577"/>
      <pc:docMkLst>
        <pc:docMk/>
      </pc:docMkLst>
      <pc:sldChg chg="modSp">
        <pc:chgData name="Leon Stöcker" userId="S::leon.stoecker@stud.leuphana.de::54898a07-11cd-4c93-9c35-71ac6bdb9a5a" providerId="AD" clId="Web-{7D79CC46-C826-FE4E-9658-1B1E32E6F7EB}" dt="2025-10-15T08:33:30.638" v="13" actId="20577"/>
        <pc:sldMkLst>
          <pc:docMk/>
          <pc:sldMk cId="0" sldId="256"/>
        </pc:sldMkLst>
        <pc:spChg chg="mod">
          <ac:chgData name="Leon Stöcker" userId="S::leon.stoecker@stud.leuphana.de::54898a07-11cd-4c93-9c35-71ac6bdb9a5a" providerId="AD" clId="Web-{7D79CC46-C826-FE4E-9658-1B1E32E6F7EB}" dt="2025-10-15T08:33:30.638" v="13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Hannah Spittler" userId="S::hannah.spittler@stud.leuphana.de::4ddd3bb4-19fe-4a37-9dbc-bc32dc601e08" providerId="AD" clId="Web-{998AAF15-5ED3-6B4C-0D71-80678AC3DAE5}"/>
    <pc:docChg chg="addSld delSld modSld sldOrd">
      <pc:chgData name="Hannah Spittler" userId="S::hannah.spittler@stud.leuphana.de::4ddd3bb4-19fe-4a37-9dbc-bc32dc601e08" providerId="AD" clId="Web-{998AAF15-5ED3-6B4C-0D71-80678AC3DAE5}" dt="2025-10-15T12:19:12.694" v="153"/>
      <pc:docMkLst>
        <pc:docMk/>
      </pc:docMkLst>
      <pc:sldChg chg="modNotes">
        <pc:chgData name="Hannah Spittler" userId="S::hannah.spittler@stud.leuphana.de::4ddd3bb4-19fe-4a37-9dbc-bc32dc601e08" providerId="AD" clId="Web-{998AAF15-5ED3-6B4C-0D71-80678AC3DAE5}" dt="2025-10-15T12:11:32.181" v="82"/>
        <pc:sldMkLst>
          <pc:docMk/>
          <pc:sldMk cId="0" sldId="256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6:58.456" v="103"/>
        <pc:sldMkLst>
          <pc:docMk/>
          <pc:sldMk cId="1897476652" sldId="281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7:05.894" v="113"/>
        <pc:sldMkLst>
          <pc:docMk/>
          <pc:sldMk cId="676734530" sldId="282"/>
        </pc:sldMkLst>
      </pc:sldChg>
      <pc:sldChg chg="ord">
        <pc:chgData name="Hannah Spittler" userId="S::hannah.spittler@stud.leuphana.de::4ddd3bb4-19fe-4a37-9dbc-bc32dc601e08" providerId="AD" clId="Web-{998AAF15-5ED3-6B4C-0D71-80678AC3DAE5}" dt="2025-10-14T11:38:08.593" v="31"/>
        <pc:sldMkLst>
          <pc:docMk/>
          <pc:sldMk cId="2615611393" sldId="284"/>
        </pc:sldMkLst>
      </pc:sldChg>
      <pc:sldChg chg="ord modNotes">
        <pc:chgData name="Hannah Spittler" userId="S::hannah.spittler@stud.leuphana.de::4ddd3bb4-19fe-4a37-9dbc-bc32dc601e08" providerId="AD" clId="Web-{998AAF15-5ED3-6B4C-0D71-80678AC3DAE5}" dt="2025-10-15T12:16:32.642" v="96"/>
        <pc:sldMkLst>
          <pc:docMk/>
          <pc:sldMk cId="1037531839" sldId="286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6:25.251" v="91"/>
        <pc:sldMkLst>
          <pc:docMk/>
          <pc:sldMk cId="1251850379" sldId="287"/>
        </pc:sldMkLst>
      </pc:sldChg>
      <pc:sldChg chg="addSp modNotes">
        <pc:chgData name="Hannah Spittler" userId="S::hannah.spittler@stud.leuphana.de::4ddd3bb4-19fe-4a37-9dbc-bc32dc601e08" providerId="AD" clId="Web-{998AAF15-5ED3-6B4C-0D71-80678AC3DAE5}" dt="2025-10-15T12:16:42.877" v="98"/>
        <pc:sldMkLst>
          <pc:docMk/>
          <pc:sldMk cId="2706297642" sldId="288"/>
        </pc:sldMkLst>
        <pc:spChg chg="add">
          <ac:chgData name="Hannah Spittler" userId="S::hannah.spittler@stud.leuphana.de::4ddd3bb4-19fe-4a37-9dbc-bc32dc601e08" providerId="AD" clId="Web-{998AAF15-5ED3-6B4C-0D71-80678AC3DAE5}" dt="2025-10-14T11:43:42.664" v="32"/>
          <ac:spMkLst>
            <pc:docMk/>
            <pc:sldMk cId="2706297642" sldId="288"/>
            <ac:spMk id="2" creationId="{A23C93C8-7740-7581-04F5-9CE90DFF6F44}"/>
          </ac:spMkLst>
        </pc:spChg>
      </pc:sldChg>
      <pc:sldChg chg="modNotes">
        <pc:chgData name="Hannah Spittler" userId="S::hannah.spittler@stud.leuphana.de::4ddd3bb4-19fe-4a37-9dbc-bc32dc601e08" providerId="AD" clId="Web-{998AAF15-5ED3-6B4C-0D71-80678AC3DAE5}" dt="2025-10-15T12:16:22.517" v="90"/>
        <pc:sldMkLst>
          <pc:docMk/>
          <pc:sldMk cId="2249151123" sldId="291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7:41.473" v="118"/>
        <pc:sldMkLst>
          <pc:docMk/>
          <pc:sldMk cId="4122095594" sldId="292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8:57.663" v="147"/>
        <pc:sldMkLst>
          <pc:docMk/>
          <pc:sldMk cId="2750211492" sldId="293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8:43.975" v="135"/>
        <pc:sldMkLst>
          <pc:docMk/>
          <pc:sldMk cId="375733756" sldId="297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8:31.631" v="127"/>
        <pc:sldMkLst>
          <pc:docMk/>
          <pc:sldMk cId="3980034091" sldId="298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8:14.005" v="125"/>
        <pc:sldMkLst>
          <pc:docMk/>
          <pc:sldMk cId="121863290" sldId="299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9:09.491" v="150"/>
        <pc:sldMkLst>
          <pc:docMk/>
          <pc:sldMk cId="1897097543" sldId="301"/>
        </pc:sldMkLst>
      </pc:sldChg>
      <pc:sldChg chg="modNotes">
        <pc:chgData name="Hannah Spittler" userId="S::hannah.spittler@stud.leuphana.de::4ddd3bb4-19fe-4a37-9dbc-bc32dc601e08" providerId="AD" clId="Web-{998AAF15-5ED3-6B4C-0D71-80678AC3DAE5}" dt="2025-10-15T12:17:46.160" v="121"/>
        <pc:sldMkLst>
          <pc:docMk/>
          <pc:sldMk cId="161856097" sldId="303"/>
        </pc:sldMkLst>
      </pc:sldChg>
      <pc:sldChg chg="addSp delSp modSp modNotes">
        <pc:chgData name="Hannah Spittler" userId="S::hannah.spittler@stud.leuphana.de::4ddd3bb4-19fe-4a37-9dbc-bc32dc601e08" providerId="AD" clId="Web-{998AAF15-5ED3-6B4C-0D71-80678AC3DAE5}" dt="2025-10-15T12:17:49.223" v="122"/>
        <pc:sldMkLst>
          <pc:docMk/>
          <pc:sldMk cId="1395885060" sldId="304"/>
        </pc:sldMkLst>
        <pc:spChg chg="add mod ord">
          <ac:chgData name="Hannah Spittler" userId="S::hannah.spittler@stud.leuphana.de::4ddd3bb4-19fe-4a37-9dbc-bc32dc601e08" providerId="AD" clId="Web-{998AAF15-5ED3-6B4C-0D71-80678AC3DAE5}" dt="2025-10-14T10:48:17.905" v="17" actId="1076"/>
          <ac:spMkLst>
            <pc:docMk/>
            <pc:sldMk cId="1395885060" sldId="304"/>
            <ac:spMk id="10" creationId="{BA6EB06E-0F64-326F-D032-536938400969}"/>
          </ac:spMkLst>
        </pc:spChg>
        <pc:spChg chg="add mod">
          <ac:chgData name="Hannah Spittler" userId="S::hannah.spittler@stud.leuphana.de::4ddd3bb4-19fe-4a37-9dbc-bc32dc601e08" providerId="AD" clId="Web-{998AAF15-5ED3-6B4C-0D71-80678AC3DAE5}" dt="2025-10-14T10:48:13.436" v="15" actId="688"/>
          <ac:spMkLst>
            <pc:docMk/>
            <pc:sldMk cId="1395885060" sldId="304"/>
            <ac:spMk id="11" creationId="{50A6BA4C-8DF8-ACFB-E378-5277A1C93575}"/>
          </ac:spMkLst>
        </pc:spChg>
        <pc:spChg chg="add mod">
          <ac:chgData name="Hannah Spittler" userId="S::hannah.spittler@stud.leuphana.de::4ddd3bb4-19fe-4a37-9dbc-bc32dc601e08" providerId="AD" clId="Web-{998AAF15-5ED3-6B4C-0D71-80678AC3DAE5}" dt="2025-10-14T10:48:50.578" v="28" actId="1076"/>
          <ac:spMkLst>
            <pc:docMk/>
            <pc:sldMk cId="1395885060" sldId="304"/>
            <ac:spMk id="12" creationId="{458E5D31-207B-3F69-4931-9D88B8D2F6AC}"/>
          </ac:spMkLst>
        </pc:spChg>
        <pc:picChg chg="del">
          <ac:chgData name="Hannah Spittler" userId="S::hannah.spittler@stud.leuphana.de::4ddd3bb4-19fe-4a37-9dbc-bc32dc601e08" providerId="AD" clId="Web-{998AAF15-5ED3-6B4C-0D71-80678AC3DAE5}" dt="2025-10-14T10:46:59.386" v="3"/>
          <ac:picMkLst>
            <pc:docMk/>
            <pc:sldMk cId="1395885060" sldId="304"/>
            <ac:picMk id="5" creationId="{E7FB91CE-E91A-40AD-988F-38BC343E7107}"/>
          </ac:picMkLst>
        </pc:picChg>
        <pc:picChg chg="del">
          <ac:chgData name="Hannah Spittler" userId="S::hannah.spittler@stud.leuphana.de::4ddd3bb4-19fe-4a37-9dbc-bc32dc601e08" providerId="AD" clId="Web-{998AAF15-5ED3-6B4C-0D71-80678AC3DAE5}" dt="2025-10-14T10:47:03.808" v="5"/>
          <ac:picMkLst>
            <pc:docMk/>
            <pc:sldMk cId="1395885060" sldId="304"/>
            <ac:picMk id="6" creationId="{436B3461-68A1-B291-132F-1C5CF30A62E4}"/>
          </ac:picMkLst>
        </pc:picChg>
        <pc:picChg chg="add mod">
          <ac:chgData name="Hannah Spittler" userId="S::hannah.spittler@stud.leuphana.de::4ddd3bb4-19fe-4a37-9dbc-bc32dc601e08" providerId="AD" clId="Web-{998AAF15-5ED3-6B4C-0D71-80678AC3DAE5}" dt="2025-10-14T10:47:00.417" v="4"/>
          <ac:picMkLst>
            <pc:docMk/>
            <pc:sldMk cId="1395885060" sldId="304"/>
            <ac:picMk id="7" creationId="{D45B0547-8D43-9461-9AE8-4F53956C85C8}"/>
          </ac:picMkLst>
        </pc:picChg>
        <pc:picChg chg="add mod">
          <ac:chgData name="Hannah Spittler" userId="S::hannah.spittler@stud.leuphana.de::4ddd3bb4-19fe-4a37-9dbc-bc32dc601e08" providerId="AD" clId="Web-{998AAF15-5ED3-6B4C-0D71-80678AC3DAE5}" dt="2025-10-14T10:47:48.654" v="11" actId="1076"/>
          <ac:picMkLst>
            <pc:docMk/>
            <pc:sldMk cId="1395885060" sldId="304"/>
            <ac:picMk id="9" creationId="{33775626-C6E3-C640-A0E9-8F070D1F3720}"/>
          </ac:picMkLst>
        </pc:picChg>
      </pc:sldChg>
      <pc:sldChg chg="modNotes">
        <pc:chgData name="Hannah Spittler" userId="S::hannah.spittler@stud.leuphana.de::4ddd3bb4-19fe-4a37-9dbc-bc32dc601e08" providerId="AD" clId="Web-{998AAF15-5ED3-6B4C-0D71-80678AC3DAE5}" dt="2025-10-15T12:19:12.694" v="153"/>
        <pc:sldMkLst>
          <pc:docMk/>
          <pc:sldMk cId="1833510085" sldId="305"/>
        </pc:sldMkLst>
      </pc:sldChg>
      <pc:sldChg chg="add replId">
        <pc:chgData name="Hannah Spittler" userId="S::hannah.spittler@stud.leuphana.de::4ddd3bb4-19fe-4a37-9dbc-bc32dc601e08" providerId="AD" clId="Web-{998AAF15-5ED3-6B4C-0D71-80678AC3DAE5}" dt="2025-10-14T10:46:57.339" v="2"/>
        <pc:sldMkLst>
          <pc:docMk/>
          <pc:sldMk cId="3413109938" sldId="307"/>
        </pc:sldMkLst>
      </pc:sldChg>
      <pc:sldChg chg="new del">
        <pc:chgData name="Hannah Spittler" userId="S::hannah.spittler@stud.leuphana.de::4ddd3bb4-19fe-4a37-9dbc-bc32dc601e08" providerId="AD" clId="Web-{998AAF15-5ED3-6B4C-0D71-80678AC3DAE5}" dt="2025-10-14T10:46:53.542" v="1"/>
        <pc:sldMkLst>
          <pc:docMk/>
          <pc:sldMk cId="3888985669" sldId="307"/>
        </pc:sldMkLst>
      </pc:sldChg>
      <pc:sldChg chg="add del replId">
        <pc:chgData name="Hannah Spittler" userId="S::hannah.spittler@stud.leuphana.de::4ddd3bb4-19fe-4a37-9dbc-bc32dc601e08" providerId="AD" clId="Web-{998AAF15-5ED3-6B4C-0D71-80678AC3DAE5}" dt="2025-10-15T12:12:05.666" v="83"/>
        <pc:sldMkLst>
          <pc:docMk/>
          <pc:sldMk cId="1149488020" sldId="308"/>
        </pc:sldMkLst>
      </pc:sldChg>
      <pc:sldChg chg="modSp new modNotes">
        <pc:chgData name="Hannah Spittler" userId="S::hannah.spittler@stud.leuphana.de::4ddd3bb4-19fe-4a37-9dbc-bc32dc601e08" providerId="AD" clId="Web-{998AAF15-5ED3-6B4C-0D71-80678AC3DAE5}" dt="2025-10-14T12:09:40.878" v="78"/>
        <pc:sldMkLst>
          <pc:docMk/>
          <pc:sldMk cId="1289498570" sldId="310"/>
        </pc:sldMkLst>
        <pc:spChg chg="mod">
          <ac:chgData name="Hannah Spittler" userId="S::hannah.spittler@stud.leuphana.de::4ddd3bb4-19fe-4a37-9dbc-bc32dc601e08" providerId="AD" clId="Web-{998AAF15-5ED3-6B4C-0D71-80678AC3DAE5}" dt="2025-10-14T11:57:56.627" v="53" actId="20577"/>
          <ac:spMkLst>
            <pc:docMk/>
            <pc:sldMk cId="1289498570" sldId="310"/>
            <ac:spMk id="2" creationId="{959538D0-31EB-43F7-C3AD-24BA814F10E1}"/>
          </ac:spMkLst>
        </pc:spChg>
      </pc:sldChg>
      <pc:sldChg chg="mod modShow">
        <pc:chgData name="Hannah Spittler" userId="S::hannah.spittler@stud.leuphana.de::4ddd3bb4-19fe-4a37-9dbc-bc32dc601e08" providerId="AD" clId="Web-{998AAF15-5ED3-6B4C-0D71-80678AC3DAE5}" dt="2025-10-15T12:17:14.378" v="114"/>
        <pc:sldMkLst>
          <pc:docMk/>
          <pc:sldMk cId="380185279" sldId="311"/>
        </pc:sldMkLst>
      </pc:sldChg>
    </pc:docChg>
  </pc:docChgLst>
  <pc:docChgLst>
    <pc:chgData name="Hannah Spittler" userId="S::hannah.spittler@stud.leuphana.de::4ddd3bb4-19fe-4a37-9dbc-bc32dc601e08" providerId="AD" clId="Web-{A65F6F53-2ED0-748F-9B94-FA544F981851}"/>
    <pc:docChg chg="addSld delSld modSld sldOrd">
      <pc:chgData name="Hannah Spittler" userId="S::hannah.spittler@stud.leuphana.de::4ddd3bb4-19fe-4a37-9dbc-bc32dc601e08" providerId="AD" clId="Web-{A65F6F53-2ED0-748F-9B94-FA544F981851}" dt="2025-10-09T10:34:24.528" v="1493" actId="1076"/>
      <pc:docMkLst>
        <pc:docMk/>
      </pc:docMkLst>
      <pc:sldChg chg="modSp">
        <pc:chgData name="Hannah Spittler" userId="S::hannah.spittler@stud.leuphana.de::4ddd3bb4-19fe-4a37-9dbc-bc32dc601e08" providerId="AD" clId="Web-{A65F6F53-2ED0-748F-9B94-FA544F981851}" dt="2025-10-07T07:54:31.233" v="0" actId="20577"/>
        <pc:sldMkLst>
          <pc:docMk/>
          <pc:sldMk cId="0" sldId="257"/>
        </pc:sldMkLst>
        <pc:spChg chg="mod">
          <ac:chgData name="Hannah Spittler" userId="S::hannah.spittler@stud.leuphana.de::4ddd3bb4-19fe-4a37-9dbc-bc32dc601e08" providerId="AD" clId="Web-{A65F6F53-2ED0-748F-9B94-FA544F981851}" dt="2025-10-07T07:54:31.233" v="0" actId="20577"/>
          <ac:spMkLst>
            <pc:docMk/>
            <pc:sldMk cId="0" sldId="257"/>
            <ac:spMk id="4" creationId="{00000000-0000-0000-0000-000000000000}"/>
          </ac:spMkLst>
        </pc:spChg>
      </pc:sldChg>
      <pc:sldChg chg="delSp modSp">
        <pc:chgData name="Hannah Spittler" userId="S::hannah.spittler@stud.leuphana.de::4ddd3bb4-19fe-4a37-9dbc-bc32dc601e08" providerId="AD" clId="Web-{A65F6F53-2ED0-748F-9B94-FA544F981851}" dt="2025-10-09T10:10:23.962" v="1421" actId="1076"/>
        <pc:sldMkLst>
          <pc:docMk/>
          <pc:sldMk cId="3177150389" sldId="283"/>
        </pc:sldMkLst>
        <pc:spChg chg="mod">
          <ac:chgData name="Hannah Spittler" userId="S::hannah.spittler@stud.leuphana.de::4ddd3bb4-19fe-4a37-9dbc-bc32dc601e08" providerId="AD" clId="Web-{A65F6F53-2ED0-748F-9B94-FA544F981851}" dt="2025-10-09T10:10:23.962" v="1421" actId="1076"/>
          <ac:spMkLst>
            <pc:docMk/>
            <pc:sldMk cId="3177150389" sldId="283"/>
            <ac:spMk id="3" creationId="{0236FD72-B938-2907-C79D-F51297D1DE77}"/>
          </ac:spMkLst>
        </pc:spChg>
      </pc:sldChg>
      <pc:sldChg chg="addSp delSp modSp modNotes">
        <pc:chgData name="Hannah Spittler" userId="S::hannah.spittler@stud.leuphana.de::4ddd3bb4-19fe-4a37-9dbc-bc32dc601e08" providerId="AD" clId="Web-{A65F6F53-2ED0-748F-9B94-FA544F981851}" dt="2025-10-09T09:42:29.505" v="223"/>
        <pc:sldMkLst>
          <pc:docMk/>
          <pc:sldMk cId="4122095594" sldId="292"/>
        </pc:sldMkLst>
        <pc:picChg chg="add mod">
          <ac:chgData name="Hannah Spittler" userId="S::hannah.spittler@stud.leuphana.de::4ddd3bb4-19fe-4a37-9dbc-bc32dc601e08" providerId="AD" clId="Web-{A65F6F53-2ED0-748F-9B94-FA544F981851}" dt="2025-10-09T09:41:52.986" v="216"/>
          <ac:picMkLst>
            <pc:docMk/>
            <pc:sldMk cId="4122095594" sldId="292"/>
            <ac:picMk id="7" creationId="{877F863E-28AA-2F4F-2E57-E61F3B8AA8EB}"/>
          </ac:picMkLst>
        </pc:picChg>
      </pc:sldChg>
      <pc:sldChg chg="addSp delSp modSp add ord replId modNotes">
        <pc:chgData name="Hannah Spittler" userId="S::hannah.spittler@stud.leuphana.de::4ddd3bb4-19fe-4a37-9dbc-bc32dc601e08" providerId="AD" clId="Web-{A65F6F53-2ED0-748F-9B94-FA544F981851}" dt="2025-10-09T10:09:13.852" v="1418"/>
        <pc:sldMkLst>
          <pc:docMk/>
          <pc:sldMk cId="2750211492" sldId="293"/>
        </pc:sldMkLst>
        <pc:picChg chg="add mod">
          <ac:chgData name="Hannah Spittler" userId="S::hannah.spittler@stud.leuphana.de::4ddd3bb4-19fe-4a37-9dbc-bc32dc601e08" providerId="AD" clId="Web-{A65F6F53-2ED0-748F-9B94-FA544F981851}" dt="2025-10-09T09:39:37.875" v="178"/>
          <ac:picMkLst>
            <pc:docMk/>
            <pc:sldMk cId="2750211492" sldId="293"/>
            <ac:picMk id="6" creationId="{18AE5B8F-1C9C-846C-4F17-5C64CAD86A60}"/>
          </ac:picMkLst>
        </pc:picChg>
      </pc:sldChg>
      <pc:sldChg chg="addSp delSp modSp add replId modNotes">
        <pc:chgData name="Hannah Spittler" userId="S::hannah.spittler@stud.leuphana.de::4ddd3bb4-19fe-4a37-9dbc-bc32dc601e08" providerId="AD" clId="Web-{A65F6F53-2ED0-748F-9B94-FA544F981851}" dt="2025-10-09T10:01:14.051" v="796"/>
        <pc:sldMkLst>
          <pc:docMk/>
          <pc:sldMk cId="1174431597" sldId="295"/>
        </pc:sldMkLst>
        <pc:picChg chg="add mod">
          <ac:chgData name="Hannah Spittler" userId="S::hannah.spittler@stud.leuphana.de::4ddd3bb4-19fe-4a37-9dbc-bc32dc601e08" providerId="AD" clId="Web-{A65F6F53-2ED0-748F-9B94-FA544F981851}" dt="2025-10-09T09:40:01.500" v="184"/>
          <ac:picMkLst>
            <pc:docMk/>
            <pc:sldMk cId="1174431597" sldId="295"/>
            <ac:picMk id="6" creationId="{4BC3679D-8E05-1BD2-1446-CE8E8D547DBF}"/>
          </ac:picMkLst>
        </pc:picChg>
      </pc:sldChg>
      <pc:sldChg chg="addSp delSp modSp add replId modNotes">
        <pc:chgData name="Hannah Spittler" userId="S::hannah.spittler@stud.leuphana.de::4ddd3bb4-19fe-4a37-9dbc-bc32dc601e08" providerId="AD" clId="Web-{A65F6F53-2ED0-748F-9B94-FA544F981851}" dt="2025-10-09T10:06:19.975" v="1141"/>
        <pc:sldMkLst>
          <pc:docMk/>
          <pc:sldMk cId="375733756" sldId="297"/>
        </pc:sldMkLst>
        <pc:picChg chg="add mod">
          <ac:chgData name="Hannah Spittler" userId="S::hannah.spittler@stud.leuphana.de::4ddd3bb4-19fe-4a37-9dbc-bc32dc601e08" providerId="AD" clId="Web-{A65F6F53-2ED0-748F-9B94-FA544F981851}" dt="2025-10-09T09:40:20.906" v="190"/>
          <ac:picMkLst>
            <pc:docMk/>
            <pc:sldMk cId="375733756" sldId="297"/>
            <ac:picMk id="6" creationId="{383B6501-FD27-C776-ABE3-D11340E2297C}"/>
          </ac:picMkLst>
        </pc:picChg>
      </pc:sldChg>
      <pc:sldChg chg="addSp delSp modSp add replId modNotes">
        <pc:chgData name="Hannah Spittler" userId="S::hannah.spittler@stud.leuphana.de::4ddd3bb4-19fe-4a37-9dbc-bc32dc601e08" providerId="AD" clId="Web-{A65F6F53-2ED0-748F-9B94-FA544F981851}" dt="2025-10-09T10:05:15.944" v="993"/>
        <pc:sldMkLst>
          <pc:docMk/>
          <pc:sldMk cId="3980034091" sldId="298"/>
        </pc:sldMkLst>
        <pc:picChg chg="add mod">
          <ac:chgData name="Hannah Spittler" userId="S::hannah.spittler@stud.leuphana.de::4ddd3bb4-19fe-4a37-9dbc-bc32dc601e08" providerId="AD" clId="Web-{A65F6F53-2ED0-748F-9B94-FA544F981851}" dt="2025-10-09T09:40:35.484" v="195"/>
          <ac:picMkLst>
            <pc:docMk/>
            <pc:sldMk cId="3980034091" sldId="298"/>
            <ac:picMk id="5" creationId="{3932492D-2FAC-1E2C-BFE9-2E72F20D9E1D}"/>
          </ac:picMkLst>
        </pc:picChg>
      </pc:sldChg>
      <pc:sldChg chg="addSp delSp modSp add ord replId modNotes">
        <pc:chgData name="Hannah Spittler" userId="S::hannah.spittler@stud.leuphana.de::4ddd3bb4-19fe-4a37-9dbc-bc32dc601e08" providerId="AD" clId="Web-{A65F6F53-2ED0-748F-9B94-FA544F981851}" dt="2025-10-09T09:47:14.109" v="423"/>
        <pc:sldMkLst>
          <pc:docMk/>
          <pc:sldMk cId="121863290" sldId="299"/>
        </pc:sldMkLst>
        <pc:picChg chg="add mod">
          <ac:chgData name="Hannah Spittler" userId="S::hannah.spittler@stud.leuphana.de::4ddd3bb4-19fe-4a37-9dbc-bc32dc601e08" providerId="AD" clId="Web-{A65F6F53-2ED0-748F-9B94-FA544F981851}" dt="2025-10-09T09:40:52" v="198"/>
          <ac:picMkLst>
            <pc:docMk/>
            <pc:sldMk cId="121863290" sldId="299"/>
            <ac:picMk id="6" creationId="{A1ED0D92-19B3-7D92-466B-DF54AB95BC3E}"/>
          </ac:picMkLst>
        </pc:picChg>
      </pc:sldChg>
      <pc:sldChg chg="addSp delSp modSp add ord replId modNotes">
        <pc:chgData name="Hannah Spittler" userId="S::hannah.spittler@stud.leuphana.de::4ddd3bb4-19fe-4a37-9dbc-bc32dc601e08" providerId="AD" clId="Web-{A65F6F53-2ED0-748F-9B94-FA544F981851}" dt="2025-10-09T10:23:09.074" v="1489"/>
        <pc:sldMkLst>
          <pc:docMk/>
          <pc:sldMk cId="4114819940" sldId="300"/>
        </pc:sldMkLst>
        <pc:picChg chg="add mod">
          <ac:chgData name="Hannah Spittler" userId="S::hannah.spittler@stud.leuphana.de::4ddd3bb4-19fe-4a37-9dbc-bc32dc601e08" providerId="AD" clId="Web-{A65F6F53-2ED0-748F-9B94-FA544F981851}" dt="2025-10-09T09:41:08.390" v="203"/>
          <ac:picMkLst>
            <pc:docMk/>
            <pc:sldMk cId="4114819940" sldId="300"/>
            <ac:picMk id="7" creationId="{E96FB5B9-8390-EE87-31EB-F41AF8817092}"/>
          </ac:picMkLst>
        </pc:picChg>
      </pc:sldChg>
      <pc:sldChg chg="addSp delSp modSp add ord replId">
        <pc:chgData name="Hannah Spittler" userId="S::hannah.spittler@stud.leuphana.de::4ddd3bb4-19fe-4a37-9dbc-bc32dc601e08" providerId="AD" clId="Web-{A65F6F53-2ED0-748F-9B94-FA544F981851}" dt="2025-10-09T10:09:23.992" v="1419"/>
        <pc:sldMkLst>
          <pc:docMk/>
          <pc:sldMk cId="1897097543" sldId="301"/>
        </pc:sldMkLst>
        <pc:picChg chg="add mod">
          <ac:chgData name="Hannah Spittler" userId="S::hannah.spittler@stud.leuphana.de::4ddd3bb4-19fe-4a37-9dbc-bc32dc601e08" providerId="AD" clId="Web-{A65F6F53-2ED0-748F-9B94-FA544F981851}" dt="2025-10-09T09:41:21.031" v="206"/>
          <ac:picMkLst>
            <pc:docMk/>
            <pc:sldMk cId="1897097543" sldId="301"/>
            <ac:picMk id="5" creationId="{482F00B0-B840-9D84-0C21-4E6F785FC105}"/>
          </ac:picMkLst>
        </pc:picChg>
      </pc:sldChg>
      <pc:sldChg chg="add ord replId modNotes">
        <pc:chgData name="Hannah Spittler" userId="S::hannah.spittler@stud.leuphana.de::4ddd3bb4-19fe-4a37-9dbc-bc32dc601e08" providerId="AD" clId="Web-{A65F6F53-2ED0-748F-9B94-FA544F981851}" dt="2025-10-09T09:56:07.161" v="580"/>
        <pc:sldMkLst>
          <pc:docMk/>
          <pc:sldMk cId="3045831365" sldId="302"/>
        </pc:sldMkLst>
      </pc:sldChg>
      <pc:sldChg chg="addSp modSp add replId modNotes">
        <pc:chgData name="Hannah Spittler" userId="S::hannah.spittler@stud.leuphana.de::4ddd3bb4-19fe-4a37-9dbc-bc32dc601e08" providerId="AD" clId="Web-{A65F6F53-2ED0-748F-9B94-FA544F981851}" dt="2025-10-09T10:34:24.528" v="1493" actId="1076"/>
        <pc:sldMkLst>
          <pc:docMk/>
          <pc:sldMk cId="161856097" sldId="303"/>
        </pc:sldMkLst>
        <pc:spChg chg="mod">
          <ac:chgData name="Hannah Spittler" userId="S::hannah.spittler@stud.leuphana.de::4ddd3bb4-19fe-4a37-9dbc-bc32dc601e08" providerId="AD" clId="Web-{A65F6F53-2ED0-748F-9B94-FA544F981851}" dt="2025-10-09T10:11:12.993" v="1442" actId="20577"/>
          <ac:spMkLst>
            <pc:docMk/>
            <pc:sldMk cId="161856097" sldId="303"/>
            <ac:spMk id="4" creationId="{FE06628D-F603-ABCB-90B6-A65B137996A7}"/>
          </ac:spMkLst>
        </pc:spChg>
        <pc:spChg chg="add mod">
          <ac:chgData name="Hannah Spittler" userId="S::hannah.spittler@stud.leuphana.de::4ddd3bb4-19fe-4a37-9dbc-bc32dc601e08" providerId="AD" clId="Web-{A65F6F53-2ED0-748F-9B94-FA544F981851}" dt="2025-10-09T10:18:10.001" v="1459" actId="1076"/>
          <ac:spMkLst>
            <pc:docMk/>
            <pc:sldMk cId="161856097" sldId="303"/>
            <ac:spMk id="5" creationId="{AF5BDA94-DE4E-6B5C-7CED-7D6B458533AC}"/>
          </ac:spMkLst>
        </pc:spChg>
        <pc:picChg chg="mod">
          <ac:chgData name="Hannah Spittler" userId="S::hannah.spittler@stud.leuphana.de::4ddd3bb4-19fe-4a37-9dbc-bc32dc601e08" providerId="AD" clId="Web-{A65F6F53-2ED0-748F-9B94-FA544F981851}" dt="2025-10-09T10:10:54.368" v="1422" actId="1076"/>
          <ac:picMkLst>
            <pc:docMk/>
            <pc:sldMk cId="161856097" sldId="303"/>
            <ac:picMk id="6" creationId="{FD89C11D-A0A5-15CA-6EE7-8EE8B6CC9C1A}"/>
          </ac:picMkLst>
        </pc:picChg>
        <pc:picChg chg="add mod">
          <ac:chgData name="Hannah Spittler" userId="S::hannah.spittler@stud.leuphana.de::4ddd3bb4-19fe-4a37-9dbc-bc32dc601e08" providerId="AD" clId="Web-{A65F6F53-2ED0-748F-9B94-FA544F981851}" dt="2025-10-09T10:34:24.528" v="1493" actId="1076"/>
          <ac:picMkLst>
            <pc:docMk/>
            <pc:sldMk cId="161856097" sldId="303"/>
            <ac:picMk id="7" creationId="{AB9899C0-5D71-2A8A-AD9C-2E109E1C7CC2}"/>
          </ac:picMkLst>
        </pc:picChg>
      </pc:sldChg>
      <pc:sldChg chg="modNotes">
        <pc:chgData name="Hannah Spittler" userId="S::hannah.spittler@stud.leuphana.de::4ddd3bb4-19fe-4a37-9dbc-bc32dc601e08" providerId="AD" clId="Web-{A65F6F53-2ED0-748F-9B94-FA544F981851}" dt="2025-10-09T09:43:54.319" v="247"/>
        <pc:sldMkLst>
          <pc:docMk/>
          <pc:sldMk cId="1395885060" sldId="304"/>
        </pc:sldMkLst>
      </pc:sldChg>
      <pc:sldChg chg="addSp delSp modSp add replId">
        <pc:chgData name="Hannah Spittler" userId="S::hannah.spittler@stud.leuphana.de::4ddd3bb4-19fe-4a37-9dbc-bc32dc601e08" providerId="AD" clId="Web-{A65F6F53-2ED0-748F-9B94-FA544F981851}" dt="2025-10-09T09:43:21.772" v="227"/>
        <pc:sldMkLst>
          <pc:docMk/>
          <pc:sldMk cId="1833510085" sldId="305"/>
        </pc:sldMkLst>
        <pc:picChg chg="add mod">
          <ac:chgData name="Hannah Spittler" userId="S::hannah.spittler@stud.leuphana.de::4ddd3bb4-19fe-4a37-9dbc-bc32dc601e08" providerId="AD" clId="Web-{A65F6F53-2ED0-748F-9B94-FA544F981851}" dt="2025-10-09T09:43:21.772" v="227"/>
          <ac:picMkLst>
            <pc:docMk/>
            <pc:sldMk cId="1833510085" sldId="305"/>
            <ac:picMk id="6" creationId="{F0F992A2-40DD-E366-7752-1238247D7111}"/>
          </ac:picMkLst>
        </pc:picChg>
      </pc:sldChg>
    </pc:docChg>
  </pc:docChgLst>
  <pc:docChgLst>
    <pc:chgData name="Finja Luisa Freitag" userId="S::finja.l.freitag@stud.leuphana.de::4a41d613-bb0d-4149-bc00-2e524c03bfba" providerId="AD" clId="Web-{EBEFBF3C-01ED-3B38-BC21-59A9A4728C30}"/>
    <pc:docChg chg="modSld">
      <pc:chgData name="Finja Luisa Freitag" userId="S::finja.l.freitag@stud.leuphana.de::4a41d613-bb0d-4149-bc00-2e524c03bfba" providerId="AD" clId="Web-{EBEFBF3C-01ED-3B38-BC21-59A9A4728C30}" dt="2025-11-21T11:21:11.483" v="1" actId="20577"/>
      <pc:docMkLst>
        <pc:docMk/>
      </pc:docMkLst>
      <pc:sldChg chg="modSp">
        <pc:chgData name="Finja Luisa Freitag" userId="S::finja.l.freitag@stud.leuphana.de::4a41d613-bb0d-4149-bc00-2e524c03bfba" providerId="AD" clId="Web-{EBEFBF3C-01ED-3B38-BC21-59A9A4728C30}" dt="2025-11-21T11:21:11.483" v="1" actId="20577"/>
        <pc:sldMkLst>
          <pc:docMk/>
          <pc:sldMk cId="1037531839" sldId="286"/>
        </pc:sldMkLst>
        <pc:spChg chg="mod">
          <ac:chgData name="Finja Luisa Freitag" userId="S::finja.l.freitag@stud.leuphana.de::4a41d613-bb0d-4149-bc00-2e524c03bfba" providerId="AD" clId="Web-{EBEFBF3C-01ED-3B38-BC21-59A9A4728C30}" dt="2025-11-21T11:21:11.483" v="1" actId="20577"/>
          <ac:spMkLst>
            <pc:docMk/>
            <pc:sldMk cId="1037531839" sldId="286"/>
            <ac:spMk id="3" creationId="{5DE23D01-D43F-B1B4-47C1-AD4F96C6F2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1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de-DE"/>
          </a:p>
          <a:p>
            <a:pPr marL="400050" lvl="1" indent="0">
              <a:buNone/>
              <a:defRPr/>
            </a:pPr>
            <a:r>
              <a:rPr lang="de-DE"/>
              <a:t>Hannah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86B13-1C36-6E86-61DD-DDA1F6E8AE3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8BEC5-956E-0BEE-34FE-23BA5D89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A0F8A-0150-6E94-EE4A-D14C28D477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ari</a:t>
            </a:r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0F9A7-8EF1-AAB6-E3B0-9F23A0BFA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27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4FE9-98D2-2EEE-178A-9DFDCCD8BD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E84FE-2924-1733-B22F-461789504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E2BAB-A5AF-D5B9-7228-9EF1FC7A8C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26F2B-75BE-940C-7160-0BF4B7062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821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err="1">
                <a:latin typeface="Calibri"/>
                <a:ea typeface="Calibri"/>
                <a:cs typeface="Calibri"/>
              </a:rPr>
              <a:t>leon</a:t>
            </a:r>
          </a:p>
        </p:txBody>
      </p:sp>
    </p:spTree>
    <p:extLst>
      <p:ext uri="{BB962C8B-B14F-4D97-AF65-F5344CB8AC3E}">
        <p14:creationId xmlns:p14="http://schemas.microsoft.com/office/powerpoint/2010/main" val="312833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leon</a:t>
            </a:r>
          </a:p>
        </p:txBody>
      </p:sp>
    </p:spTree>
    <p:extLst>
      <p:ext uri="{BB962C8B-B14F-4D97-AF65-F5344CB8AC3E}">
        <p14:creationId xmlns:p14="http://schemas.microsoft.com/office/powerpoint/2010/main" val="3428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leon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47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31DC-0028-C693-6E87-1609E1D0B3C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5A99C-0BAB-451A-5BA1-07C50B464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09203-282B-D3EE-1C7B-4531BE23B9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139700" indent="0">
              <a:buNone/>
              <a:defRPr/>
            </a:pPr>
            <a:r>
              <a:rPr lang="de-DE"/>
              <a:t>ari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B9F21-D8A9-E6EB-52AB-21AA4B445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948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E604-23B6-60E4-39ED-8AA08FE79C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8230D-40F4-3725-169F-8E0BB4705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2E3B3-0732-C479-4397-5D010530D5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139700" indent="0">
              <a:buNone/>
              <a:defRPr/>
            </a:pPr>
            <a:r>
              <a:rPr lang="de-DE"/>
              <a:t>Katharina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1F4E2-4278-C4C8-3544-C7E457ED6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9517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D5C3A-AB3A-F70A-DCCB-7FD23126C2A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DA1FF-F86B-86FA-CCA4-986D49C61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89958-DED6-803B-5C3F-317F3E0FE7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Ari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4575B-D28E-B3E5-B507-041EF1601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520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4D8D-36D4-C30A-C9EE-65A40DA7F6A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EECDD-6BA9-46CC-25F4-8B373925F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D4D5D8-3557-D970-E1CA-B4EC3A5120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Calibri"/>
              <a:buChar char="-"/>
              <a:defRPr/>
            </a:pPr>
            <a:r>
              <a:rPr lang="de-DE" err="1"/>
              <a:t>Prepared</a:t>
            </a:r>
            <a:r>
              <a:rPr lang="de-DE"/>
              <a:t> </a:t>
            </a:r>
            <a:r>
              <a:rPr lang="de-DE" err="1"/>
              <a:t>some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most</a:t>
            </a:r>
            <a:r>
              <a:rPr lang="de-DE"/>
              <a:t> </a:t>
            </a:r>
            <a:r>
              <a:rPr lang="de-DE" err="1"/>
              <a:t>important</a:t>
            </a:r>
            <a:r>
              <a:rPr lang="de-DE"/>
              <a:t> </a:t>
            </a:r>
            <a:r>
              <a:rPr lang="de-DE" err="1"/>
              <a:t>aspects</a:t>
            </a:r>
          </a:p>
          <a:p>
            <a:pPr>
              <a:buFont typeface="Calibri"/>
              <a:buChar char="-"/>
              <a:defRPr/>
            </a:pPr>
            <a:r>
              <a:rPr lang="de-DE"/>
              <a:t>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4BD96-B7A7-9D08-48B5-4E91A4B425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F71C9-B1D1-2F3E-4637-A33F591CE0D5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37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H: </a:t>
            </a:r>
          </a:p>
          <a:p>
            <a:pPr>
              <a:buNone/>
            </a:pPr>
            <a:r>
              <a:rPr lang="en-US"/>
              <a:t>Transition </a:t>
            </a:r>
          </a:p>
          <a:p>
            <a:pPr>
              <a:buNone/>
            </a:pPr>
            <a:r>
              <a:rPr lang="en-US"/>
              <a:t>– for may of you it is the first time to study</a:t>
            </a:r>
          </a:p>
          <a:p>
            <a:pPr marL="285750" indent="-285750">
              <a:buFont typeface="Calibri,Sans-Serif"/>
              <a:buChar char="-"/>
            </a:pPr>
            <a:r>
              <a:rPr lang="en-US"/>
              <a:t>Lots of things are new!</a:t>
            </a:r>
          </a:p>
          <a:p>
            <a:pPr marL="285750" indent="-285750">
              <a:buFont typeface="Calibri,Sans-Serif"/>
              <a:buChar char="-"/>
            </a:pPr>
            <a:r>
              <a:rPr lang="en-US"/>
              <a:t>Life can feel </a:t>
            </a:r>
            <a:r>
              <a:rPr lang="en-US" err="1"/>
              <a:t>comlicated</a:t>
            </a:r>
            <a:r>
              <a:rPr lang="en-US"/>
              <a:t> – like creating the timetable, getting settles etc.</a:t>
            </a:r>
          </a:p>
          <a:p>
            <a:pPr marL="285750" indent="-285750">
              <a:buFont typeface="Calibri,Sans-Serif"/>
              <a:buChar char="-"/>
            </a:pPr>
            <a:endParaRPr lang="en-US"/>
          </a:p>
          <a:p>
            <a:pPr marL="285750" indent="-285750">
              <a:buFont typeface="Calibri,Sans-Serif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69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,Sans-Serif"/>
              <a:buChar char="-"/>
            </a:pPr>
            <a:r>
              <a:rPr lang="en-US"/>
              <a:t>H;No worries, things will get better and easier</a:t>
            </a:r>
          </a:p>
          <a:p>
            <a:pPr marL="0" indent="0">
              <a:buNone/>
            </a:pPr>
            <a:r>
              <a:rPr lang="en-US">
                <a:ea typeface="Calibri"/>
              </a:rPr>
              <a:t>Hannah</a:t>
            </a: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4357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227C-32CE-3BEF-EE2F-2CD8733D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A81A6-CF71-E11B-531F-9623E5C53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B8D1A-1AD7-EAF2-F45C-E26C3C89A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,Sans-Serif"/>
              <a:buChar char="-"/>
            </a:pPr>
            <a:r>
              <a:rPr lang="en-US"/>
              <a:t>H; Come to the Help Desk!</a:t>
            </a:r>
          </a:p>
        </p:txBody>
      </p:sp>
    </p:spTree>
    <p:extLst>
      <p:ext uri="{BB962C8B-B14F-4D97-AF65-F5344CB8AC3E}">
        <p14:creationId xmlns:p14="http://schemas.microsoft.com/office/powerpoint/2010/main" val="661561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BA550-4505-0071-38F9-D0ABA570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8734F-D835-2845-BC25-5ED188E21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5DF2A-DEEF-23E4-AFBE-E19212225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,Sans-Serif"/>
              <a:buChar char="-"/>
            </a:pPr>
            <a:r>
              <a:rPr lang="en-US"/>
              <a:t>K:Come to the Help Desk!</a:t>
            </a:r>
          </a:p>
        </p:txBody>
      </p:sp>
    </p:spTree>
    <p:extLst>
      <p:ext uri="{BB962C8B-B14F-4D97-AF65-F5344CB8AC3E}">
        <p14:creationId xmlns:p14="http://schemas.microsoft.com/office/powerpoint/2010/main" val="2896249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  <a:p>
            <a:r>
              <a:rPr lang="de-DE"/>
              <a:t>L:Check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modules</a:t>
            </a:r>
            <a:r>
              <a:rPr lang="de-DE"/>
              <a:t> </a:t>
            </a:r>
            <a:r>
              <a:rPr lang="de-DE" err="1"/>
              <a:t>require</a:t>
            </a:r>
            <a:r>
              <a:rPr lang="de-DE"/>
              <a:t> </a:t>
            </a:r>
            <a:r>
              <a:rPr lang="de-DE" err="1"/>
              <a:t>attendance</a:t>
            </a:r>
            <a:r>
              <a:rPr lang="de-DE"/>
              <a:t>, </a:t>
            </a:r>
            <a:r>
              <a:rPr lang="de-DE" err="1"/>
              <a:t>most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them</a:t>
            </a:r>
            <a:r>
              <a:rPr lang="de-DE"/>
              <a:t> do not</a:t>
            </a:r>
          </a:p>
          <a:p>
            <a:r>
              <a:rPr lang="de-DE"/>
              <a:t>Higher own </a:t>
            </a:r>
            <a:r>
              <a:rPr lang="de-DE" err="1"/>
              <a:t>responisbility</a:t>
            </a:r>
            <a:endParaRPr lang="de-DE"/>
          </a:p>
          <a:p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then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decide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want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show</a:t>
            </a:r>
            <a:r>
              <a:rPr lang="de-DE"/>
              <a:t> </a:t>
            </a:r>
            <a:r>
              <a:rPr lang="de-DE" err="1"/>
              <a:t>up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not</a:t>
            </a:r>
          </a:p>
          <a:p>
            <a:r>
              <a:rPr lang="de-DE"/>
              <a:t>Ask </a:t>
            </a:r>
            <a:r>
              <a:rPr lang="de-DE" err="1"/>
              <a:t>yourselve</a:t>
            </a:r>
            <a:r>
              <a:rPr lang="de-DE"/>
              <a:t> – </a:t>
            </a:r>
            <a:r>
              <a:rPr lang="de-DE" err="1"/>
              <a:t>why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here</a:t>
            </a:r>
            <a:r>
              <a:rPr lang="de-DE"/>
              <a:t>? </a:t>
            </a:r>
            <a:r>
              <a:rPr lang="de-DE" err="1"/>
              <a:t>What</a:t>
            </a:r>
            <a:r>
              <a:rPr lang="de-DE"/>
              <a:t> di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want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learn</a:t>
            </a:r>
            <a:r>
              <a:rPr lang="de-DE"/>
              <a:t> and </a:t>
            </a:r>
            <a:r>
              <a:rPr lang="de-DE" err="1"/>
              <a:t>how</a:t>
            </a:r>
            <a:r>
              <a:rPr lang="de-DE"/>
              <a:t> do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learn</a:t>
            </a:r>
            <a:r>
              <a:rPr lang="de-DE"/>
              <a:t> </a:t>
            </a:r>
            <a:r>
              <a:rPr lang="de-DE" err="1"/>
              <a:t>best</a:t>
            </a:r>
            <a:r>
              <a:rPr lang="de-DE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85341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de-DE"/>
          </a:p>
          <a:p>
            <a:pPr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K:You are a lot more free in deciding what you want to </a:t>
            </a:r>
            <a:r>
              <a:rPr lang="en-US" err="1">
                <a:latin typeface="Calibri"/>
                <a:ea typeface="Calibri"/>
                <a:cs typeface="Calibri"/>
              </a:rPr>
              <a:t>to</a:t>
            </a:r>
            <a:r>
              <a:rPr lang="en-US">
                <a:latin typeface="Calibri"/>
                <a:ea typeface="Calibri"/>
                <a:cs typeface="Calibri"/>
              </a:rPr>
              <a:t> and how to study</a:t>
            </a:r>
          </a:p>
          <a:p>
            <a:pPr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Every study </a:t>
            </a:r>
            <a:r>
              <a:rPr lang="en-US" err="1">
                <a:latin typeface="Calibri"/>
                <a:ea typeface="Calibri"/>
                <a:cs typeface="Calibri"/>
              </a:rPr>
              <a:t>jouney</a:t>
            </a:r>
            <a:r>
              <a:rPr lang="en-US">
                <a:latin typeface="Calibri"/>
                <a:ea typeface="Calibri"/>
                <a:cs typeface="Calibri"/>
              </a:rPr>
              <a:t> is different – the path is the goal</a:t>
            </a:r>
          </a:p>
          <a:p>
            <a:pPr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No worries if you do things </a:t>
            </a:r>
            <a:r>
              <a:rPr lang="en-US" err="1">
                <a:latin typeface="Calibri"/>
                <a:ea typeface="Calibri"/>
                <a:cs typeface="Calibri"/>
              </a:rPr>
              <a:t>differantly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1126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L: Study </a:t>
            </a:r>
            <a:r>
              <a:rPr lang="de-DE" err="1"/>
              <a:t>together</a:t>
            </a:r>
            <a:r>
              <a:rPr lang="de-DE"/>
              <a:t> in </a:t>
            </a:r>
            <a:r>
              <a:rPr lang="de-DE" err="1"/>
              <a:t>groups</a:t>
            </a:r>
            <a:r>
              <a:rPr lang="de-DE"/>
              <a:t>, </a:t>
            </a:r>
            <a:r>
              <a:rPr lang="de-DE" err="1"/>
              <a:t>discuss</a:t>
            </a:r>
            <a:r>
              <a:rPr lang="de-DE"/>
              <a:t> </a:t>
            </a:r>
            <a:r>
              <a:rPr lang="de-DE" err="1"/>
              <a:t>content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lecture</a:t>
            </a:r>
            <a:r>
              <a:rPr lang="de-DE"/>
              <a:t> </a:t>
            </a:r>
          </a:p>
          <a:p>
            <a:r>
              <a:rPr lang="de-DE"/>
              <a:t>Study „</a:t>
            </a:r>
            <a:r>
              <a:rPr lang="de-DE" err="1"/>
              <a:t>as</a:t>
            </a:r>
            <a:r>
              <a:rPr lang="de-DE"/>
              <a:t> a </a:t>
            </a:r>
            <a:r>
              <a:rPr lang="de-DE" err="1"/>
              <a:t>team</a:t>
            </a:r>
            <a:r>
              <a:rPr lang="de-DE"/>
              <a:t>“ &gt; </a:t>
            </a:r>
            <a:r>
              <a:rPr lang="de-DE" err="1"/>
              <a:t>increases</a:t>
            </a:r>
            <a:r>
              <a:rPr lang="de-DE"/>
              <a:t> </a:t>
            </a:r>
            <a:r>
              <a:rPr lang="de-DE" err="1"/>
              <a:t>motivation</a:t>
            </a:r>
            <a:r>
              <a:rPr lang="de-DE"/>
              <a:t> and </a:t>
            </a:r>
            <a:r>
              <a:rPr lang="de-DE" err="1"/>
              <a:t>accountability</a:t>
            </a:r>
            <a:r>
              <a:rPr lang="de-DE"/>
              <a:t> </a:t>
            </a:r>
          </a:p>
          <a:p>
            <a:r>
              <a:rPr lang="de-DE"/>
              <a:t>Study </a:t>
            </a:r>
            <a:r>
              <a:rPr lang="de-DE" err="1"/>
              <a:t>buddy</a:t>
            </a:r>
            <a:r>
              <a:rPr lang="de-DE"/>
              <a:t> - </a:t>
            </a:r>
            <a:r>
              <a:rPr lang="de-DE" err="1"/>
              <a:t>Hannah´s</a:t>
            </a:r>
            <a:r>
              <a:rPr lang="de-DE"/>
              <a:t> </a:t>
            </a:r>
            <a:r>
              <a:rPr lang="de-DE" err="1"/>
              <a:t>experience</a:t>
            </a:r>
            <a:endParaRPr lang="de-DE"/>
          </a:p>
          <a:p>
            <a:endParaRPr lang="de-DE"/>
          </a:p>
          <a:p>
            <a:pPr marL="139700" indent="0">
              <a:buNone/>
            </a:pPr>
            <a:r>
              <a:rPr lang="de-DE"/>
              <a:t>Hannah </a:t>
            </a:r>
            <a:r>
              <a:rPr lang="de-DE" err="1"/>
              <a:t>until</a:t>
            </a:r>
            <a:r>
              <a:rPr lang="de-DE"/>
              <a:t> </a:t>
            </a:r>
            <a:r>
              <a:rPr lang="de-DE" err="1"/>
              <a:t>here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48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K:Profs mainly do </a:t>
            </a:r>
            <a:r>
              <a:rPr lang="en-US" err="1">
                <a:latin typeface="Calibri"/>
                <a:ea typeface="Calibri"/>
                <a:cs typeface="Calibri"/>
              </a:rPr>
              <a:t>reaseach</a:t>
            </a:r>
            <a:r>
              <a:rPr lang="en-US">
                <a:latin typeface="Calibri"/>
                <a:ea typeface="Calibri"/>
                <a:cs typeface="Calibri"/>
              </a:rPr>
              <a:t>, they publish papers and your learning is only a small part of their job</a:t>
            </a:r>
          </a:p>
          <a:p>
            <a:pPr>
              <a:buFont typeface="Calibri"/>
              <a:buChar char="-"/>
            </a:pPr>
            <a:r>
              <a:rPr lang="en-US"/>
              <a:t>Profs are not responsible for your learning process 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Font typeface="Calibri"/>
              <a:buChar char="-"/>
            </a:pPr>
            <a:r>
              <a:rPr lang="en-US">
                <a:ea typeface="Calibri"/>
              </a:rPr>
              <a:t>Ask questions to learn and understand -&gt; when they get </a:t>
            </a:r>
            <a:r>
              <a:rPr lang="en-US" err="1">
                <a:ea typeface="Calibri"/>
              </a:rPr>
              <a:t>los</a:t>
            </a:r>
            <a:r>
              <a:rPr lang="en-US">
                <a:ea typeface="Calibri"/>
              </a:rPr>
              <a:t> in details</a:t>
            </a:r>
          </a:p>
          <a:p>
            <a:pPr>
              <a:buFont typeface="Calibri"/>
              <a:buChar char="-"/>
            </a:pPr>
            <a:r>
              <a:rPr lang="en-US">
                <a:ea typeface="Calibri"/>
              </a:rPr>
              <a:t>If you have a question or are </a:t>
            </a:r>
            <a:r>
              <a:rPr lang="en-US" err="1">
                <a:ea typeface="Calibri"/>
              </a:rPr>
              <a:t>unure</a:t>
            </a:r>
            <a:r>
              <a:rPr lang="en-US">
                <a:ea typeface="Calibri"/>
              </a:rPr>
              <a:t> about something, probably 5-10 people have the same questions</a:t>
            </a:r>
          </a:p>
          <a:p>
            <a:pPr>
              <a:buFont typeface="Calibri"/>
              <a:buChar char="-"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2392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en-US"/>
              <a:t>ari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In </a:t>
            </a:r>
            <a:r>
              <a:rPr lang="en-US" err="1"/>
              <a:t>uni</a:t>
            </a:r>
            <a:r>
              <a:rPr lang="en-US"/>
              <a:t> you can change and influence your study experience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If you don´t like </a:t>
            </a:r>
            <a:r>
              <a:rPr lang="en-US" err="1"/>
              <a:t>smth</a:t>
            </a:r>
            <a:r>
              <a:rPr lang="en-US"/>
              <a:t> find out where to complain and write nice e-mails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But complaining with out doing something is </a:t>
            </a:r>
            <a:r>
              <a:rPr lang="en-US" err="1"/>
              <a:t>wack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/>
              <a:t>Go to quality circle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What is a quality circle?</a:t>
            </a:r>
          </a:p>
        </p:txBody>
      </p:sp>
    </p:spTree>
    <p:extLst>
      <p:ext uri="{BB962C8B-B14F-4D97-AF65-F5344CB8AC3E}">
        <p14:creationId xmlns:p14="http://schemas.microsoft.com/office/powerpoint/2010/main" val="1545253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ari:Join the FGV to find out!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FGV = Fach Gruppen </a:t>
            </a:r>
            <a:r>
              <a:rPr lang="en-US" err="1">
                <a:latin typeface="Calibri"/>
                <a:ea typeface="Calibri"/>
                <a:cs typeface="Calibri"/>
              </a:rPr>
              <a:t>Vertretung</a:t>
            </a:r>
            <a:r>
              <a:rPr lang="en-US">
                <a:latin typeface="Calibri"/>
                <a:ea typeface="Calibri"/>
                <a:cs typeface="Calibri"/>
              </a:rPr>
              <a:t> = a group of study peers in higher semesters that </a:t>
            </a:r>
            <a:r>
              <a:rPr lang="en-US" err="1">
                <a:latin typeface="Calibri"/>
                <a:ea typeface="Calibri"/>
                <a:cs typeface="Calibri"/>
              </a:rPr>
              <a:t>orgaised</a:t>
            </a:r>
            <a:r>
              <a:rPr lang="en-US">
                <a:latin typeface="Calibri"/>
                <a:ea typeface="Calibri"/>
                <a:cs typeface="Calibri"/>
              </a:rPr>
              <a:t> themselves to help others and make nice social offers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They also have study materials and old exams </a:t>
            </a:r>
          </a:p>
        </p:txBody>
      </p:sp>
    </p:spTree>
    <p:extLst>
      <p:ext uri="{BB962C8B-B14F-4D97-AF65-F5344CB8AC3E}">
        <p14:creationId xmlns:p14="http://schemas.microsoft.com/office/powerpoint/2010/main" val="32600759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a:Buuut in all the things that are happening - don’t overload yourselves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The </a:t>
            </a:r>
            <a:r>
              <a:rPr lang="en-US" err="1">
                <a:latin typeface="Calibri"/>
                <a:ea typeface="Calibri"/>
                <a:cs typeface="Calibri"/>
              </a:rPr>
              <a:t>Leuphana</a:t>
            </a:r>
            <a:r>
              <a:rPr lang="en-US">
                <a:latin typeface="Calibri"/>
                <a:ea typeface="Calibri"/>
                <a:cs typeface="Calibri"/>
              </a:rPr>
              <a:t> Semester will be the most stressful semester, because so many things a new (new place, new people, new systems)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But it is not there so kick or filter people out – all of </a:t>
            </a:r>
            <a:r>
              <a:rPr lang="en-US" err="1">
                <a:latin typeface="Calibri"/>
                <a:ea typeface="Calibri"/>
                <a:cs typeface="Calibri"/>
              </a:rPr>
              <a:t>oyu</a:t>
            </a:r>
            <a:r>
              <a:rPr lang="en-US">
                <a:latin typeface="Calibri"/>
                <a:ea typeface="Calibri"/>
                <a:cs typeface="Calibri"/>
              </a:rPr>
              <a:t> will make it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You can also try out something else next summer semester </a:t>
            </a:r>
          </a:p>
          <a:p>
            <a:pPr marL="285750" indent="-285750">
              <a:buFont typeface="Calibri"/>
              <a:buChar char="-"/>
            </a:pP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latin typeface="Calibri"/>
                <a:ea typeface="Calibri"/>
                <a:cs typeface="Calibri"/>
              </a:rPr>
              <a:t>Ari</a:t>
            </a:r>
          </a:p>
        </p:txBody>
      </p:sp>
    </p:spTree>
    <p:extLst>
      <p:ext uri="{BB962C8B-B14F-4D97-AF65-F5344CB8AC3E}">
        <p14:creationId xmlns:p14="http://schemas.microsoft.com/office/powerpoint/2010/main" val="2309640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ha</a:t>
            </a:r>
          </a:p>
        </p:txBody>
      </p:sp>
    </p:spTree>
    <p:extLst>
      <p:ext uri="{BB962C8B-B14F-4D97-AF65-F5344CB8AC3E}">
        <p14:creationId xmlns:p14="http://schemas.microsoft.com/office/powerpoint/2010/main" val="2070970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ha</a:t>
            </a:r>
          </a:p>
        </p:txBody>
      </p:sp>
    </p:spTree>
    <p:extLst>
      <p:ext uri="{BB962C8B-B14F-4D97-AF65-F5344CB8AC3E}">
        <p14:creationId xmlns:p14="http://schemas.microsoft.com/office/powerpoint/2010/main" val="1064075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>
                <a:latin typeface="Calibri"/>
                <a:ea typeface="Calibri"/>
                <a:cs typeface="Calibri"/>
              </a:rPr>
              <a:t>L</a:t>
            </a:r>
          </a:p>
          <a:p>
            <a:pPr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55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1790700"/>
          </a:xfrm>
        </p:spPr>
        <p:txBody>
          <a:bodyPr anchor="b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102822" y="3194219"/>
            <a:ext cx="6858000" cy="391596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pPr>
              <a:defRPr/>
            </a:pPr>
            <a:r>
              <a:rPr lang="de-DE"/>
              <a:t>Tutor:</a:t>
            </a:r>
            <a:endParaRPr/>
          </a:p>
          <a:p>
            <a:pPr>
              <a:defRPr/>
            </a:pPr>
            <a:r>
              <a:rPr lang="de-DE"/>
              <a:t>Date: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1009333" y="253259"/>
            <a:ext cx="1404703" cy="132166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281392" y="2212337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883" y="-130302"/>
            <a:ext cx="1947126" cy="2034242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499118" y="493623"/>
            <a:ext cx="1736763" cy="1457318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274238" y="-352704"/>
            <a:ext cx="1600562" cy="1594025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183369" y="3910726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525253" y="-281905"/>
            <a:ext cx="1079111" cy="14324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2333380" y="1359246"/>
            <a:ext cx="4871083" cy="3240000"/>
          </a:xfrm>
        </p:spPr>
        <p:txBody>
          <a:bodyPr/>
          <a:lstStyle>
            <a:lvl1pPr marL="257175" indent="-257175">
              <a:buFont typeface="+mj-lt"/>
              <a:buAutoNum type="arabicPeriod"/>
              <a:defRPr sz="1800"/>
            </a:lvl1pPr>
            <a:lvl2pPr marL="485775" indent="-257175">
              <a:buFont typeface="+mj-lt"/>
              <a:buAutoNum type="romanLcPeriod"/>
              <a:defRPr sz="18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47588" y="1091697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241837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50930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972000" y="1369414"/>
            <a:ext cx="7200000" cy="324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03070" y="-401868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385884" y="108129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823310" y="-18835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405768" y="1869879"/>
            <a:ext cx="1254981" cy="104779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8659208" y="1141819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1977806"/>
          </a:xfrm>
        </p:spPr>
        <p:txBody>
          <a:bodyPr lIns="90000" anchor="b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53400" y="3245645"/>
            <a:ext cx="7200000" cy="1039907"/>
          </a:xfrm>
        </p:spPr>
        <p:txBody>
          <a:bodyPr lIns="90000"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953400" y="1085850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520063" y="-41671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68338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9720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4610100" y="1369218"/>
            <a:ext cx="3561900" cy="32639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20597" y="73093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334366" y="465464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26629" y="-26985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203778" y="425211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8200771" y="357236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7"/>
          <p:cNvSpPr/>
          <p:nvPr userDrawn="1"/>
        </p:nvSpPr>
        <p:spPr bwMode="auto">
          <a:xfrm rot="7860678">
            <a:off x="8458522" y="3343840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587312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261269"/>
            <a:ext cx="3526181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72000" y="1878807"/>
            <a:ext cx="3526181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4629151" y="1261269"/>
            <a:ext cx="3542850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4629151" y="1878807"/>
            <a:ext cx="3542850" cy="27638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8302970" y="3145869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7"/>
          <p:cNvSpPr/>
          <p:nvPr userDrawn="1"/>
        </p:nvSpPr>
        <p:spPr bwMode="auto">
          <a:xfrm rot="7860678">
            <a:off x="8336347" y="2932849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8355052" y="526573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7695168" y="-263701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Freeform 12"/>
          <p:cNvSpPr/>
          <p:nvPr userDrawn="1"/>
        </p:nvSpPr>
        <p:spPr bwMode="auto">
          <a:xfrm rot="7628196">
            <a:off x="8578643" y="65966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624791" y="2068765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6"/>
          <p:cNvSpPr/>
          <p:nvPr userDrawn="1"/>
        </p:nvSpPr>
        <p:spPr bwMode="auto">
          <a:xfrm rot="7860678">
            <a:off x="-377688" y="2336570"/>
            <a:ext cx="800477" cy="822848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377291" y="-103887"/>
            <a:ext cx="941388" cy="84247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306763" y="-466327"/>
            <a:ext cx="1304903" cy="1296699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317117" y="-65398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46472" y="301604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408800" y="-370708"/>
            <a:ext cx="1456094" cy="155485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7916997" y="356402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63273" y="3613160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148477" y="3943212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924497" y="-196079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175579" y="2794604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408800" y="-370708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7679348" y="1225890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6"/>
          <p:cNvSpPr/>
          <p:nvPr userDrawn="1"/>
        </p:nvSpPr>
        <p:spPr bwMode="auto">
          <a:xfrm rot="7860678">
            <a:off x="351399" y="2868168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7870781" y="494660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7415292" y="-128621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8513894" y="2483256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309959" y="3495606"/>
            <a:ext cx="1647048" cy="137703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8106435" y="541755"/>
            <a:ext cx="1106586" cy="113686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972000" y="740569"/>
            <a:ext cx="2617783" cy="630000"/>
          </a:xfrm>
        </p:spPr>
        <p:txBody>
          <a:bodyPr anchor="b"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887787" y="740569"/>
            <a:ext cx="4284213" cy="36552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5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32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3887788" y="740569"/>
            <a:ext cx="4284212" cy="3655219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172348" y="-51867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92445" y="8538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8464614" y="-142622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871470" y="-53583"/>
            <a:ext cx="881884" cy="74719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972000" y="740569"/>
            <a:ext cx="2617783" cy="630000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1600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7"/>
          <p:cNvSpPr/>
          <p:nvPr userDrawn="1"/>
        </p:nvSpPr>
        <p:spPr bwMode="auto">
          <a:xfrm rot="7860678">
            <a:off x="8125978" y="4092803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093141" y="1201564"/>
            <a:ext cx="6858000" cy="3118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5147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102822" y="1197109"/>
            <a:ext cx="6858000" cy="31189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7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102822" y="1205384"/>
            <a:ext cx="6858000" cy="3110692"/>
          </a:xfrm>
        </p:spPr>
        <p:txBody>
          <a:bodyPr anchor="ctr"/>
          <a:lstStyle>
            <a:lvl1pPr algn="ctr">
              <a:defRPr sz="3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7716851" y="3566735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31650" y="157853"/>
            <a:ext cx="800477" cy="745172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7938453" y="2403662"/>
            <a:ext cx="1186907" cy="796382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6010783" y="3445901"/>
            <a:ext cx="751320" cy="79638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819900" y="3319345"/>
            <a:ext cx="974652" cy="79638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4838862" y="3461046"/>
            <a:ext cx="1129342" cy="79638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5663452" y="2532242"/>
            <a:ext cx="1016933" cy="79638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7242634" y="1610492"/>
            <a:ext cx="887671" cy="79638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8110215" y="4263375"/>
            <a:ext cx="1040121" cy="796382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1174630" y="2400004"/>
            <a:ext cx="1096610" cy="796382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8046601" y="1573302"/>
            <a:ext cx="1078758" cy="796382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1485260" y="1915657"/>
            <a:ext cx="598450" cy="419877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455258" y="371497"/>
            <a:ext cx="602899" cy="590266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3044197" y="1787344"/>
            <a:ext cx="487469" cy="487469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2257175" y="1768498"/>
            <a:ext cx="502567" cy="502567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3112532" y="862396"/>
            <a:ext cx="622970" cy="799612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2490469" y="856525"/>
            <a:ext cx="451964" cy="783036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700"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3953034" y="875127"/>
            <a:ext cx="811428" cy="781450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700"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5071112" y="1825887"/>
            <a:ext cx="863029" cy="57921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5850062" y="445288"/>
            <a:ext cx="1460500" cy="10541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7264809" y="608962"/>
            <a:ext cx="1860550" cy="10414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6877905" y="2425108"/>
            <a:ext cx="863029" cy="726761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6116484" y="1547700"/>
            <a:ext cx="943808" cy="877409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4337980" y="2706391"/>
            <a:ext cx="1310095" cy="537406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5708567" y="4450677"/>
            <a:ext cx="1195255" cy="578612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3651866" y="3468365"/>
            <a:ext cx="1144417" cy="793875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8092365" y="3339198"/>
            <a:ext cx="974652" cy="759729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2762724" y="3423649"/>
            <a:ext cx="781191" cy="788702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4721573" y="4543052"/>
            <a:ext cx="823451" cy="489558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2479165" y="4320618"/>
            <a:ext cx="969969" cy="681896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3627971" y="4462442"/>
            <a:ext cx="853281" cy="568855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7029668" y="4212351"/>
            <a:ext cx="1016933" cy="769332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2346799" y="2400151"/>
            <a:ext cx="831850" cy="762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3247154" y="2524678"/>
            <a:ext cx="901700" cy="78105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1191182" y="4234357"/>
            <a:ext cx="829270" cy="747326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1387706" y="3291089"/>
            <a:ext cx="1282700" cy="80645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4915631" y="1000385"/>
            <a:ext cx="934431" cy="605512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3679869" y="1770274"/>
            <a:ext cx="1188887" cy="65991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98519" y="3483555"/>
            <a:ext cx="1049499" cy="773873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13765" y="4356037"/>
            <a:ext cx="1083635" cy="714738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152696" y="1112985"/>
            <a:ext cx="1056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700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662423" y="126722"/>
            <a:ext cx="1819154" cy="660379"/>
          </a:xfrm>
          <a:prstGeom prst="rect">
            <a:avLst/>
          </a:prstGeom>
        </p:spPr>
      </p:pic>
      <p:pic>
        <p:nvPicPr>
          <p:cNvPr id="6" name="Grafik 5"/>
          <p:cNvPicPr/>
          <p:nvPr userDrawn="1"/>
        </p:nvPicPr>
        <p:blipFill>
          <a:blip r:embed="rId3"/>
          <a:srcRect t="228"/>
          <a:stretch/>
        </p:blipFill>
        <p:spPr bwMode="auto">
          <a:xfrm>
            <a:off x="7104296" y="977112"/>
            <a:ext cx="2053664" cy="4180348"/>
          </a:xfrm>
          <a:prstGeom prst="rect">
            <a:avLst/>
          </a:prstGeom>
          <a:ln w="6350" cmpd="sng">
            <a:noFill/>
          </a:ln>
        </p:spPr>
      </p:pic>
      <p:pic>
        <p:nvPicPr>
          <p:cNvPr id="7" name="Grafik 6"/>
          <p:cNvPicPr/>
          <p:nvPr userDrawn="1"/>
        </p:nvPicPr>
        <p:blipFill>
          <a:blip r:embed="rId4"/>
          <a:stretch/>
        </p:blipFill>
        <p:spPr bwMode="auto">
          <a:xfrm>
            <a:off x="0" y="977112"/>
            <a:ext cx="629199" cy="4189907"/>
          </a:xfrm>
          <a:prstGeom prst="rect">
            <a:avLst/>
          </a:prstGeom>
          <a:ln w="6350" cmpd="sng">
            <a:noFill/>
          </a:ln>
        </p:spPr>
      </p:pic>
      <p:sp>
        <p:nvSpPr>
          <p:cNvPr id="12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214545" y="1248156"/>
            <a:ext cx="5666877" cy="649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de-DE" sz="20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Google Shape;84;p13"/>
          <p:cNvCxnSpPr>
            <a:cxnSpLocks/>
          </p:cNvCxnSpPr>
          <p:nvPr userDrawn="1"/>
        </p:nvCxnSpPr>
        <p:spPr bwMode="auto">
          <a:xfrm>
            <a:off x="-9000" y="1775736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3;p17"/>
          <p:cNvSpPr/>
          <p:nvPr userDrawn="1"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21.11.2025</a:t>
            </a:fld>
            <a:endParaRPr lang="de-DE" sz="1000">
              <a:latin typeface="Arial Narrow"/>
            </a:endParaRPr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Lora"/>
                <a:ea typeface="Lora"/>
                <a:cs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Ankommen im Studium und im Tutorium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  <a:endParaRPr/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Datum: </a:t>
            </a:r>
            <a:fld id="{5BF2FA79-8D02-314B-B27B-263F8194F41D}" type="datetime1">
              <a:rPr lang="de-DE" sz="1000">
                <a:solidFill>
                  <a:sysClr val="windowText" lastClr="000000"/>
                </a:solidFill>
                <a:latin typeface="Arial Narrow"/>
              </a:rPr>
              <a:t>21.11.2025</a:t>
            </a:fld>
            <a:endParaRPr lang="de-DE" sz="1000">
              <a:latin typeface="Arial Narrow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8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" name="Grafik 10" descr="Würfel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685" y="927021"/>
            <a:ext cx="373690" cy="373690"/>
          </a:xfrm>
          <a:prstGeom prst="rect">
            <a:avLst/>
          </a:prstGeom>
        </p:spPr>
      </p:pic>
      <p:sp>
        <p:nvSpPr>
          <p:cNvPr id="18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Edit master title format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972000" y="1384556"/>
            <a:ext cx="7200000" cy="32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Edit master text format</a:t>
            </a:r>
            <a:endParaRPr/>
          </a:p>
          <a:p>
            <a:pPr lvl="1">
              <a:defRPr/>
            </a:pPr>
            <a:r>
              <a:rPr lang="de-DE"/>
              <a:t>Second level</a:t>
            </a:r>
            <a:endParaRPr/>
          </a:p>
          <a:p>
            <a:pPr lvl="2">
              <a:defRPr/>
            </a:pPr>
            <a:r>
              <a:rPr lang="de-DE"/>
              <a:t>Third level</a:t>
            </a:r>
            <a:endParaRPr/>
          </a:p>
          <a:p>
            <a:pPr lvl="3">
              <a:defRPr/>
            </a:pPr>
            <a:r>
              <a:rPr lang="de-DE"/>
              <a:t>Fourth level</a:t>
            </a:r>
            <a:endParaRPr/>
          </a:p>
          <a:p>
            <a:pPr lvl="4">
              <a:defRPr/>
            </a:pPr>
            <a:r>
              <a:rPr lang="de-DE"/>
              <a:t>Fifth level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lang="de-DE" sz="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>
        <a:lnSpc>
          <a:spcPct val="90000"/>
        </a:lnSpc>
        <a:spcBef>
          <a:spcPts val="0"/>
        </a:spcBef>
        <a:buNone/>
        <a:defRPr sz="2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10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>
        <a:lnSpc>
          <a:spcPct val="90000"/>
        </a:lnSpc>
        <a:spcBef>
          <a:spcPts val="250"/>
        </a:spcBef>
        <a:buFont typeface="Arial"/>
        <a:buChar char="•"/>
        <a:defRPr sz="9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>
        <a:defRPr sz="9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3618160" y="938155"/>
            <a:ext cx="4357026" cy="17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>
              <a:defRPr/>
            </a:pPr>
            <a:r>
              <a:rPr lang="en-GB" sz="3200"/>
              <a:t>Welcome to the </a:t>
            </a:r>
            <a:r>
              <a:rPr lang="en-GB" sz="3200" err="1"/>
              <a:t>Leuphana</a:t>
            </a:r>
            <a:r>
              <a:rPr lang="en-GB" sz="3200"/>
              <a:t> </a:t>
            </a:r>
            <a:r>
              <a:rPr lang="en-GB" sz="3200" err="1"/>
              <a:t>Tutorium</a:t>
            </a:r>
            <a:r>
              <a:rPr lang="en-GB" sz="3200"/>
              <a:t>!</a:t>
            </a:r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 bwMode="auto">
          <a:xfrm>
            <a:off x="3618160" y="2728855"/>
            <a:ext cx="4269921" cy="39159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defRPr/>
            </a:pPr>
            <a:r>
              <a:rPr lang="de-DE" sz="1800"/>
              <a:t>School vs. University</a:t>
            </a:r>
            <a:endParaRPr lang="de-DE"/>
          </a:p>
          <a:p>
            <a:pPr algn="l">
              <a:defRPr/>
            </a:pPr>
            <a:r>
              <a:rPr lang="de-DE" sz="1800"/>
              <a:t>15.10.2025</a:t>
            </a:r>
          </a:p>
          <a:p>
            <a:pPr algn="l">
              <a:defRPr/>
            </a:pPr>
            <a:r>
              <a:rPr lang="de-DE" sz="1800"/>
              <a:t>Hannah Splitter, Ariane Steiner, Leon Stöcker and Katharina Lohner</a:t>
            </a:r>
          </a:p>
        </p:txBody>
      </p:sp>
      <p:sp>
        <p:nvSpPr>
          <p:cNvPr id="2" name="Google Shape;103;p17"/>
          <p:cNvSpPr/>
          <p:nvPr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5" name="Grafik 4" descr="Ein Bild, das Text, Mobiliar, Screenshot, Lampe enthält.&#10;&#10;KI-generierte Inhalte können fehlerhaft sein.">
            <a:extLst>
              <a:ext uri="{FF2B5EF4-FFF2-40B4-BE49-F238E27FC236}">
                <a16:creationId xmlns:a16="http://schemas.microsoft.com/office/drawing/2014/main" id="{EB55D913-3AE1-6A45-334B-177E8CB4A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859" y="0"/>
            <a:ext cx="36347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E40439-8AD8-A7CC-EEE2-733B2884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/>
              <a:t>Agenda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47076D-E019-B8B4-A434-8E3DB883606B}"/>
              </a:ext>
            </a:extLst>
          </p:cNvPr>
          <p:cNvSpPr txBox="1">
            <a:spLocks/>
          </p:cNvSpPr>
          <p:nvPr/>
        </p:nvSpPr>
        <p:spPr bwMode="auto">
          <a:xfrm>
            <a:off x="2028702" y="1903500"/>
            <a:ext cx="5636677" cy="17912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defRPr/>
            </a:pPr>
            <a:r>
              <a:rPr lang="de-DE" sz="2000" err="1"/>
              <a:t>Structure</a:t>
            </a:r>
            <a:r>
              <a:rPr lang="de-DE" sz="2000"/>
              <a:t> </a:t>
            </a:r>
            <a:r>
              <a:rPr lang="de-DE" sz="2000" err="1"/>
              <a:t>of</a:t>
            </a:r>
            <a:r>
              <a:rPr lang="de-DE" sz="2000"/>
              <a:t> </a:t>
            </a:r>
            <a:r>
              <a:rPr lang="de-DE" sz="2000" err="1"/>
              <a:t>the</a:t>
            </a:r>
            <a:r>
              <a:rPr lang="de-DE" sz="2000"/>
              <a:t> Leuphana Semester Tutorium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 sz="2000"/>
              <a:t>Quick Activity Break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 sz="2000"/>
              <a:t>Comparing School and University</a:t>
            </a:r>
          </a:p>
        </p:txBody>
      </p:sp>
    </p:spTree>
    <p:extLst>
      <p:ext uri="{BB962C8B-B14F-4D97-AF65-F5344CB8AC3E}">
        <p14:creationId xmlns:p14="http://schemas.microsoft.com/office/powerpoint/2010/main" val="253297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de-DE" err="1"/>
              <a:t>Structure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Leuphana Tutorium</a:t>
            </a:r>
          </a:p>
        </p:txBody>
      </p:sp>
      <p:sp>
        <p:nvSpPr>
          <p:cNvPr id="4" name="Textplatzhalter 3"/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324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defRPr/>
            </a:pPr>
            <a:r>
              <a:rPr lang="en-GB" sz="2000"/>
              <a:t>Team made up out of older students</a:t>
            </a: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 sz="2000"/>
              <a:t>Weekly lightning talks (Wednesday, 14.15, HS 1)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 sz="2000"/>
              <a:t>Regarding different topics relevant to studying and a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 sz="2000"/>
              <a:t>Help Desk in the </a:t>
            </a:r>
            <a:r>
              <a:rPr lang="en-GB" sz="2000" err="1"/>
              <a:t>trafos</a:t>
            </a:r>
            <a:r>
              <a:rPr lang="en-GB" sz="2000"/>
              <a:t>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 sz="2000"/>
              <a:t>Here to help you with all questions regarding starting university and studying</a:t>
            </a:r>
          </a:p>
        </p:txBody>
      </p:sp>
      <p:grpSp>
        <p:nvGrpSpPr>
          <p:cNvPr id="5" name="Google Shape;138;p20"/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3DC4839-DD73-BA18-0AA9-5A297036B9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DE23D01-D43F-B1B4-47C1-AD4F96C6F2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de-DE" err="1"/>
              <a:t>Structure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 sz="3100"/>
              <a:t> Leuphana Tutoriu</a:t>
            </a:r>
            <a:r>
              <a:rPr lang="de-DE"/>
              <a:t>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0ACEB1-5282-F5F0-DB8A-4E5E791DBA5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77435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/>
              <a:t>We</a:t>
            </a:r>
            <a:r>
              <a:rPr lang="de-DE" sz="2000"/>
              <a:t> </a:t>
            </a:r>
            <a:r>
              <a:rPr lang="de-DE" sz="2000" err="1"/>
              <a:t>are</a:t>
            </a:r>
            <a:r>
              <a:rPr lang="de-DE" sz="2000"/>
              <a:t> 16 </a:t>
            </a:r>
            <a:r>
              <a:rPr lang="de-DE" sz="2000" err="1"/>
              <a:t>experienced</a:t>
            </a:r>
            <a:r>
              <a:rPr lang="de-DE" sz="2000"/>
              <a:t> </a:t>
            </a:r>
            <a:r>
              <a:rPr lang="de-DE" sz="2000" err="1"/>
              <a:t>students</a:t>
            </a:r>
            <a:r>
              <a:rPr lang="de-DE" sz="2000"/>
              <a:t> </a:t>
            </a:r>
            <a:r>
              <a:rPr lang="de-DE" sz="2000" err="1"/>
              <a:t>that</a:t>
            </a:r>
            <a:r>
              <a:rPr lang="de-DE" sz="2000"/>
              <a:t> will </a:t>
            </a:r>
            <a:r>
              <a:rPr lang="de-DE" sz="2000" err="1"/>
              <a:t>help</a:t>
            </a:r>
            <a:r>
              <a:rPr lang="de-DE" sz="2000"/>
              <a:t> </a:t>
            </a:r>
            <a:r>
              <a:rPr lang="de-DE" sz="2000" err="1"/>
              <a:t>you</a:t>
            </a:r>
            <a:r>
              <a:rPr lang="de-DE" sz="2000"/>
              <a:t> </a:t>
            </a:r>
            <a:r>
              <a:rPr lang="de-DE" sz="2000" err="1"/>
              <a:t>throughout</a:t>
            </a:r>
            <a:r>
              <a:rPr lang="de-DE" sz="2000"/>
              <a:t> </a:t>
            </a:r>
            <a:r>
              <a:rPr lang="de-DE" sz="2000" err="1"/>
              <a:t>the</a:t>
            </a:r>
            <a:r>
              <a:rPr lang="de-DE" sz="2000"/>
              <a:t> Leuphana Semester</a:t>
            </a:r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044067B1-90DA-DB7E-C639-38DF37CCFAA6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9D8A28DC-3124-CDA5-7E32-F83BC3647112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9BE24F3B-2F6D-9E2B-0A58-E8250FE74B3F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9DEA0C19-4404-C8DB-A8F0-B8BA9EC0C26A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914B5909-CBED-26C7-B313-04B0733CC5B8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07A0F4F0-25BC-9835-2394-27B50A2EC74B}"/>
              </a:ext>
            </a:extLst>
          </p:cNvPr>
          <p:cNvSpPr txBox="1"/>
          <p:nvPr/>
        </p:nvSpPr>
        <p:spPr>
          <a:xfrm>
            <a:off x="2608567" y="2507275"/>
            <a:ext cx="1498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/>
              <a:t>Lightning Talks</a:t>
            </a:r>
          </a:p>
        </p:txBody>
      </p:sp>
      <p:pic>
        <p:nvPicPr>
          <p:cNvPr id="12" name="Grafik 11" descr="Fragen mit einfarbiger Füllung">
            <a:extLst>
              <a:ext uri="{FF2B5EF4-FFF2-40B4-BE49-F238E27FC236}">
                <a16:creationId xmlns:a16="http://schemas.microsoft.com/office/drawing/2014/main" id="{CB4828D2-999A-5EAE-2CD2-291C5743B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6633" y="2461336"/>
            <a:ext cx="914400" cy="914400"/>
          </a:xfrm>
          <a:prstGeom prst="rect">
            <a:avLst/>
          </a:prstGeom>
        </p:spPr>
      </p:pic>
      <p:pic>
        <p:nvPicPr>
          <p:cNvPr id="14" name="Grafik 13" descr="Prüfliste mit einfarbiger Füllung">
            <a:extLst>
              <a:ext uri="{FF2B5EF4-FFF2-40B4-BE49-F238E27FC236}">
                <a16:creationId xmlns:a16="http://schemas.microsoft.com/office/drawing/2014/main" id="{B2DA5923-116B-5A70-A131-E8840519D2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490" y="2426392"/>
            <a:ext cx="914400" cy="9144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CAC8918C-4338-AA9E-2149-C2492D53F452}"/>
              </a:ext>
            </a:extLst>
          </p:cNvPr>
          <p:cNvSpPr txBox="1"/>
          <p:nvPr/>
        </p:nvSpPr>
        <p:spPr bwMode="auto">
          <a:xfrm>
            <a:off x="6035710" y="268646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/>
            </a:lvl1pPr>
          </a:lstStyle>
          <a:p>
            <a:r>
              <a:rPr lang="de-DE"/>
              <a:t>Help Desk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C28CD2FB-0AC9-E267-F3B6-1C730D8DEF5A}"/>
              </a:ext>
            </a:extLst>
          </p:cNvPr>
          <p:cNvSpPr txBox="1">
            <a:spLocks/>
          </p:cNvSpPr>
          <p:nvPr/>
        </p:nvSpPr>
        <p:spPr bwMode="auto">
          <a:xfrm>
            <a:off x="1369964" y="3394355"/>
            <a:ext cx="3506835" cy="1308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92500"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Wen., HS 1 14:15 – 14:45 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/>
              <a:t>Giving</a:t>
            </a:r>
            <a:r>
              <a:rPr lang="de-DE" sz="2000"/>
              <a:t> </a:t>
            </a:r>
            <a:r>
              <a:rPr lang="de-DE" sz="2000" err="1"/>
              <a:t>you</a:t>
            </a:r>
            <a:r>
              <a:rPr lang="de-DE" sz="2000"/>
              <a:t> relevant </a:t>
            </a:r>
            <a:r>
              <a:rPr lang="de-DE" sz="2000" err="1"/>
              <a:t>information</a:t>
            </a:r>
            <a:r>
              <a:rPr lang="de-DE" sz="2000"/>
              <a:t> </a:t>
            </a:r>
            <a:r>
              <a:rPr lang="de-DE" sz="2000" err="1"/>
              <a:t>about</a:t>
            </a:r>
            <a:r>
              <a:rPr lang="de-DE" sz="2000"/>
              <a:t> </a:t>
            </a:r>
            <a:r>
              <a:rPr lang="de-DE" sz="2000" err="1"/>
              <a:t>studying</a:t>
            </a: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5F43AFE7-82CE-343A-9A2A-0444E9E6FFAE}"/>
              </a:ext>
            </a:extLst>
          </p:cNvPr>
          <p:cNvSpPr txBox="1">
            <a:spLocks/>
          </p:cNvSpPr>
          <p:nvPr/>
        </p:nvSpPr>
        <p:spPr bwMode="auto">
          <a:xfrm>
            <a:off x="4843569" y="3433050"/>
            <a:ext cx="3430634" cy="169558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Mo., Wen. &amp; Fr.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Individual support </a:t>
            </a:r>
            <a:r>
              <a:rPr lang="de-DE" sz="2000" err="1"/>
              <a:t>for</a:t>
            </a:r>
            <a:r>
              <a:rPr lang="de-DE" sz="2000"/>
              <a:t> all  </a:t>
            </a:r>
            <a:r>
              <a:rPr lang="de-DE" sz="2000" err="1"/>
              <a:t>questions</a:t>
            </a:r>
            <a:r>
              <a:rPr lang="de-DE" sz="2000"/>
              <a:t> </a:t>
            </a:r>
            <a:r>
              <a:rPr lang="de-DE" sz="2000" err="1"/>
              <a:t>regarding</a:t>
            </a:r>
            <a:r>
              <a:rPr lang="de-DE" sz="2000"/>
              <a:t> University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103753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76559C0-4D9E-69FE-BE94-12488BC3A0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73D6F2F-10E0-8D75-C3D7-684970C5A6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0937" y="733820"/>
            <a:ext cx="4878673" cy="630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de-DE" err="1"/>
              <a:t>Structure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Leuphana Tutorium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FB90EF3-F2A5-0409-F722-993AC882881E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94167" y="1507929"/>
            <a:ext cx="5636677" cy="774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/>
              <a:t>We</a:t>
            </a:r>
            <a:r>
              <a:rPr lang="de-DE" sz="2000"/>
              <a:t> </a:t>
            </a:r>
            <a:r>
              <a:rPr lang="de-DE" sz="2000" err="1"/>
              <a:t>are</a:t>
            </a:r>
            <a:r>
              <a:rPr lang="de-DE" sz="2000"/>
              <a:t> 16 </a:t>
            </a:r>
            <a:r>
              <a:rPr lang="de-DE" sz="2000" err="1"/>
              <a:t>experienced</a:t>
            </a:r>
            <a:r>
              <a:rPr lang="de-DE" sz="2000"/>
              <a:t> </a:t>
            </a:r>
            <a:r>
              <a:rPr lang="de-DE" sz="2000" err="1"/>
              <a:t>students</a:t>
            </a:r>
            <a:r>
              <a:rPr lang="de-DE" sz="2000"/>
              <a:t> </a:t>
            </a:r>
            <a:r>
              <a:rPr lang="de-DE" sz="2000" err="1"/>
              <a:t>that</a:t>
            </a:r>
            <a:r>
              <a:rPr lang="de-DE" sz="2000"/>
              <a:t> will </a:t>
            </a:r>
            <a:r>
              <a:rPr lang="de-DE" sz="2000" err="1"/>
              <a:t>help</a:t>
            </a:r>
            <a:r>
              <a:rPr lang="de-DE" sz="2000"/>
              <a:t> </a:t>
            </a:r>
            <a:r>
              <a:rPr lang="de-DE" sz="2000" err="1"/>
              <a:t>you</a:t>
            </a:r>
            <a:r>
              <a:rPr lang="de-DE" sz="2000"/>
              <a:t> </a:t>
            </a:r>
            <a:r>
              <a:rPr lang="de-DE" sz="2000" err="1"/>
              <a:t>throughout</a:t>
            </a:r>
            <a:r>
              <a:rPr lang="de-DE" sz="2000"/>
              <a:t> </a:t>
            </a:r>
            <a:r>
              <a:rPr lang="de-DE" sz="2000" err="1"/>
              <a:t>the</a:t>
            </a:r>
            <a:r>
              <a:rPr lang="de-DE" sz="2000"/>
              <a:t> </a:t>
            </a:r>
            <a:r>
              <a:rPr lang="de-DE" sz="2000" err="1"/>
              <a:t>Leuphan</a:t>
            </a:r>
            <a:r>
              <a:rPr lang="de-DE" sz="2000"/>
              <a:t> Semester</a:t>
            </a:r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D3A86FC2-B120-23F8-1ECC-C43C83DB2C70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B1B55886-AC3C-E304-1782-639E1AB69AF1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769B7BCE-1586-D6BE-8FB4-8EFF2E1C1354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5A579ED7-4D1C-CA89-4DCD-061334BE41B7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E790180E-456F-0E85-40F7-8EBD45E2B0C1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F9A3DD74-239E-0BF2-2573-C16CAAE8FBA1}"/>
              </a:ext>
            </a:extLst>
          </p:cNvPr>
          <p:cNvSpPr txBox="1"/>
          <p:nvPr/>
        </p:nvSpPr>
        <p:spPr>
          <a:xfrm>
            <a:off x="2608567" y="2507275"/>
            <a:ext cx="1498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/>
              <a:t>Lightning Talks</a:t>
            </a:r>
          </a:p>
        </p:txBody>
      </p:sp>
      <p:pic>
        <p:nvPicPr>
          <p:cNvPr id="12" name="Grafik 11" descr="Fragen mit einfarbiger Füllung">
            <a:extLst>
              <a:ext uri="{FF2B5EF4-FFF2-40B4-BE49-F238E27FC236}">
                <a16:creationId xmlns:a16="http://schemas.microsoft.com/office/drawing/2014/main" id="{8FAFAB9D-BC8E-6DA4-30FA-E2F642E5E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6633" y="2461336"/>
            <a:ext cx="914400" cy="914400"/>
          </a:xfrm>
          <a:prstGeom prst="rect">
            <a:avLst/>
          </a:prstGeom>
        </p:spPr>
      </p:pic>
      <p:pic>
        <p:nvPicPr>
          <p:cNvPr id="14" name="Grafik 13" descr="Prüfliste mit einfarbiger Füllung">
            <a:extLst>
              <a:ext uri="{FF2B5EF4-FFF2-40B4-BE49-F238E27FC236}">
                <a16:creationId xmlns:a16="http://schemas.microsoft.com/office/drawing/2014/main" id="{B7B315F7-50B9-C3B8-604E-CB4379EE6C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9490" y="2426392"/>
            <a:ext cx="914400" cy="9144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3CC180B-A16A-7E51-AFCC-A0AE023D94E5}"/>
              </a:ext>
            </a:extLst>
          </p:cNvPr>
          <p:cNvSpPr txBox="1"/>
          <p:nvPr/>
        </p:nvSpPr>
        <p:spPr bwMode="auto">
          <a:xfrm>
            <a:off x="6035710" y="268646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/>
            </a:lvl1pPr>
          </a:lstStyle>
          <a:p>
            <a:r>
              <a:rPr lang="de-DE"/>
              <a:t>Help Desk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50F1E9E5-28F2-74C2-A4AE-757A63A112AC}"/>
              </a:ext>
            </a:extLst>
          </p:cNvPr>
          <p:cNvSpPr txBox="1">
            <a:spLocks/>
          </p:cNvSpPr>
          <p:nvPr/>
        </p:nvSpPr>
        <p:spPr bwMode="auto">
          <a:xfrm>
            <a:off x="1369964" y="3394355"/>
            <a:ext cx="3506835" cy="1308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92500"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Wen., HS 1 14:15 – 14:45 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 err="1"/>
              <a:t>Giving</a:t>
            </a:r>
            <a:r>
              <a:rPr lang="de-DE" sz="2000"/>
              <a:t> </a:t>
            </a:r>
            <a:r>
              <a:rPr lang="de-DE" sz="2000" err="1"/>
              <a:t>you</a:t>
            </a:r>
            <a:r>
              <a:rPr lang="de-DE" sz="2000"/>
              <a:t> relevant </a:t>
            </a:r>
            <a:r>
              <a:rPr lang="de-DE" sz="2000" err="1"/>
              <a:t>information</a:t>
            </a:r>
            <a:r>
              <a:rPr lang="de-DE" sz="2000"/>
              <a:t> </a:t>
            </a:r>
            <a:r>
              <a:rPr lang="de-DE" sz="2000" err="1"/>
              <a:t>about</a:t>
            </a:r>
            <a:r>
              <a:rPr lang="de-DE" sz="2000"/>
              <a:t> </a:t>
            </a:r>
            <a:r>
              <a:rPr lang="de-DE" sz="2000" err="1"/>
              <a:t>studying</a:t>
            </a:r>
            <a:endParaRPr lang="de-DE" sz="200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FE62B1C3-BDCB-B064-D3A1-B4E0EE58B76F}"/>
              </a:ext>
            </a:extLst>
          </p:cNvPr>
          <p:cNvSpPr txBox="1">
            <a:spLocks/>
          </p:cNvSpPr>
          <p:nvPr/>
        </p:nvSpPr>
        <p:spPr bwMode="auto">
          <a:xfrm>
            <a:off x="4843569" y="3433050"/>
            <a:ext cx="3430634" cy="169558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Mo., Wen. &amp; Fr. 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r>
              <a:rPr lang="de-DE" sz="2000"/>
              <a:t>Individual support </a:t>
            </a:r>
            <a:r>
              <a:rPr lang="de-DE" sz="2000" err="1"/>
              <a:t>for</a:t>
            </a:r>
            <a:r>
              <a:rPr lang="de-DE" sz="2000"/>
              <a:t> all  </a:t>
            </a:r>
            <a:r>
              <a:rPr lang="de-DE" sz="2000" err="1"/>
              <a:t>questions</a:t>
            </a:r>
            <a:r>
              <a:rPr lang="de-DE" sz="2000"/>
              <a:t> </a:t>
            </a:r>
            <a:r>
              <a:rPr lang="de-DE" sz="2000" err="1"/>
              <a:t>regarding</a:t>
            </a:r>
            <a:r>
              <a:rPr lang="de-DE" sz="2000"/>
              <a:t> University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v"/>
              <a:defRPr/>
            </a:pPr>
            <a:endParaRPr lang="de-DE" sz="2000"/>
          </a:p>
        </p:txBody>
      </p:sp>
      <p:pic>
        <p:nvPicPr>
          <p:cNvPr id="11" name="Grafik 10" descr="Ein Bild, das Text, Person, Kleidung, Softdrink enthält.&#10;&#10;KI-generierte Inhalte können fehlerhaft sein.">
            <a:extLst>
              <a:ext uri="{FF2B5EF4-FFF2-40B4-BE49-F238E27FC236}">
                <a16:creationId xmlns:a16="http://schemas.microsoft.com/office/drawing/2014/main" id="{6157A09E-789D-5F6A-5779-E0F8235B5D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8856" y="0"/>
            <a:ext cx="45862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11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2E9A2-F4E3-52D9-3008-F9F99121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B5AF4C58-2386-D410-5B3C-759BF1B52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1483"/>
            <a:ext cx="8865766" cy="4194041"/>
          </a:xfr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8393A067-9749-C87B-8BDA-C7889BB03180}"/>
              </a:ext>
            </a:extLst>
          </p:cNvPr>
          <p:cNvSpPr/>
          <p:nvPr/>
        </p:nvSpPr>
        <p:spPr>
          <a:xfrm rot="20202165">
            <a:off x="1506034" y="644491"/>
            <a:ext cx="716058" cy="5264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13061D92-80C1-E3CC-72C5-33BB6988FC2F}"/>
              </a:ext>
            </a:extLst>
          </p:cNvPr>
          <p:cNvSpPr/>
          <p:nvPr/>
        </p:nvSpPr>
        <p:spPr>
          <a:xfrm rot="20202165">
            <a:off x="1046912" y="1710796"/>
            <a:ext cx="716058" cy="5264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151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B905585-3B30-55B7-F040-502B09E6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184" y="1725083"/>
            <a:ext cx="6686550" cy="1905000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DD2B719C-6F72-F6AB-113F-15C815C3FD1C}"/>
              </a:ext>
            </a:extLst>
          </p:cNvPr>
          <p:cNvSpPr/>
          <p:nvPr/>
        </p:nvSpPr>
        <p:spPr>
          <a:xfrm rot="1453037">
            <a:off x="1926914" y="1685948"/>
            <a:ext cx="882395" cy="598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185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F9D115F-6089-6D39-F4E4-B8074FF6B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13" y="1092220"/>
            <a:ext cx="7732339" cy="2959059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A23C93C8-7740-7581-04F5-9CE90DFF6F44}"/>
              </a:ext>
            </a:extLst>
          </p:cNvPr>
          <p:cNvSpPr/>
          <p:nvPr/>
        </p:nvSpPr>
        <p:spPr>
          <a:xfrm>
            <a:off x="7217416" y="2701085"/>
            <a:ext cx="813230" cy="6970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9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1871302-B6DE-EF31-BB4D-EEDB6FE6155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A4E5134-C66F-3E2B-8F6C-2952D32E2A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21712" y="720305"/>
            <a:ext cx="4982751" cy="630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de-DE" err="1"/>
              <a:t>Structure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Leuphana Tutorium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3805F3-21DF-289E-E35E-E9F63604E03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665295" y="1315907"/>
            <a:ext cx="5636677" cy="1161667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/>
              <a:t>Help Desk in the </a:t>
            </a:r>
            <a:r>
              <a:rPr lang="en-GB" err="1"/>
              <a:t>trafos</a:t>
            </a:r>
            <a:r>
              <a:rPr lang="en-GB"/>
              <a:t> (Monday &amp; Friday 10-16, Wednesday: 12-18)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r>
              <a:rPr lang="en-GB" err="1"/>
              <a:t>Trafos</a:t>
            </a:r>
            <a:r>
              <a:rPr lang="en-GB"/>
              <a:t>: C 25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defRPr/>
            </a:pPr>
            <a:endParaRPr lang="en-GB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818D30E7-0DAB-6D76-12C5-A7B30B294D41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3175E986-4FB5-8F00-B910-72CC6CE9D17F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3841DDF5-A729-7152-AF6D-51DFE66F317E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C45C8A60-B993-9403-9501-45B9A64EBCE8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0B6E79CF-E8B2-BEA2-08C4-E9A4D42644AA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2" name="Grafik 1" descr="Ein Bild, das Text, Plan, Diagramm, Karte enthält.&#10;&#10;KI-generierte Inhalte können fehlerhaft sein.">
            <a:extLst>
              <a:ext uri="{FF2B5EF4-FFF2-40B4-BE49-F238E27FC236}">
                <a16:creationId xmlns:a16="http://schemas.microsoft.com/office/drawing/2014/main" id="{9AB47E71-C915-7BC4-75BE-DD2A0DDA8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68" y="2361481"/>
            <a:ext cx="4675107" cy="2641839"/>
          </a:xfrm>
          <a:prstGeom prst="rect">
            <a:avLst/>
          </a:prstGeom>
        </p:spPr>
      </p:pic>
      <p:sp>
        <p:nvSpPr>
          <p:cNvPr id="6" name="Pfeil: nach links 5">
            <a:extLst>
              <a:ext uri="{FF2B5EF4-FFF2-40B4-BE49-F238E27FC236}">
                <a16:creationId xmlns:a16="http://schemas.microsoft.com/office/drawing/2014/main" id="{75209108-184D-9B6D-5602-89299EAFAD38}"/>
              </a:ext>
            </a:extLst>
          </p:cNvPr>
          <p:cNvSpPr/>
          <p:nvPr/>
        </p:nvSpPr>
        <p:spPr>
          <a:xfrm>
            <a:off x="4897170" y="4125414"/>
            <a:ext cx="697675" cy="1632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D57A32B-0254-934C-715A-A914A3EBD030}"/>
              </a:ext>
            </a:extLst>
          </p:cNvPr>
          <p:cNvSpPr txBox="1"/>
          <p:nvPr/>
        </p:nvSpPr>
        <p:spPr>
          <a:xfrm>
            <a:off x="5601708" y="4208738"/>
            <a:ext cx="8748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/>
              <a:t>Trafos</a:t>
            </a:r>
          </a:p>
        </p:txBody>
      </p:sp>
      <p:sp>
        <p:nvSpPr>
          <p:cNvPr id="12" name="Pfeil: nach unten 11">
            <a:extLst>
              <a:ext uri="{FF2B5EF4-FFF2-40B4-BE49-F238E27FC236}">
                <a16:creationId xmlns:a16="http://schemas.microsoft.com/office/drawing/2014/main" id="{52970EEC-41BF-5212-99F6-C00EDD2BC8F2}"/>
              </a:ext>
            </a:extLst>
          </p:cNvPr>
          <p:cNvSpPr/>
          <p:nvPr/>
        </p:nvSpPr>
        <p:spPr>
          <a:xfrm>
            <a:off x="4298083" y="3062657"/>
            <a:ext cx="185551" cy="5566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5E96C4C-524A-6A21-2119-6F417986933B}"/>
              </a:ext>
            </a:extLst>
          </p:cNvPr>
          <p:cNvSpPr txBox="1"/>
          <p:nvPr/>
        </p:nvSpPr>
        <p:spPr>
          <a:xfrm>
            <a:off x="3767895" y="2665926"/>
            <a:ext cx="13328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897476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6BA3AD1-3611-0A87-37D5-BEBA710541D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Flussdiagramm: Verbinder zu einer anderen Seite 11">
            <a:extLst>
              <a:ext uri="{FF2B5EF4-FFF2-40B4-BE49-F238E27FC236}">
                <a16:creationId xmlns:a16="http://schemas.microsoft.com/office/drawing/2014/main" id="{7E24B2EA-CB7B-6393-6DD4-FC9E210626AE}"/>
              </a:ext>
            </a:extLst>
          </p:cNvPr>
          <p:cNvSpPr/>
          <p:nvPr/>
        </p:nvSpPr>
        <p:spPr bwMode="auto">
          <a:xfrm rot="16200000" flipH="1">
            <a:off x="2681375" y="2160622"/>
            <a:ext cx="1133878" cy="35097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Verbinder zu einer anderen Seite 10">
            <a:extLst>
              <a:ext uri="{FF2B5EF4-FFF2-40B4-BE49-F238E27FC236}">
                <a16:creationId xmlns:a16="http://schemas.microsoft.com/office/drawing/2014/main" id="{28F76071-665E-B87C-B08B-BED72E711417}"/>
              </a:ext>
            </a:extLst>
          </p:cNvPr>
          <p:cNvSpPr/>
          <p:nvPr/>
        </p:nvSpPr>
        <p:spPr>
          <a:xfrm rot="16200000" flipH="1">
            <a:off x="2809700" y="961779"/>
            <a:ext cx="877228" cy="35097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C99CC0A-F3B4-4A3E-7747-DABEEADA97F1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de-DE" err="1"/>
              <a:t>Activity</a:t>
            </a:r>
            <a:r>
              <a:rPr lang="de-DE"/>
              <a:t> Break (1)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968230-3EDA-3C23-6B6C-809601CB7E7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493446" y="2385294"/>
            <a:ext cx="3078554" cy="877229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r>
              <a:rPr lang="en-GB" sz="2000">
                <a:solidFill>
                  <a:schemeClr val="bg1"/>
                </a:solidFill>
              </a:rPr>
              <a:t>What did you do before you started studying here?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GB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AEB9C67C-EBD9-8CF8-281D-8BFF61234879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76A0BD92-8961-960E-2B51-53643D61D7AD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0FA328DF-3A1D-9A20-4309-13A947E0543A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570D3BD4-0037-FAC2-6E2D-ABDC9E314F38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C8BFF5E0-6750-7A7E-FF28-D30E5DBFF475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EB007E05-105B-4908-6E53-F9842F311172}"/>
              </a:ext>
            </a:extLst>
          </p:cNvPr>
          <p:cNvSpPr txBox="1">
            <a:spLocks/>
          </p:cNvSpPr>
          <p:nvPr/>
        </p:nvSpPr>
        <p:spPr bwMode="auto">
          <a:xfrm>
            <a:off x="1538049" y="3611695"/>
            <a:ext cx="2922438" cy="1376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+mj-lt"/>
              <a:buNone/>
              <a:defRPr/>
            </a:pPr>
            <a:r>
              <a:rPr lang="en-GB" sz="2000">
                <a:solidFill>
                  <a:schemeClr val="bg1"/>
                </a:solidFill>
              </a:rPr>
              <a:t>Scan the QR or go to 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https://particify.rz.tu-bs.de/p/41074492</a:t>
            </a:r>
            <a:endParaRPr lang="en-GB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+mj-lt"/>
              <a:buNone/>
              <a:defRPr/>
            </a:pPr>
            <a:endParaRPr lang="en-GB" sz="200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ClrTx/>
              <a:buFont typeface="+mj-lt"/>
              <a:buNone/>
              <a:defRPr/>
            </a:pPr>
            <a:endParaRPr lang="en-GB"/>
          </a:p>
        </p:txBody>
      </p:sp>
      <p:pic>
        <p:nvPicPr>
          <p:cNvPr id="2" name="Grafik 1" descr="Ein Bild, das Muster, Grafiken, Pixel, Design enthält.&#10;&#10;KI-generierte Inhalte können fehlerhaft sein.">
            <a:extLst>
              <a:ext uri="{FF2B5EF4-FFF2-40B4-BE49-F238E27FC236}">
                <a16:creationId xmlns:a16="http://schemas.microsoft.com/office/drawing/2014/main" id="{9FDF265C-3E6A-507B-1D92-C4408BDB8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054" y="2102303"/>
            <a:ext cx="2354036" cy="232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3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45EA20-44E3-A4AE-4056-95A96B95769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Flussdiagramm: Verbinder zu einer anderen Seite 11">
            <a:extLst>
              <a:ext uri="{FF2B5EF4-FFF2-40B4-BE49-F238E27FC236}">
                <a16:creationId xmlns:a16="http://schemas.microsoft.com/office/drawing/2014/main" id="{9E3C0D6A-DFF9-074F-8BB5-F02F4B226820}"/>
              </a:ext>
            </a:extLst>
          </p:cNvPr>
          <p:cNvSpPr/>
          <p:nvPr/>
        </p:nvSpPr>
        <p:spPr bwMode="auto">
          <a:xfrm rot="16200000" flipH="1">
            <a:off x="2681375" y="2160622"/>
            <a:ext cx="1133878" cy="35097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Verbinder zu einer anderen Seite 10">
            <a:extLst>
              <a:ext uri="{FF2B5EF4-FFF2-40B4-BE49-F238E27FC236}">
                <a16:creationId xmlns:a16="http://schemas.microsoft.com/office/drawing/2014/main" id="{63437B44-1F3E-FD88-2ACC-CD3635D7984B}"/>
              </a:ext>
            </a:extLst>
          </p:cNvPr>
          <p:cNvSpPr/>
          <p:nvPr/>
        </p:nvSpPr>
        <p:spPr>
          <a:xfrm rot="16200000" flipH="1">
            <a:off x="2809700" y="961779"/>
            <a:ext cx="877228" cy="3509737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F9DC8B9-D957-4F47-336E-C1D0E0C4AD84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de-DE" err="1"/>
              <a:t>Activity</a:t>
            </a:r>
            <a:r>
              <a:rPr lang="de-DE"/>
              <a:t> Break (2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E22921-4881-A2A7-D19F-54891B7C946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1493446" y="2385294"/>
            <a:ext cx="3078554" cy="877229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None/>
              <a:defRPr/>
            </a:pPr>
            <a:r>
              <a:rPr lang="en-GB" sz="2000">
                <a:solidFill>
                  <a:schemeClr val="bg1"/>
                </a:solidFill>
              </a:rPr>
              <a:t>What did you do before you started studying here?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  <a:defRPr/>
            </a:pPr>
            <a:endParaRPr lang="en-GB"/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CDDDE13D-ACAF-D951-4944-C870493DCC5E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EDF2AAE8-0D75-1ED6-74A6-EAE9D6BC548D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DDD88D5E-AF2A-1B59-C87E-F73BFB1E9525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771B5B98-73C1-92D9-344F-9CBE5E219767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379D9309-2D2F-A548-77A1-E14306697A89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6" name="Grafik 5" descr="Ein Bild, das Muster, Grafiken, Pixel, Design enthält.&#10;&#10;KI-generierte Inhalte können fehlerhaft sein.">
            <a:extLst>
              <a:ext uri="{FF2B5EF4-FFF2-40B4-BE49-F238E27FC236}">
                <a16:creationId xmlns:a16="http://schemas.microsoft.com/office/drawing/2014/main" id="{CC269D12-1314-280A-34B8-F0B0F665D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468" y="2192006"/>
            <a:ext cx="2141034" cy="2141034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5E7678BF-267E-74C1-8C19-C70DD5ED324F}"/>
              </a:ext>
            </a:extLst>
          </p:cNvPr>
          <p:cNvSpPr txBox="1">
            <a:spLocks/>
          </p:cNvSpPr>
          <p:nvPr/>
        </p:nvSpPr>
        <p:spPr bwMode="auto">
          <a:xfrm>
            <a:off x="1538049" y="3611695"/>
            <a:ext cx="2922438" cy="1376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57175" indent="-257175" algn="l" defTabSz="457200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5775" indent="-257175" algn="l" defTabSz="457200">
              <a:lnSpc>
                <a:spcPct val="90000"/>
              </a:lnSpc>
              <a:spcBef>
                <a:spcPts val="250"/>
              </a:spcBef>
              <a:buFont typeface="+mj-lt"/>
              <a:buAutoNum type="romanLcPeriod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>
              <a:lnSpc>
                <a:spcPct val="90000"/>
              </a:lnSpc>
              <a:spcBef>
                <a:spcPts val="250"/>
              </a:spcBef>
              <a:buFont typeface="Arial"/>
              <a:buChar char="•"/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+mj-lt"/>
              <a:buNone/>
              <a:defRPr/>
            </a:pPr>
            <a:r>
              <a:rPr lang="en-GB" sz="2000">
                <a:solidFill>
                  <a:schemeClr val="bg1"/>
                </a:solidFill>
              </a:rPr>
              <a:t>Scan the QR or go to 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+mj-lt"/>
              <a:buNone/>
              <a:defRPr/>
            </a:pPr>
            <a:r>
              <a:rPr lang="en-GB" sz="2000">
                <a:solidFill>
                  <a:schemeClr val="bg1"/>
                </a:solidFill>
              </a:rPr>
              <a:t>https://particify.rz.tu-bs.de/p/54466981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FFB435"/>
              </a:buClr>
              <a:buFont typeface="+mj-lt"/>
              <a:buNone/>
              <a:defRPr/>
            </a:pPr>
            <a:endParaRPr lang="en-GB" sz="200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ClrTx/>
              <a:buFont typeface="+mj-lt"/>
              <a:buNone/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85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4629A60-884D-501D-BC5F-621A9A06862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236FD72-B938-2907-C79D-F51297D1DE7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186660" y="1930967"/>
            <a:ext cx="4767161" cy="630000"/>
          </a:xfrm>
        </p:spPr>
        <p:txBody>
          <a:bodyPr/>
          <a:lstStyle/>
          <a:p>
            <a:pPr algn="ctr">
              <a:defRPr/>
            </a:pPr>
            <a:r>
              <a:rPr lang="de-DE"/>
              <a:t>University vs. School</a:t>
            </a:r>
          </a:p>
        </p:txBody>
      </p:sp>
      <p:grpSp>
        <p:nvGrpSpPr>
          <p:cNvPr id="5" name="Google Shape;138;p20">
            <a:extLst>
              <a:ext uri="{FF2B5EF4-FFF2-40B4-BE49-F238E27FC236}">
                <a16:creationId xmlns:a16="http://schemas.microsoft.com/office/drawing/2014/main" id="{860A3D48-0119-1A5B-B4F6-F41D6670B984}"/>
              </a:ext>
            </a:extLst>
          </p:cNvPr>
          <p:cNvGrpSpPr>
            <a:grpSpLocks noChangeAspect="1"/>
          </p:cNvGrpSpPr>
          <p:nvPr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7" name="Google Shape;139;p20">
              <a:extLst>
                <a:ext uri="{FF2B5EF4-FFF2-40B4-BE49-F238E27FC236}">
                  <a16:creationId xmlns:a16="http://schemas.microsoft.com/office/drawing/2014/main" id="{A6BC9747-58D2-B88B-AF3E-9F42B635E69C}"/>
                </a:ext>
              </a:extLst>
            </p:cNvPr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" name="Google Shape;140;p20">
              <a:extLst>
                <a:ext uri="{FF2B5EF4-FFF2-40B4-BE49-F238E27FC236}">
                  <a16:creationId xmlns:a16="http://schemas.microsoft.com/office/drawing/2014/main" id="{6B93694E-1AAF-3BB5-3847-9A9E1007F9CF}"/>
                </a:ext>
              </a:extLst>
            </p:cNvPr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" name="Google Shape;141;p20">
              <a:extLst>
                <a:ext uri="{FF2B5EF4-FFF2-40B4-BE49-F238E27FC236}">
                  <a16:creationId xmlns:a16="http://schemas.microsoft.com/office/drawing/2014/main" id="{562F57E7-9855-6203-3ECA-D4D2AF7A5F29}"/>
                </a:ext>
              </a:extLst>
            </p:cNvPr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" name="Google Shape;142;p20">
              <a:extLst>
                <a:ext uri="{FF2B5EF4-FFF2-40B4-BE49-F238E27FC236}">
                  <a16:creationId xmlns:a16="http://schemas.microsoft.com/office/drawing/2014/main" id="{B502C250-334F-16AF-3C00-B6A773EFE2AE}"/>
                </a:ext>
              </a:extLst>
            </p:cNvPr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77150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502DF-EA0F-E6CA-EF3F-4317A9222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43EF55-6375-AE85-189D-8F68C00206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9DF126A-40E7-4FC6-1C19-49D67E418EF6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 descr="Ein Bild, das Text, Kleidung, Person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877F863E-28AA-2F4F-2E57-E61F3B8A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0"/>
            <a:ext cx="5638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9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9A854-D15E-662F-FF18-A7E4424EE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ED2F8-8FB6-720A-781E-B26642E9A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B598E9-67BB-247B-7A5D-1D8E50EBB8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E06628D-F603-ABCB-90B6-A65B137996A7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89C11D-A0A5-15CA-6EE7-8EE8B6CC9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98" y="237226"/>
            <a:ext cx="3590925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5BDA94-DE4E-6B5C-7CED-7D6B458533AC}"/>
              </a:ext>
            </a:extLst>
          </p:cNvPr>
          <p:cNvSpPr txBox="1"/>
          <p:nvPr/>
        </p:nvSpPr>
        <p:spPr>
          <a:xfrm>
            <a:off x="4573585" y="743393"/>
            <a:ext cx="374836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3200"/>
              <a:t>+ </a:t>
            </a:r>
            <a:r>
              <a:rPr lang="de-DE" sz="3200" err="1"/>
              <a:t>know</a:t>
            </a:r>
            <a:r>
              <a:rPr lang="de-DE" sz="3200"/>
              <a:t> </a:t>
            </a:r>
            <a:r>
              <a:rPr lang="de-DE" sz="3200" err="1"/>
              <a:t>your</a:t>
            </a:r>
            <a:r>
              <a:rPr lang="de-DE" sz="3200"/>
              <a:t> </a:t>
            </a:r>
            <a:r>
              <a:rPr lang="de-DE" sz="3200" err="1"/>
              <a:t>resources</a:t>
            </a:r>
            <a:endParaRPr lang="en-US" sz="3200"/>
          </a:p>
          <a:p>
            <a:pPr algn="l"/>
            <a:endParaRPr lang="en-US" sz="3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899C0-5D71-2A8A-AD9C-2E109E1C7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993" y="2101790"/>
            <a:ext cx="2600505" cy="258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6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083B-43CC-7631-8346-FA48AA50E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FAB0C-B943-6FF6-5D3D-B224297323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86F56C-1632-C4BC-EBC4-8957E1C0BE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E76FB39-B5BF-3BF9-0A56-0044DE6ABDEF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B0547-8D43-9461-9AE8-4F53956C8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670"/>
            <a:ext cx="9144000" cy="44101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6EB06E-0F64-326F-D032-536938400969}"/>
              </a:ext>
            </a:extLst>
          </p:cNvPr>
          <p:cNvSpPr/>
          <p:nvPr/>
        </p:nvSpPr>
        <p:spPr>
          <a:xfrm>
            <a:off x="4345338" y="49828"/>
            <a:ext cx="4800278" cy="50946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775626-C6E3-C640-A0E9-8F070D1F3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408" y="1462485"/>
            <a:ext cx="2600505" cy="2589722"/>
          </a:xfrm>
          <a:prstGeom prst="rect">
            <a:avLst/>
          </a:prstGeom>
        </p:spPr>
      </p:pic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50A6BA4C-8DF8-ACFB-E378-5277A1C93575}"/>
              </a:ext>
            </a:extLst>
          </p:cNvPr>
          <p:cNvSpPr/>
          <p:nvPr/>
        </p:nvSpPr>
        <p:spPr>
          <a:xfrm rot="5100000">
            <a:off x="7755052" y="822915"/>
            <a:ext cx="1176279" cy="92940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E5D31-207B-3F69-4931-9D88B8D2F6AC}"/>
              </a:ext>
            </a:extLst>
          </p:cNvPr>
          <p:cNvSpPr txBox="1"/>
          <p:nvPr/>
        </p:nvSpPr>
        <p:spPr>
          <a:xfrm>
            <a:off x="6172112" y="663344"/>
            <a:ext cx="16555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b="1"/>
              <a:t>Scan here!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5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290B-3B8E-520C-CF31-D5E8D06C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CB6C2-47C9-9364-4B17-24F879BA52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E0F8CE5-53E1-C0FE-02C1-28FDB754D8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21F7DC4-D145-ACE1-7C95-CEF337439D43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Person, Kleidung, Softdrink enthält.&#10;&#10;KI-generierte Inhalte können fehlerhaft sein.">
            <a:extLst>
              <a:ext uri="{FF2B5EF4-FFF2-40B4-BE49-F238E27FC236}">
                <a16:creationId xmlns:a16="http://schemas.microsoft.com/office/drawing/2014/main" id="{9F705A9D-FE32-F8E5-B230-FC37FFBE7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-129724" y="57666"/>
            <a:ext cx="4586288" cy="5143500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5245AFF9-ADFC-EA35-6084-1626CD5F0801}"/>
              </a:ext>
            </a:extLst>
          </p:cNvPr>
          <p:cNvSpPr txBox="1"/>
          <p:nvPr/>
        </p:nvSpPr>
        <p:spPr>
          <a:xfrm>
            <a:off x="5125393" y="1551445"/>
            <a:ext cx="350425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Mo. &amp; Fr.: 10 -16 </a:t>
            </a:r>
          </a:p>
          <a:p>
            <a:pPr algn="l"/>
            <a:r>
              <a:rPr lang="en-US" sz="3200"/>
              <a:t>Wed. 12-18 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E24EEDA7-0DAB-C1E7-EF68-FBA786156612}"/>
              </a:ext>
            </a:extLst>
          </p:cNvPr>
          <p:cNvSpPr txBox="1"/>
          <p:nvPr/>
        </p:nvSpPr>
        <p:spPr>
          <a:xfrm>
            <a:off x="5125393" y="92916"/>
            <a:ext cx="350425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u="sng"/>
              <a:t>Office Hours of Our Help Desk</a:t>
            </a:r>
          </a:p>
        </p:txBody>
      </p:sp>
    </p:spTree>
    <p:extLst>
      <p:ext uri="{BB962C8B-B14F-4D97-AF65-F5344CB8AC3E}">
        <p14:creationId xmlns:p14="http://schemas.microsoft.com/office/powerpoint/2010/main" val="3413109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374C-D2A4-6B67-5BA8-D94A36DF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6DE208-2CF2-A493-894F-CBE0CAFB6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3CC1C3-951F-5CBA-7844-1F12E9F8C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892EF33-8442-F2A7-D418-6DB9603533DE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FEB0E-A2D6-202A-B846-CEE4B828F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502" y="0"/>
            <a:ext cx="339899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3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F0A0-61DA-1F28-1C68-BD25E068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18B2D-D497-95B5-F5E2-552C208F5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F4C74F-5AB4-B3F4-4BA3-848E26528D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7EE803-F678-A866-B62C-4936D32DCF06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ED0D92-19B3-7D92-466B-DF54AB95B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862" y="0"/>
            <a:ext cx="44962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3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ACD22-A8FD-0977-26A3-CFD6930A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D3AE2E-47DC-94B5-772A-B98FE20E1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43AEE2-39E9-832B-C589-6E35A12BD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A286D4D-9AD9-F3EB-F11A-38A3C1901FA1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FB5B9-8390-EE87-31EB-F41AF881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557" y="0"/>
            <a:ext cx="48048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9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B31C-88F4-AC5E-A15A-EF8085BB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5441DB-36D5-D7DA-A974-079FF871F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573605B-9705-4A1D-3A38-555739812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157D5AB-545E-CA4C-8057-893D0D35EB59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C3679D-8E05-1BD2-1446-CE8E8D54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153" y="0"/>
            <a:ext cx="552569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31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455F7-AEA1-5E76-0A1A-04910945C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30110-9931-D27D-0AC2-A9F23BBF1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948FB3-D9B9-1402-8BCD-61FC67767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2419E10-6DC9-22FD-20D1-3710568751A1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2492D-2FAC-1E2C-BFE9-2E72F20D9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693" y="0"/>
            <a:ext cx="598661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34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03B3-0A03-387B-294E-D7728315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1F644A-BDF3-899A-BBA0-7799E4871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20318A-9FC6-6218-A7DC-4A4217136A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FC9A047-C9AF-2095-B609-707EA935103F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3B6501-FD27-C776-ABE3-D11340E22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3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CD6B-9FD0-DEF8-A053-50105399F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B1E08-2222-1885-5301-3C6EE562B5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39EAABB-0832-5515-8817-51F048D21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950B79D-C42B-B6EA-79EF-A9BF11CF492F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AE5B8F-1C9C-846C-4F17-5C64CAD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716" y="0"/>
            <a:ext cx="53905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11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0DA3-6D56-19EA-EF60-68D312F9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E6899B-FAED-7972-4180-2C96898F9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458F6C-8B4D-6F5C-8726-01B8534CFA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F2E740C-F584-CE87-BE88-8BBBA551EC44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F00B0-B840-9D84-0C21-4E6F785FC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502" y="0"/>
            <a:ext cx="339899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97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8B6C2F-7881-C8A1-B804-68CEB667F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13956-004B-3DBF-5CAB-A30FB9F19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A3798D-AF9D-0001-5AAA-84DBA5838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3354685-AB7F-CD6A-0196-788ED7A63471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Cartoon, Clipart, Animierter Cartoon enthält.&#10;&#10;KI-generierte Inhalte können fehlerhaft sein.">
            <a:extLst>
              <a:ext uri="{FF2B5EF4-FFF2-40B4-BE49-F238E27FC236}">
                <a16:creationId xmlns:a16="http://schemas.microsoft.com/office/drawing/2014/main" id="{E0C2A0E8-FA82-1CD2-86E8-BCA20ABF8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81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D913B-9F75-07B7-298D-B3570C31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80C0-5D43-629F-5B59-D72BF02C06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95F62B-18DF-CB8A-60E1-236D30625D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BE48F3B-3994-BE74-6FB6-28FDDAC99824}"/>
              </a:ext>
            </a:extLst>
          </p:cNvPr>
          <p:cNvSpPr/>
          <p:nvPr/>
        </p:nvSpPr>
        <p:spPr>
          <a:xfrm>
            <a:off x="0" y="0"/>
            <a:ext cx="9144000" cy="5613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F992A2-40DD-E366-7752-1238247D7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894" y="0"/>
            <a:ext cx="51242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10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38D0-31EB-43F7-C3AD-24BA814F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02" y="3239763"/>
            <a:ext cx="3722465" cy="630000"/>
          </a:xfrm>
        </p:spPr>
        <p:txBody>
          <a:bodyPr>
            <a:normAutofit/>
          </a:bodyPr>
          <a:lstStyle/>
          <a:p>
            <a:r>
              <a:rPr lang="en-US"/>
              <a:t>See you next week!</a:t>
            </a:r>
          </a:p>
        </p:txBody>
      </p:sp>
      <p:pic>
        <p:nvPicPr>
          <p:cNvPr id="5" name="Grafik 4" descr="Ein Bild, das Entwurf, Zeichnung, Clipart, Fahrzeug enthält.&#10;&#10;KI-generierte Inhalte können fehlerhaft sein.">
            <a:extLst>
              <a:ext uri="{FF2B5EF4-FFF2-40B4-BE49-F238E27FC236}">
                <a16:creationId xmlns:a16="http://schemas.microsoft.com/office/drawing/2014/main" id="{B4719C06-666C-102D-9A0D-D87100DD9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2" y="1788450"/>
            <a:ext cx="4212402" cy="27751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8C861-25AB-4787-49A7-CD0858C4F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9488" y="1102065"/>
            <a:ext cx="3722465" cy="2073966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>
                <a:latin typeface="+mj-lt"/>
                <a:ea typeface="+mj-ea"/>
                <a:cs typeface="+mj-cs"/>
              </a:rPr>
              <a:t>Next Lightning Talk:</a:t>
            </a:r>
          </a:p>
          <a:p>
            <a:pPr marL="0" indent="0">
              <a:buNone/>
            </a:pPr>
            <a:r>
              <a:rPr lang="en-US" sz="3000">
                <a:latin typeface="+mj-lt"/>
                <a:ea typeface="+mj-ea"/>
                <a:cs typeface="+mj-cs"/>
              </a:rPr>
              <a:t>Lecture Formats &amp; How to contact Professors</a:t>
            </a:r>
          </a:p>
          <a:p>
            <a:pPr marL="0" indent="0">
              <a:buNone/>
            </a:pPr>
            <a:r>
              <a:rPr lang="en-US" sz="3000">
                <a:latin typeface="+mj-lt"/>
                <a:ea typeface="+mj-ea"/>
                <a:cs typeface="+mj-cs"/>
              </a:rPr>
              <a:t>22.10 14:15 HS 1</a:t>
            </a:r>
          </a:p>
        </p:txBody>
      </p:sp>
    </p:spTree>
    <p:extLst>
      <p:ext uri="{BB962C8B-B14F-4D97-AF65-F5344CB8AC3E}">
        <p14:creationId xmlns:p14="http://schemas.microsoft.com/office/powerpoint/2010/main" val="1289498570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71E891A511D040A52CA52D008DEB36" ma:contentTypeVersion="10" ma:contentTypeDescription="Create a new document." ma:contentTypeScope="" ma:versionID="2c5bb8f941bf67f8c519e992c5badd14">
  <xsd:schema xmlns:xsd="http://www.w3.org/2001/XMLSchema" xmlns:xs="http://www.w3.org/2001/XMLSchema" xmlns:p="http://schemas.microsoft.com/office/2006/metadata/properties" xmlns:ns2="e0647eb4-fdd8-4a76-905c-ef029484ffcd" xmlns:ns3="884d299c-5010-4321-b642-613c40d795bb" targetNamespace="http://schemas.microsoft.com/office/2006/metadata/properties" ma:root="true" ma:fieldsID="6f6224a4b46cc9f56e18b28eecb514de" ns2:_="" ns3:_="">
    <xsd:import namespace="e0647eb4-fdd8-4a76-905c-ef029484ffcd"/>
    <xsd:import namespace="884d299c-5010-4321-b642-613c40d795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a07055-5ffd-4acb-bc18-97989f07b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4d299c-5010-4321-b642-613c40d795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b4c1be4-22e4-443a-8f9b-7129b2e79c72}" ma:internalName="TaxCatchAll" ma:showField="CatchAllData" ma:web="884d299c-5010-4321-b642-613c40d795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4d299c-5010-4321-b642-613c40d795bb" xsi:nil="true"/>
    <lcf76f155ced4ddcb4097134ff3c332f xmlns="e0647eb4-fdd8-4a76-905c-ef029484ffc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9487A8-2D60-42D2-AA5F-04940AE743C5}">
  <ds:schemaRefs>
    <ds:schemaRef ds:uri="884d299c-5010-4321-b642-613c40d795bb"/>
    <ds:schemaRef ds:uri="e0647eb4-fdd8-4a76-905c-ef029484ff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C7944E6-0128-48CE-9C88-06C685DE1F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39C8F8-E41B-4391-BECA-F212BD4FD405}">
  <ds:schemaRefs>
    <ds:schemaRef ds:uri="884d299c-5010-4321-b642-613c40d795bb"/>
    <ds:schemaRef ds:uri="e0647eb4-fdd8-4a76-905c-ef029484ff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27</Slides>
  <Notes>25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Benutzerdefiniertes Design</vt:lpstr>
      <vt:lpstr>Welcome to the Leuphana Tutorium!</vt:lpstr>
      <vt:lpstr>Agenda</vt:lpstr>
      <vt:lpstr>Structure of the Leuphana Tutorium</vt:lpstr>
      <vt:lpstr>Structure of the Leuphana Tutorium</vt:lpstr>
      <vt:lpstr>Structure of the Leuphana Tutorium</vt:lpstr>
      <vt:lpstr>PowerPoint Presentation</vt:lpstr>
      <vt:lpstr>PowerPoint Presentation</vt:lpstr>
      <vt:lpstr>PowerPoint Presentation</vt:lpstr>
      <vt:lpstr>Structure of the Leuphana Tutorium</vt:lpstr>
      <vt:lpstr>Activity Break (1)</vt:lpstr>
      <vt:lpstr>Activity Break (2</vt:lpstr>
      <vt:lpstr>University vs. School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See you next week!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Mai Huong Crämer</dc:creator>
  <cp:keywords>, docId:055957278F8692A8D5317F9593042DCD</cp:keywords>
  <dc:description/>
  <cp:revision>1</cp:revision>
  <dcterms:modified xsi:type="dcterms:W3CDTF">2025-11-21T11:21:50Z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  <property fmtid="{D5CDD505-2E9C-101B-9397-08002B2CF9AE}" pid="3" name="MediaServiceImageTags">
    <vt:lpwstr/>
  </property>
</Properties>
</file>