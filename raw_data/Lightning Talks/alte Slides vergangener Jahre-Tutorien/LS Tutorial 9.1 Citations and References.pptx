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Masters/slideMaster2.xml" ContentType="application/vnd.openxmlformats-officedocument.presentationml.slideMaster+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Masters/slideMaster1.xml" ContentType="application/vnd.openxmlformats-officedocument.presentationml.slideMaster+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Slides/notesSlide3.xml" ContentType="application/vnd.openxmlformats-officedocument.presentationml.notesSlide+xml"/>
  <Override PartName="/ppt/notesSlides/notesSlide2.xml" ContentType="application/vnd.openxmlformats-officedocument.presentationml.notesSlide+xml"/>
  <Override PartName="/ppt/slideLayouts/slideLayout17.xml" ContentType="application/vnd.openxmlformats-officedocument.presentationml.slideLayout+xml"/>
  <Override PartName="/ppt/theme/theme3.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commentAuthors.xml" ContentType="application/vnd.openxmlformats-officedocument.presentationml.commentAuthors+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6" r:id="rId1"/>
    <p:sldMasterId id="2147483648" r:id="rId2"/>
  </p:sldMasterIdLst>
  <p:notesMasterIdLst>
    <p:notesMasterId r:id="rId1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9144000" cy="5143500" type="screen16x9"/>
  <p:notesSz cx="9144000" cy="5143500"/>
  <p:embeddedFontLst>
    <p:embeddedFont>
      <p:font typeface="Arial Narrow" panose="020B0604020202020204" pitchFamily="34" charset="0"/>
      <p:regular r:id="rId18"/>
      <p:bold r:id="rId19"/>
      <p:italic r:id="rId20"/>
      <p:boldItalic r:id="rId21"/>
    </p:embeddedFont>
    <p:embeddedFont>
      <p:font typeface="Bradley Hand ITC" panose="03070402050302030203" pitchFamily="66" charset="77"/>
      <p:regular r:id="rId22"/>
    </p:embeddedFont>
    <p:embeddedFont>
      <p:font typeface="Lato" panose="020F0502020204030203" pitchFamily="34" charset="0"/>
      <p:regular r:id="rId23"/>
      <p:bold r:id="rId24"/>
      <p:italic r:id="rId25"/>
      <p:boldItalic r:id="rId26"/>
    </p:embeddedFont>
    <p:embeddedFont>
      <p:font typeface="Lora" pitchFamily="2" charset="77"/>
      <p:regular r:id="rId27"/>
    </p:embeddedFont>
    <p:embeddedFont>
      <p:font typeface="Quattrocento Sans" panose="020B0502050000020003" pitchFamily="34" charset="0"/>
      <p:regular r:id="rId28"/>
      <p:bold r:id="rId29"/>
      <p:italic r:id="rId30"/>
      <p:boldItalic r:id="rId31"/>
    </p:embeddedFont>
    <p:embeddedFont>
      <p:font typeface="Raleway" pitchFamily="2" charset="77"/>
      <p:regular r:id="rId32"/>
      <p:bold r:id="rId33"/>
      <p:italic r:id="rId34"/>
      <p:boldItalic r:id="rId35"/>
    </p:embeddedFont>
  </p:embeddedFontLst>
  <p:defaultTex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thgens@leuphana.de" initials="r" lastIdx="1" clrIdx="0"/>
  <p:cmAuthor id="2" name="lg081853@stud.leuphana.de" initials="l"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95"/>
    <p:restoredTop sz="78674"/>
  </p:normalViewPr>
  <p:slideViewPr>
    <p:cSldViewPr>
      <p:cViewPr varScale="1">
        <p:scale>
          <a:sx n="82" d="100"/>
          <a:sy n="82" d="100"/>
        </p:scale>
        <p:origin x="176" y="10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theme" Target="theme/theme1.xml"/><Relationship Id="rId21" Type="http://schemas.openxmlformats.org/officeDocument/2006/relationships/font" Target="fonts/font4.fntdata"/><Relationship Id="rId34" Type="http://schemas.openxmlformats.org/officeDocument/2006/relationships/font" Target="fonts/font17.fntdata"/><Relationship Id="rId42" Type="http://schemas.openxmlformats.org/officeDocument/2006/relationships/customXml" Target="../customXml/item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29" Type="http://schemas.openxmlformats.org/officeDocument/2006/relationships/font" Target="fonts/font12.fntdata"/><Relationship Id="rId4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43" Type="http://schemas.openxmlformats.org/officeDocument/2006/relationships/customXml" Target="../customXml/item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3" name="Google Shape;3;n"/>
          <p:cNvSpPr>
            <a:spLocks noGrp="1" noRot="1" noChangeAspect="1"/>
          </p:cNvSpPr>
          <p:nvPr>
            <p:ph type="sldImg" idx="2"/>
          </p:nvPr>
        </p:nvSpPr>
        <p:spPr bwMode="auto">
          <a:xfrm>
            <a:off x="381174"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757378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a:defRPr/>
            </a:pPr>
            <a:r>
              <a:rPr lang="de-DE"/>
              <a:t>Hier kannst du die Studierenden in das Thema der Präsentation einführen.</a:t>
            </a:r>
            <a:endParaRPr/>
          </a:p>
          <a:p>
            <a:pPr>
              <a:defRPr/>
            </a:pPr>
            <a:r>
              <a:rPr lang="de-DE"/>
              <a:t>Ziel ist es, einen Überblick über die verfügbaren Zitier- und Referenzwerkzeuge zu geben, entweder online oder über die Lizenzen der Leuphana. </a:t>
            </a:r>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a:defRPr/>
            </a:pPr>
            <a:r>
              <a:rPr lang="de-DE"/>
              <a:t>Dies ist eine leere Folie, die du verwenden kannst, um mit deiner Gruppe eine einleitende aktivierende Aktivität durchzuführen (falls du die Sitzung mit dieser Präsentation beginnst). </a:t>
            </a:r>
            <a:endParaRPr lang="en-GB"/>
          </a:p>
          <a:p>
            <a:pPr marL="139700" indent="0">
              <a:buNone/>
              <a:defRPr/>
            </a:pPr>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a:defRPr/>
            </a:pPr>
            <a:r>
              <a:rPr lang="de-DE" b="1" dirty="0"/>
              <a:t>Vorgeschlagene Übung:</a:t>
            </a:r>
            <a:endParaRPr dirty="0"/>
          </a:p>
          <a:p>
            <a:pPr marL="139700" indent="0">
              <a:buNone/>
              <a:defRPr/>
            </a:pPr>
            <a:r>
              <a:rPr lang="de-DE" b="0" dirty="0"/>
              <a:t>Bevor du die Punkte erklärst, frage die Student*innen, warum sie denken, dass Zitate und Verweise wichtig sind und bei welchen Gelegenheiten sie gemacht werden sollten. </a:t>
            </a:r>
            <a:endParaRPr lang="en-GB" b="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marL="457200" indent="-317500">
              <a:defRPr/>
            </a:pPr>
            <a:r>
              <a:rPr lang="de-DE" b="0"/>
              <a:t>Plagiate sind ein Thema, das auf keinen Fall unerwähnt bleiben darf. </a:t>
            </a:r>
            <a:endParaRPr/>
          </a:p>
          <a:p>
            <a:pPr marL="457200" indent="-317500">
              <a:defRPr/>
            </a:pPr>
            <a:r>
              <a:rPr lang="de-DE" b="0"/>
              <a:t>Hier findet ihr eine Definition von Plagiaten und einige der Arten. </a:t>
            </a:r>
            <a:endParaRPr/>
          </a:p>
          <a:p>
            <a:pPr marL="457200" indent="-317500">
              <a:defRPr/>
            </a:pPr>
            <a:r>
              <a:rPr lang="de-DE" b="0"/>
              <a:t>Weitere Informationen zu den einzelnen Arten findet ihr unter dem unten stehenden Link. </a:t>
            </a:r>
            <a:endParaRPr/>
          </a:p>
          <a:p>
            <a:pPr marL="457200" indent="-317500">
              <a:defRPr/>
            </a:pPr>
            <a:r>
              <a:rPr lang="de-DE" b="0"/>
              <a:t>Diese Folie soll vor allem zeigen, wie wichtig es ist, in euren Arbeiten korrekt zu zitieren und zu referenzieren, um Plagiate zu vermeiden. </a:t>
            </a:r>
            <a:endParaRPr lang="en-GB" b="1"/>
          </a:p>
          <a:p>
            <a:pPr marL="457200" indent="-317500">
              <a:defRPr/>
            </a:pPr>
            <a:r>
              <a:rPr lang="en-GB" b="1"/>
              <a:t>Quellen und links</a:t>
            </a:r>
            <a:endParaRPr/>
          </a:p>
          <a:p>
            <a:pPr marL="139700" indent="0">
              <a:buNone/>
              <a:defRPr/>
            </a:pPr>
            <a:endParaRPr lang="en-GB" b="0"/>
          </a:p>
          <a:p>
            <a:pPr marL="139700" indent="0">
              <a:buNone/>
              <a:defRPr/>
            </a:pPr>
            <a:r>
              <a:rPr lang="en-GB"/>
              <a:t>https://www.scribbr.de/plagiat/arten/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marL="457200" indent="-317500">
              <a:defRPr/>
            </a:pPr>
            <a:r>
              <a:rPr lang="de-DE" b="0" dirty="0"/>
              <a:t>Ziel dieser Folie ist es, in das Thema Zitieren und Referenzieren in wissenschaftlichen Texten einzuführen. </a:t>
            </a:r>
            <a:endParaRPr dirty="0"/>
          </a:p>
          <a:p>
            <a:pPr marL="457200" indent="-317500">
              <a:defRPr/>
            </a:pPr>
            <a:r>
              <a:rPr lang="de-DE" b="0" dirty="0"/>
              <a:t>Die Konzepte des Zitierens im Text und des vollständigen Verweises am Ende des Dokuments sollen erklärt werden. </a:t>
            </a:r>
            <a:endParaRPr dirty="0"/>
          </a:p>
          <a:p>
            <a:pPr marL="457200" indent="-317500">
              <a:defRPr/>
            </a:pPr>
            <a:r>
              <a:rPr lang="de-DE" b="0" dirty="0"/>
              <a:t>Es ist auch erwähnenswert, dass es verschiedene Zitierweisen gibt und dass die Wahl des einen oder anderen Stils von den formalen Anforderungen Ihrer akademischen Aufgabe oder den Vorlieben des Professors abhängt. </a:t>
            </a:r>
            <a:endParaRPr dirty="0"/>
          </a:p>
          <a:p>
            <a:pPr marL="457200" indent="-317500">
              <a:defRPr/>
            </a:pPr>
            <a:r>
              <a:rPr lang="de-DE" b="1" dirty="0"/>
              <a:t>Vorgeschlagene Übung:</a:t>
            </a:r>
            <a:endParaRPr dirty="0"/>
          </a:p>
          <a:p>
            <a:pPr marL="457200" indent="-317500">
              <a:defRPr/>
            </a:pPr>
            <a:r>
              <a:rPr lang="de-DE" b="0" dirty="0"/>
              <a:t>Hier kann man Studenten einige Beispiele für die auf der Folie genannten Zitierweisen zeigen. Man kann dazu das Dokument "</a:t>
            </a:r>
            <a:r>
              <a:rPr lang="de-DE" b="0" dirty="0" err="1"/>
              <a:t>How</a:t>
            </a:r>
            <a:r>
              <a:rPr lang="de-DE" b="0" dirty="0"/>
              <a:t> </a:t>
            </a:r>
            <a:r>
              <a:rPr lang="de-DE" b="0" dirty="0" err="1"/>
              <a:t>to</a:t>
            </a:r>
            <a:r>
              <a:rPr lang="de-DE" b="0" dirty="0"/>
              <a:t> Quote" (</a:t>
            </a:r>
            <a:r>
              <a:rPr lang="de-DE" dirty="0"/>
              <a:t>du findest dieses Material im </a:t>
            </a:r>
            <a:r>
              <a:rPr lang="de-DE" dirty="0" err="1"/>
              <a:t>Moodle</a:t>
            </a:r>
            <a:r>
              <a:rPr lang="de-DE" dirty="0"/>
              <a:t> Kurs)</a:t>
            </a:r>
            <a:r>
              <a:rPr lang="de-DE" b="0" dirty="0"/>
              <a:t> verwenden, das vom Schreibzentrum zur Verfügung gestellt wird, oder einen wissenschaftlichen Artikel, den man im Studium bearbeitet hat. </a:t>
            </a:r>
            <a:endParaRPr lang="en-GB" b="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marL="457200" marR="0" lvl="0" indent="-317500" algn="l" defTabSz="914400">
              <a:lnSpc>
                <a:spcPct val="100000"/>
              </a:lnSpc>
              <a:spcBef>
                <a:spcPts val="0"/>
              </a:spcBef>
              <a:spcAft>
                <a:spcPts val="0"/>
              </a:spcAft>
              <a:buClr>
                <a:srgbClr val="000000"/>
              </a:buClr>
              <a:buSzPts val="1400"/>
              <a:defRPr/>
            </a:pPr>
            <a:r>
              <a:rPr lang="de-DE" b="0" dirty="0"/>
              <a:t>In dieser Folie sollen die Unterschiede zwischen In-Text-Zitation und Referenz erklärt werden. Bitte beachte, dass die hier verwendeten Beispiele auf dem Zitierstil der APA 7th Edition beruhen.</a:t>
            </a:r>
            <a:endParaRPr dirty="0"/>
          </a:p>
          <a:p>
            <a:pPr marL="457200" marR="0" lvl="0" indent="-317500" algn="l" defTabSz="914400">
              <a:lnSpc>
                <a:spcPct val="100000"/>
              </a:lnSpc>
              <a:spcBef>
                <a:spcPts val="0"/>
              </a:spcBef>
              <a:spcAft>
                <a:spcPts val="0"/>
              </a:spcAft>
              <a:buClr>
                <a:srgbClr val="000000"/>
              </a:buClr>
              <a:buSzPts val="1400"/>
              <a:defRPr/>
            </a:pPr>
            <a:r>
              <a:rPr lang="en-GB" b="1" dirty="0"/>
              <a:t>Tipp: </a:t>
            </a:r>
            <a:r>
              <a:rPr lang="de-DE" b="0" dirty="0"/>
              <a:t>Du kannst das </a:t>
            </a:r>
            <a:r>
              <a:rPr lang="de-DE" b="0" dirty="0" err="1"/>
              <a:t>Scribbr</a:t>
            </a:r>
            <a:r>
              <a:rPr lang="de-DE" b="0" dirty="0"/>
              <a:t>-Tool verwenden, um zu erklären, wie die verschiedenen Komponenten der In-Text-Zitation oder des Verweises funktionieren und zugeordnet werden sollten. </a:t>
            </a:r>
            <a:endParaRPr dirty="0"/>
          </a:p>
          <a:p>
            <a:pPr marL="457200" marR="0" lvl="0" indent="-317500" algn="l" defTabSz="914400">
              <a:lnSpc>
                <a:spcPct val="100000"/>
              </a:lnSpc>
              <a:spcBef>
                <a:spcPts val="0"/>
              </a:spcBef>
              <a:spcAft>
                <a:spcPts val="0"/>
              </a:spcAft>
              <a:buClr>
                <a:srgbClr val="000000"/>
              </a:buClr>
              <a:buSzPts val="1400"/>
              <a:defRPr/>
            </a:pPr>
            <a:r>
              <a:rPr lang="en-GB" b="1" dirty="0" err="1"/>
              <a:t>Quellen</a:t>
            </a:r>
            <a:r>
              <a:rPr lang="en-GB" b="1" dirty="0"/>
              <a:t> und Links</a:t>
            </a:r>
            <a:endParaRPr dirty="0"/>
          </a:p>
          <a:p>
            <a:pPr marL="139700" indent="0">
              <a:buNone/>
              <a:defRPr/>
            </a:pPr>
            <a:r>
              <a:rPr lang="en-GB" sz="1100" dirty="0"/>
              <a:t>https://</a:t>
            </a:r>
            <a:r>
              <a:rPr lang="en-GB" sz="1100" dirty="0" err="1"/>
              <a:t>www.scribbr.de</a:t>
            </a:r>
            <a:r>
              <a:rPr lang="en-GB" sz="1100" dirty="0"/>
              <a:t>/category/</a:t>
            </a:r>
            <a:r>
              <a:rPr lang="en-GB" sz="1100" dirty="0" err="1"/>
              <a:t>apa</a:t>
            </a:r>
            <a:r>
              <a:rPr lang="en-GB" sz="1100" dirty="0"/>
              <a:t>-standard/</a:t>
            </a:r>
            <a:endParaRPr dirty="0"/>
          </a:p>
          <a:p>
            <a:pPr marL="139700" indent="0">
              <a:buNone/>
              <a:defRPr/>
            </a:pPr>
            <a:r>
              <a:rPr lang="en-GB" sz="1100" dirty="0"/>
              <a:t>https://</a:t>
            </a:r>
            <a:r>
              <a:rPr lang="en-GB" sz="1100" dirty="0" err="1"/>
              <a:t>www.scribbr.com</a:t>
            </a:r>
            <a:r>
              <a:rPr lang="en-GB" sz="1100" dirty="0"/>
              <a:t>/category/</a:t>
            </a:r>
            <a:r>
              <a:rPr lang="en-GB" sz="1100" dirty="0" err="1"/>
              <a:t>apa</a:t>
            </a:r>
            <a:r>
              <a:rPr lang="en-GB" sz="1100" dirty="0"/>
              <a:t>-style/</a:t>
            </a:r>
            <a:endParaRPr dirty="0"/>
          </a:p>
          <a:p>
            <a:pPr marL="139700" indent="0">
              <a:buNone/>
              <a:defRPr/>
            </a:pPr>
            <a:endParaRPr lang="en-GB" sz="1100" dirty="0"/>
          </a:p>
          <a:p>
            <a:pPr marL="139700" indent="0">
              <a:buNone/>
              <a:defRPr/>
            </a:pPr>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marL="457200" marR="0" lvl="0" indent="-317500" algn="l" defTabSz="914400">
              <a:lnSpc>
                <a:spcPct val="100000"/>
              </a:lnSpc>
              <a:spcBef>
                <a:spcPts val="0"/>
              </a:spcBef>
              <a:spcAft>
                <a:spcPts val="0"/>
              </a:spcAft>
              <a:buClr>
                <a:srgbClr val="000000"/>
              </a:buClr>
              <a:buSzPts val="1400"/>
              <a:defRPr/>
            </a:pPr>
            <a:r>
              <a:rPr lang="de-DE" b="0"/>
              <a:t>Auf dieser Folie haben wir die Unterscheidung zwischen parenthetischen Zitaten und narrativen Zitaten dargestellt.</a:t>
            </a:r>
            <a:endParaRPr/>
          </a:p>
          <a:p>
            <a:pPr marL="457200" marR="0" lvl="0" indent="-317500" algn="l" defTabSz="914400">
              <a:lnSpc>
                <a:spcPct val="100000"/>
              </a:lnSpc>
              <a:spcBef>
                <a:spcPts val="0"/>
              </a:spcBef>
              <a:spcAft>
                <a:spcPts val="0"/>
              </a:spcAft>
              <a:buClr>
                <a:srgbClr val="000000"/>
              </a:buClr>
              <a:buSzPts val="1400"/>
              <a:defRPr/>
            </a:pPr>
            <a:r>
              <a:rPr lang="de-DE" b="0"/>
              <a:t>Die korrekte Anordnung der Elemente, aus denen das Zitat besteht, ist auf der Folie angegeben. </a:t>
            </a:r>
            <a:endParaRPr/>
          </a:p>
          <a:p>
            <a:pPr marL="457200" marR="0" lvl="0" indent="-317500" algn="l" defTabSz="914400">
              <a:lnSpc>
                <a:spcPct val="100000"/>
              </a:lnSpc>
              <a:spcBef>
                <a:spcPts val="0"/>
              </a:spcBef>
              <a:spcAft>
                <a:spcPts val="0"/>
              </a:spcAft>
              <a:buClr>
                <a:srgbClr val="000000"/>
              </a:buClr>
              <a:buSzPts val="1400"/>
              <a:defRPr/>
            </a:pPr>
            <a:r>
              <a:rPr lang="de-DE" b="0"/>
              <a:t>Es ist wichtig zu beachten, dass es sich hierbei um Beispiele für Zitate im Text handelt.</a:t>
            </a:r>
            <a:endParaRPr/>
          </a:p>
          <a:p>
            <a:pPr marL="457200" marR="0" lvl="0" indent="-317500" algn="l" defTabSz="914400">
              <a:lnSpc>
                <a:spcPct val="100000"/>
              </a:lnSpc>
              <a:spcBef>
                <a:spcPts val="0"/>
              </a:spcBef>
              <a:spcAft>
                <a:spcPts val="0"/>
              </a:spcAft>
              <a:buClr>
                <a:srgbClr val="000000"/>
              </a:buClr>
              <a:buSzPts val="1400"/>
              <a:defRPr/>
            </a:pPr>
            <a:r>
              <a:rPr lang="de-DE" b="0"/>
              <a:t>Ein weiterer wichtiger Punkt ist die Kombination von Zitaten. </a:t>
            </a:r>
            <a:endParaRPr/>
          </a:p>
          <a:p>
            <a:pPr marL="457200" marR="0" lvl="0" indent="-317500" algn="l" defTabSz="914400">
              <a:lnSpc>
                <a:spcPct val="100000"/>
              </a:lnSpc>
              <a:spcBef>
                <a:spcPts val="0"/>
              </a:spcBef>
              <a:spcAft>
                <a:spcPts val="0"/>
              </a:spcAft>
              <a:buClr>
                <a:srgbClr val="000000"/>
              </a:buClr>
              <a:buSzPts val="1400"/>
              <a:defRPr/>
            </a:pPr>
            <a:r>
              <a:rPr lang="de-DE" b="0"/>
              <a:t>Manchmal verwendet man ein Argument, das zwei oder mehr Autoren als Referenzen verwendet. Wie kombiniert man diese Verweise? Die korrekte Kombination (APA 7th edition style) ist auf der Folie angegeben. </a:t>
            </a:r>
            <a:endParaRPr/>
          </a:p>
          <a:p>
            <a:pPr marL="457200" marR="0" lvl="0" indent="-317500" algn="l" defTabSz="914400">
              <a:lnSpc>
                <a:spcPct val="100000"/>
              </a:lnSpc>
              <a:spcBef>
                <a:spcPts val="0"/>
              </a:spcBef>
              <a:spcAft>
                <a:spcPts val="0"/>
              </a:spcAft>
              <a:buClr>
                <a:srgbClr val="000000"/>
              </a:buClr>
              <a:buSzPts val="1400"/>
              <a:defRPr/>
            </a:pPr>
            <a:r>
              <a:rPr lang="en-GB" b="1"/>
              <a:t>Quellen und Links</a:t>
            </a:r>
            <a:endParaRPr/>
          </a:p>
          <a:p>
            <a:pPr marL="139700" indent="0">
              <a:buNone/>
              <a:defRPr/>
            </a:pPr>
            <a:r>
              <a:rPr lang="en-GB" sz="1100"/>
              <a:t>https://www.scribbr.de/category/apa-standard/</a:t>
            </a:r>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marL="457200" marR="0" lvl="0" indent="-317500" algn="l" defTabSz="914400">
              <a:lnSpc>
                <a:spcPct val="100000"/>
              </a:lnSpc>
              <a:spcBef>
                <a:spcPts val="0"/>
              </a:spcBef>
              <a:spcAft>
                <a:spcPts val="0"/>
              </a:spcAft>
              <a:buClr>
                <a:srgbClr val="000000"/>
              </a:buClr>
              <a:buSzPts val="1400"/>
              <a:defRPr/>
            </a:pPr>
            <a:r>
              <a:rPr lang="de-DE" b="0"/>
              <a:t>Hier haben wir ein Beispiel dafür, wie man Zitate zitiert, die länger als 40 Wörter sind. In diesem Fall verlangt der APA-Stil (7. Edition), dass das Zitat in Blockform und mit unterschiedlichem Abstand (wie auf der Folie angegeben) gesetzt wird. </a:t>
            </a:r>
            <a:endParaRPr/>
          </a:p>
          <a:p>
            <a:pPr marL="457200" marR="0" lvl="0" indent="-317500" algn="l" defTabSz="914400">
              <a:lnSpc>
                <a:spcPct val="100000"/>
              </a:lnSpc>
              <a:spcBef>
                <a:spcPts val="0"/>
              </a:spcBef>
              <a:spcAft>
                <a:spcPts val="0"/>
              </a:spcAft>
              <a:buClr>
                <a:srgbClr val="000000"/>
              </a:buClr>
              <a:buSzPts val="1400"/>
              <a:defRPr/>
            </a:pPr>
            <a:endParaRPr lang="en-GB" b="1"/>
          </a:p>
          <a:p>
            <a:pPr marL="457200" marR="0" lvl="0" indent="-317500" algn="l" defTabSz="914400">
              <a:lnSpc>
                <a:spcPct val="100000"/>
              </a:lnSpc>
              <a:spcBef>
                <a:spcPts val="0"/>
              </a:spcBef>
              <a:spcAft>
                <a:spcPts val="0"/>
              </a:spcAft>
              <a:buClr>
                <a:srgbClr val="000000"/>
              </a:buClr>
              <a:buSzPts val="1400"/>
              <a:defRPr/>
            </a:pPr>
            <a:r>
              <a:rPr lang="en-GB" b="1"/>
              <a:t>Quellen und Links</a:t>
            </a:r>
            <a:endParaRPr/>
          </a:p>
          <a:p>
            <a:pPr marL="457200" marR="0" lvl="0" indent="-317500" algn="l" defTabSz="914400">
              <a:lnSpc>
                <a:spcPct val="100000"/>
              </a:lnSpc>
              <a:spcBef>
                <a:spcPts val="0"/>
              </a:spcBef>
              <a:spcAft>
                <a:spcPts val="0"/>
              </a:spcAft>
              <a:buClr>
                <a:srgbClr val="000000"/>
              </a:buClr>
              <a:buSzPts val="1400"/>
              <a:defRPr/>
            </a:pPr>
            <a:endParaRPr lang="en-GB" b="1"/>
          </a:p>
          <a:p>
            <a:pPr marL="139700" indent="0">
              <a:buNone/>
              <a:defRPr/>
            </a:pPr>
            <a:endParaRPr lang="en-GB" sz="1100"/>
          </a:p>
          <a:p>
            <a:pPr marL="139700" indent="0">
              <a:buNone/>
              <a:defRPr/>
            </a:pPr>
            <a:r>
              <a:rPr lang="en-GB"/>
              <a:t>https://owl.purdue.edu/owl/research_and_citation/apa_style/apa_formatting_and_style_guide/in_text_citations_the_basics.html</a:t>
            </a:r>
            <a:endParaRPr lang="en-GB" sz="1100"/>
          </a:p>
          <a:p>
            <a:pPr marL="139700" indent="0">
              <a:buNone/>
              <a:defRPr/>
            </a:pPr>
            <a:endParaRPr lang="en-GB" sz="1100"/>
          </a:p>
          <a:p>
            <a:pPr marL="139700" indent="0">
              <a:buNone/>
              <a:defRPr/>
            </a:pPr>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a:defRPr/>
            </a:pPr>
            <a:r>
              <a:rPr lang="de-DE"/>
              <a:t>Ein weiterer wichtiger Punkt im Zusammenhang mit Zitaten ist die Unterscheidung zwischen Zitat und Paraphrase. </a:t>
            </a:r>
            <a:endParaRPr/>
          </a:p>
          <a:p>
            <a:pPr>
              <a:defRPr/>
            </a:pPr>
            <a:r>
              <a:rPr lang="de-DE"/>
              <a:t>Auf dieser Folie wird erklärt, was ein Zitat und eine Paraphrase ist, was beide enthalten sollten und wann sie zu verwenden sind. Außerdem gibt es ein Beispiel.</a:t>
            </a:r>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a:defRPr/>
            </a:pPr>
            <a:r>
              <a:rPr lang="de-DE" dirty="0"/>
              <a:t>Hier wird als Aktivität vorgeschlagen, dass die Tutor*innen mit dem Material "Wer Spricht" aus dem Schreibzentrum arbeiten (du findest dieses Material im </a:t>
            </a:r>
            <a:r>
              <a:rPr lang="de-DE" dirty="0" err="1"/>
              <a:t>Moodle</a:t>
            </a:r>
            <a:r>
              <a:rPr lang="de-DE" dirty="0"/>
              <a:t> Kurs). </a:t>
            </a:r>
            <a:endParaRPr dirty="0"/>
          </a:p>
          <a:p>
            <a:pPr>
              <a:defRPr/>
            </a:pPr>
            <a:r>
              <a:rPr lang="de-DE" dirty="0"/>
              <a:t>Mit dieser Übung können Konzepte wie direktes Zitat und Paraphrase geübt werden.</a:t>
            </a:r>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marL="457200" marR="0" lvl="0" indent="-317500" algn="l" defTabSz="914400">
              <a:lnSpc>
                <a:spcPct val="100000"/>
              </a:lnSpc>
              <a:spcBef>
                <a:spcPts val="0"/>
              </a:spcBef>
              <a:spcAft>
                <a:spcPts val="0"/>
              </a:spcAft>
              <a:buClr>
                <a:srgbClr val="000000"/>
              </a:buClr>
              <a:buSzPts val="1400"/>
              <a:buFont typeface="Arial"/>
              <a:buChar char="●"/>
              <a:defRPr/>
            </a:pPr>
            <a:r>
              <a:rPr lang="de-DE"/>
              <a:t>Hier kannst du die Sitzung abschließen oder, wenn du möchtest, die wichtigsten Punkte zusammenfassen.</a:t>
            </a:r>
            <a:endParaRPr/>
          </a:p>
          <a:p>
            <a:pPr marL="457200" marR="0" lvl="0" indent="-317500" algn="l" defTabSz="914400">
              <a:lnSpc>
                <a:spcPct val="100000"/>
              </a:lnSpc>
              <a:spcBef>
                <a:spcPts val="0"/>
              </a:spcBef>
              <a:spcAft>
                <a:spcPts val="0"/>
              </a:spcAft>
              <a:buClr>
                <a:srgbClr val="000000"/>
              </a:buClr>
              <a:buSzPts val="1400"/>
              <a:buFont typeface="Arial"/>
              <a:buChar char="●"/>
              <a:defRPr/>
            </a:pPr>
            <a:r>
              <a:rPr lang="de-DE"/>
              <a:t>Wenn dies die letzte Präsentation in der Sitzung ist, kann diese Folie als Vorschau auf das nächste Sitzungsthema verwendet werden.</a:t>
            </a:r>
            <a:endParaRPr lang="en-GB"/>
          </a:p>
          <a:p>
            <a:pPr>
              <a:defRPr/>
            </a:pPr>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marL="457200" marR="0" lvl="0" indent="-317500" algn="l" defTabSz="914400">
              <a:lnSpc>
                <a:spcPct val="100000"/>
              </a:lnSpc>
              <a:spcBef>
                <a:spcPts val="0"/>
              </a:spcBef>
              <a:spcAft>
                <a:spcPts val="0"/>
              </a:spcAft>
              <a:buClr>
                <a:srgbClr val="000000"/>
              </a:buClr>
              <a:buSzPts val="1400"/>
              <a:buFont typeface="Arial"/>
              <a:buChar char="●"/>
              <a:defRPr/>
            </a:pPr>
            <a:r>
              <a:rPr lang="de-DE"/>
              <a:t>Dies ist der Moment, in dem du sie fragen kannst, ob sie letzte Fragen zum Thema der Präsentation haben.</a:t>
            </a:r>
            <a:endParaRPr lang="en-GB"/>
          </a:p>
          <a:p>
            <a:pPr>
              <a:defRPr/>
            </a:pPr>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9.svg"/><Relationship Id="rId9"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9.svg"/><Relationship Id="rId9"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1.jpeg"/><Relationship Id="rId4" Type="http://schemas.openxmlformats.org/officeDocument/2006/relationships/image" Target="../media/image2.png"/><Relationship Id="rId9" Type="http://schemas.openxmlformats.org/officeDocument/2006/relationships/image" Target="../media/image7.sv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image" Target="../media/image10.png"/><Relationship Id="rId16" Type="http://schemas.openxmlformats.org/officeDocument/2006/relationships/image" Target="../media/image24.png"/><Relationship Id="rId20" Type="http://schemas.openxmlformats.org/officeDocument/2006/relationships/image" Target="../media/image28.png"/><Relationship Id="rId29" Type="http://schemas.openxmlformats.org/officeDocument/2006/relationships/image" Target="../media/image37.png"/><Relationship Id="rId1" Type="http://schemas.openxmlformats.org/officeDocument/2006/relationships/slideMaster" Target="../slideMasters/slideMaster1.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10" Type="http://schemas.openxmlformats.org/officeDocument/2006/relationships/image" Target="../media/image18.png"/><Relationship Id="rId19" Type="http://schemas.openxmlformats.org/officeDocument/2006/relationships/image" Target="../media/image27.png"/><Relationship Id="rId31" Type="http://schemas.openxmlformats.org/officeDocument/2006/relationships/image" Target="../media/image39.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g"/><Relationship Id="rId1" Type="http://schemas.openxmlformats.org/officeDocument/2006/relationships/slideMaster" Target="../slideMasters/slideMaster2.xml"/><Relationship Id="rId4" Type="http://schemas.openxmlformats.org/officeDocument/2006/relationships/image" Target="../media/image4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1102821" y="1205384"/>
            <a:ext cx="6858000" cy="1790700"/>
          </a:xfrm>
        </p:spPr>
        <p:txBody>
          <a:bodyPr anchor="b"/>
          <a:lstStyle>
            <a:lvl1pPr algn="ctr">
              <a:defRPr sz="3000"/>
            </a:lvl1pPr>
          </a:lstStyle>
          <a:p>
            <a:r>
              <a:rPr lang="de-DE" dirty="0"/>
              <a:t>Titel</a:t>
            </a:r>
          </a:p>
        </p:txBody>
      </p:sp>
      <p:sp>
        <p:nvSpPr>
          <p:cNvPr id="3" name="Untertitel 2">
            <a:extLst>
              <a:ext uri="{FF2B5EF4-FFF2-40B4-BE49-F238E27FC236}">
                <a16:creationId xmlns:a16="http://schemas.microsoft.com/office/drawing/2014/main" id="{235F8C20-5144-BCD6-046F-3A4637BEE2F7}"/>
              </a:ext>
            </a:extLst>
          </p:cNvPr>
          <p:cNvSpPr>
            <a:spLocks noGrp="1"/>
          </p:cNvSpPr>
          <p:nvPr>
            <p:ph type="subTitle" idx="1" hasCustomPrompt="1"/>
          </p:nvPr>
        </p:nvSpPr>
        <p:spPr>
          <a:xfrm>
            <a:off x="1102822" y="3991169"/>
            <a:ext cx="3388822" cy="391596"/>
          </a:xfrm>
        </p:spPr>
        <p:txBody>
          <a:bodyPr/>
          <a:lstStyle>
            <a:lvl1pPr marL="0" indent="0" algn="ctr">
              <a:buNone/>
              <a:defRPr sz="1200"/>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lang="de-DE" dirty="0"/>
              <a:t>Tutor*in: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631546" y="2102047"/>
            <a:ext cx="1249582" cy="2757382"/>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B97E9180-2D30-EB36-7569-B410AF92EEBA}"/>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36D9318-1EB3-DAA5-E306-1D9E0E86FD06}"/>
              </a:ext>
            </a:extLst>
          </p:cNvPr>
          <p:cNvSpPr/>
          <p:nvPr userDrawn="1"/>
        </p:nvSpPr>
        <p:spPr>
          <a:xfrm>
            <a:off x="-120597" y="73093"/>
            <a:ext cx="1406614" cy="1390931"/>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31651" y="15785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8134661" y="-239338"/>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8160002" y="756299"/>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897473" y="-138746"/>
            <a:ext cx="1080876" cy="901059"/>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184880" y="3939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7650425" y="279861"/>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5" name="Untertitel 2">
            <a:extLst>
              <a:ext uri="{FF2B5EF4-FFF2-40B4-BE49-F238E27FC236}">
                <a16:creationId xmlns:a16="http://schemas.microsoft.com/office/drawing/2014/main" id="{9A44B3A5-D45E-6AC8-EA59-A853F9E8010A}"/>
              </a:ext>
            </a:extLst>
          </p:cNvPr>
          <p:cNvSpPr txBox="1">
            <a:spLocks/>
          </p:cNvSpPr>
          <p:nvPr userDrawn="1"/>
        </p:nvSpPr>
        <p:spPr>
          <a:xfrm>
            <a:off x="4572000" y="3991169"/>
            <a:ext cx="3388822" cy="391596"/>
          </a:xfrm>
          <a:prstGeom prst="rect">
            <a:avLst/>
          </a:prstGeom>
        </p:spPr>
        <p:txBody>
          <a:bodyPr vert="horz" lIns="45720" tIns="22860" rIns="45720" bIns="2286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sz="1200" dirty="0"/>
              <a:t>Datum: </a:t>
            </a:r>
          </a:p>
        </p:txBody>
      </p:sp>
    </p:spTree>
    <p:extLst>
      <p:ext uri="{BB962C8B-B14F-4D97-AF65-F5344CB8AC3E}">
        <p14:creationId xmlns:p14="http://schemas.microsoft.com/office/powerpoint/2010/main" val="858329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nchor="b"/>
          <a:lstStyle>
            <a:lvl1pPr>
              <a:defRPr sz="3000"/>
            </a:lvl1pPr>
          </a:lstStyle>
          <a:p>
            <a:r>
              <a:rPr lang="de-DE" dirty="0"/>
              <a:t>Agenda</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sz="700"/>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1009333" y="253259"/>
            <a:ext cx="1404703" cy="132166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31" name="Freeform 2">
            <a:extLst>
              <a:ext uri="{FF2B5EF4-FFF2-40B4-BE49-F238E27FC236}">
                <a16:creationId xmlns:a16="http://schemas.microsoft.com/office/drawing/2014/main" id="{9161E3FC-3BC4-55BC-EC0E-B8D63DB7B1E7}"/>
              </a:ext>
            </a:extLst>
          </p:cNvPr>
          <p:cNvSpPr/>
          <p:nvPr userDrawn="1"/>
        </p:nvSpPr>
        <p:spPr>
          <a:xfrm>
            <a:off x="-281392" y="2212337"/>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3" name="Freeform 4">
            <a:extLst>
              <a:ext uri="{FF2B5EF4-FFF2-40B4-BE49-F238E27FC236}">
                <a16:creationId xmlns:a16="http://schemas.microsoft.com/office/drawing/2014/main" id="{B73C15CE-7BD2-833F-6D37-C3BE622A4E85}"/>
              </a:ext>
            </a:extLst>
          </p:cNvPr>
          <p:cNvSpPr/>
          <p:nvPr userDrawn="1"/>
        </p:nvSpPr>
        <p:spPr>
          <a:xfrm>
            <a:off x="-883" y="-130302"/>
            <a:ext cx="1947126" cy="2034243"/>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sz="700"/>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7499118" y="493623"/>
            <a:ext cx="1736763" cy="1457318"/>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sz="700"/>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63273" y="3613160"/>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sz="700"/>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sz="700"/>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7274238" y="-352704"/>
            <a:ext cx="1600562" cy="1594025"/>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8476227" y="2383742"/>
            <a:ext cx="1016862" cy="809877"/>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183369" y="3910726"/>
            <a:ext cx="1647048" cy="137704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8525253" y="-281905"/>
            <a:ext cx="1079111" cy="14324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sz="700"/>
          </a:p>
        </p:txBody>
      </p:sp>
      <p:sp>
        <p:nvSpPr>
          <p:cNvPr id="3" name="Inhaltsplatzhalter 2">
            <a:extLst>
              <a:ext uri="{FF2B5EF4-FFF2-40B4-BE49-F238E27FC236}">
                <a16:creationId xmlns:a16="http://schemas.microsoft.com/office/drawing/2014/main" id="{E3A5BB02-AE5B-0564-222E-54F98BC7CAF8}"/>
              </a:ext>
            </a:extLst>
          </p:cNvPr>
          <p:cNvSpPr>
            <a:spLocks noGrp="1"/>
          </p:cNvSpPr>
          <p:nvPr>
            <p:ph idx="1" hasCustomPrompt="1"/>
          </p:nvPr>
        </p:nvSpPr>
        <p:spPr>
          <a:xfrm>
            <a:off x="2333380" y="1359246"/>
            <a:ext cx="4871083" cy="3240000"/>
          </a:xfrm>
        </p:spPr>
        <p:txBody>
          <a:bodyPr/>
          <a:lstStyle>
            <a:lvl1pPr marL="257175" indent="-257175">
              <a:buFont typeface="+mj-lt"/>
              <a:buAutoNum type="arabicPeriod"/>
              <a:defRPr sz="1800"/>
            </a:lvl1pPr>
            <a:lvl2pPr marL="485775" indent="-257175">
              <a:buFont typeface="+mj-lt"/>
              <a:buAutoNum type="romanLcPeriod"/>
              <a:defRPr sz="1800"/>
            </a:lvl2pPr>
          </a:lstStyle>
          <a:p>
            <a:pPr lvl="0"/>
            <a:r>
              <a:rPr lang="de-DE" dirty="0"/>
              <a:t> </a:t>
            </a:r>
          </a:p>
          <a:p>
            <a:pPr lvl="1"/>
            <a:r>
              <a:rPr lang="de-DE" dirty="0"/>
              <a:t>  </a:t>
            </a:r>
          </a:p>
          <a:p>
            <a:pPr lvl="0"/>
            <a:r>
              <a:rPr lang="de-DE" dirty="0"/>
              <a:t>  </a:t>
            </a:r>
          </a:p>
          <a:p>
            <a:pPr lvl="1"/>
            <a:r>
              <a:rPr lang="de-DE" dirty="0"/>
              <a:t>  </a:t>
            </a:r>
          </a:p>
          <a:p>
            <a:pPr lvl="1"/>
            <a:r>
              <a:rPr lang="de-DE" dirty="0"/>
              <a:t> </a:t>
            </a:r>
          </a:p>
          <a:p>
            <a:pPr lvl="0"/>
            <a:r>
              <a:rPr lang="de-DE" dirty="0"/>
              <a:t>  </a:t>
            </a:r>
          </a:p>
          <a:p>
            <a:pPr lvl="1"/>
            <a:r>
              <a:rPr lang="de-DE" dirty="0"/>
              <a:t> </a:t>
            </a:r>
          </a:p>
          <a:p>
            <a:pPr lvl="1"/>
            <a:r>
              <a:rPr lang="de-DE" dirty="0"/>
              <a:t> </a:t>
            </a:r>
          </a:p>
          <a:p>
            <a:pPr lvl="1"/>
            <a:r>
              <a:rPr lang="de-DE" dirty="0"/>
              <a:t> </a:t>
            </a:r>
          </a:p>
          <a:p>
            <a:pPr lvl="0"/>
            <a:r>
              <a:rPr lang="de-DE" dirty="0"/>
              <a:t> </a:t>
            </a:r>
          </a:p>
          <a:p>
            <a:pPr lvl="0"/>
            <a:endParaRPr lang="de-DE" dirty="0"/>
          </a:p>
        </p:txBody>
      </p:sp>
    </p:spTree>
    <p:extLst>
      <p:ext uri="{BB962C8B-B14F-4D97-AF65-F5344CB8AC3E}">
        <p14:creationId xmlns:p14="http://schemas.microsoft.com/office/powerpoint/2010/main" val="3773265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eck-I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3F13051-CF4E-443B-29BC-001C474A56A9}"/>
              </a:ext>
            </a:extLst>
          </p:cNvPr>
          <p:cNvSpPr/>
          <p:nvPr userDrawn="1"/>
        </p:nvSpPr>
        <p:spPr>
          <a:xfrm>
            <a:off x="947588" y="1091697"/>
            <a:ext cx="7200000" cy="3199702"/>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700"/>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953400" y="1085850"/>
            <a:ext cx="7200000" cy="3241837"/>
          </a:xfrm>
        </p:spPr>
        <p:txBody>
          <a:bodyPr lIns="90000" anchor="ctr"/>
          <a:lstStyle>
            <a:lvl1pPr>
              <a:defRPr sz="3000"/>
            </a:lvl1pPr>
          </a:lstStyle>
          <a:p>
            <a:r>
              <a:rPr lang="de-DE" dirty="0"/>
              <a:t>Check-In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ED693C2A-789B-19EF-0DE9-566851C2E660}"/>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23B757C-C4A0-8B17-AE9A-D6CB2E3272DA}"/>
              </a:ext>
            </a:extLst>
          </p:cNvPr>
          <p:cNvSpPr/>
          <p:nvPr userDrawn="1"/>
        </p:nvSpPr>
        <p:spPr>
          <a:xfrm>
            <a:off x="-422215" y="-96554"/>
            <a:ext cx="1155614" cy="148111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8104959" y="92321"/>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7624200" y="126860"/>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520063" y="-41671"/>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277241" y="4338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7548383" y="-24378"/>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8" name="Freeform 13">
            <a:extLst>
              <a:ext uri="{FF2B5EF4-FFF2-40B4-BE49-F238E27FC236}">
                <a16:creationId xmlns:a16="http://schemas.microsoft.com/office/drawing/2014/main" id="{AFEA79C4-9927-6B65-7676-017D774F24B1}"/>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sz="700"/>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Tree>
    <p:extLst>
      <p:ext uri="{BB962C8B-B14F-4D97-AF65-F5344CB8AC3E}">
        <p14:creationId xmlns:p14="http://schemas.microsoft.com/office/powerpoint/2010/main" val="3920145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EBE749-CE66-C75E-E6F2-FFD0724629CD}"/>
              </a:ext>
            </a:extLst>
          </p:cNvPr>
          <p:cNvSpPr>
            <a:spLocks noGrp="1"/>
          </p:cNvSpPr>
          <p:nvPr>
            <p:ph type="title" hasCustomPrompt="1"/>
          </p:nvPr>
        </p:nvSpPr>
        <p:spPr>
          <a:xfrm>
            <a:off x="972000" y="650930"/>
            <a:ext cx="7200000" cy="630000"/>
          </a:xfrm>
        </p:spPr>
        <p:txBody>
          <a:bodyPr/>
          <a:lstStyle/>
          <a:p>
            <a:r>
              <a:rPr lang="de-DE" dirty="0"/>
              <a:t>Überschrift</a:t>
            </a:r>
          </a:p>
        </p:txBody>
      </p:sp>
      <p:sp>
        <p:nvSpPr>
          <p:cNvPr id="3" name="Inhaltsplatzhalter 2">
            <a:extLst>
              <a:ext uri="{FF2B5EF4-FFF2-40B4-BE49-F238E27FC236}">
                <a16:creationId xmlns:a16="http://schemas.microsoft.com/office/drawing/2014/main" id="{EE1324FA-E215-DE5C-2D6F-0CD868303378}"/>
              </a:ext>
            </a:extLst>
          </p:cNvPr>
          <p:cNvSpPr>
            <a:spLocks noGrp="1"/>
          </p:cNvSpPr>
          <p:nvPr>
            <p:ph idx="1"/>
          </p:nvPr>
        </p:nvSpPr>
        <p:spPr>
          <a:xfrm>
            <a:off x="972000" y="1369414"/>
            <a:ext cx="7200000" cy="324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reeform 2">
            <a:extLst>
              <a:ext uri="{FF2B5EF4-FFF2-40B4-BE49-F238E27FC236}">
                <a16:creationId xmlns:a16="http://schemas.microsoft.com/office/drawing/2014/main" id="{BE0289C6-007F-CC39-352D-152520C8FEE2}"/>
              </a:ext>
            </a:extLst>
          </p:cNvPr>
          <p:cNvSpPr/>
          <p:nvPr userDrawn="1"/>
        </p:nvSpPr>
        <p:spPr>
          <a:xfrm>
            <a:off x="-403070" y="-401868"/>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20151D67-84F6-087A-13ED-2BF5A2A48374}"/>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5926566D-A50F-E915-FB4C-1392EE78A825}"/>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FD49F164-DAE8-6727-6DAB-B303AC9C1A18}"/>
              </a:ext>
            </a:extLst>
          </p:cNvPr>
          <p:cNvSpPr/>
          <p:nvPr userDrawn="1"/>
        </p:nvSpPr>
        <p:spPr>
          <a:xfrm>
            <a:off x="-120596" y="73092"/>
            <a:ext cx="1042686" cy="101614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1" name="Freeform 6">
            <a:extLst>
              <a:ext uri="{FF2B5EF4-FFF2-40B4-BE49-F238E27FC236}">
                <a16:creationId xmlns:a16="http://schemas.microsoft.com/office/drawing/2014/main" id="{8BC7A24B-F3D9-A693-9531-5D0A3B32C020}"/>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BC3FB793-4DEF-326C-B9F2-AAFE13EF7B3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E1DBF27E-8ABB-7894-AF4C-68B34C6EF44A}"/>
              </a:ext>
            </a:extLst>
          </p:cNvPr>
          <p:cNvSpPr/>
          <p:nvPr userDrawn="1"/>
        </p:nvSpPr>
        <p:spPr>
          <a:xfrm rot="-458312">
            <a:off x="8385884" y="108129"/>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BF99FDA7-CEAC-A470-15A2-8AF647F45C2E}"/>
              </a:ext>
            </a:extLst>
          </p:cNvPr>
          <p:cNvSpPr/>
          <p:nvPr userDrawn="1"/>
        </p:nvSpPr>
        <p:spPr>
          <a:xfrm rot="1296289">
            <a:off x="7823310" y="-188352"/>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04B80B37-6A71-F39A-8153-BF8EBFA9CA05}"/>
              </a:ext>
            </a:extLst>
          </p:cNvPr>
          <p:cNvSpPr/>
          <p:nvPr userDrawn="1"/>
        </p:nvSpPr>
        <p:spPr>
          <a:xfrm rot="2310652">
            <a:off x="-405769" y="1869879"/>
            <a:ext cx="1254981" cy="10477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C39BFFC2-02E0-2076-5648-D928091BA4F6}"/>
              </a:ext>
            </a:extLst>
          </p:cNvPr>
          <p:cNvSpPr/>
          <p:nvPr userDrawn="1"/>
        </p:nvSpPr>
        <p:spPr>
          <a:xfrm rot="7628197">
            <a:off x="8659208" y="1141819"/>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8" name="Freeform 13">
            <a:extLst>
              <a:ext uri="{FF2B5EF4-FFF2-40B4-BE49-F238E27FC236}">
                <a16:creationId xmlns:a16="http://schemas.microsoft.com/office/drawing/2014/main" id="{565003B8-E35C-4A98-29B0-022ACADD0DE8}"/>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sz="700"/>
          </a:p>
        </p:txBody>
      </p:sp>
    </p:spTree>
    <p:extLst>
      <p:ext uri="{BB962C8B-B14F-4D97-AF65-F5344CB8AC3E}">
        <p14:creationId xmlns:p14="http://schemas.microsoft.com/office/powerpoint/2010/main" val="3727808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953400" y="1085850"/>
            <a:ext cx="7200000" cy="1977806"/>
          </a:xfrm>
        </p:spPr>
        <p:txBody>
          <a:bodyPr lIns="90000" anchor="b"/>
          <a:lstStyle>
            <a:lvl1pPr>
              <a:defRPr sz="3000"/>
            </a:lvl1pPr>
          </a:lstStyle>
          <a:p>
            <a:r>
              <a:rPr lang="de-DE" dirty="0"/>
              <a:t>Überschrift</a:t>
            </a:r>
          </a:p>
        </p:txBody>
      </p:sp>
      <p:sp>
        <p:nvSpPr>
          <p:cNvPr id="3" name="Textplatzhalter 2">
            <a:extLst>
              <a:ext uri="{FF2B5EF4-FFF2-40B4-BE49-F238E27FC236}">
                <a16:creationId xmlns:a16="http://schemas.microsoft.com/office/drawing/2014/main" id="{AF384CE9-ADC6-C3BB-E2FC-2F28B70A474A}"/>
              </a:ext>
            </a:extLst>
          </p:cNvPr>
          <p:cNvSpPr>
            <a:spLocks noGrp="1"/>
          </p:cNvSpPr>
          <p:nvPr>
            <p:ph type="body" idx="1"/>
          </p:nvPr>
        </p:nvSpPr>
        <p:spPr>
          <a:xfrm>
            <a:off x="953400" y="3245645"/>
            <a:ext cx="7200000" cy="1039907"/>
          </a:xfrm>
        </p:spPr>
        <p:txBody>
          <a:bodyPr lIns="90000"/>
          <a:lstStyle>
            <a:lvl1pPr marL="0" indent="0">
              <a:buNone/>
              <a:defRPr sz="1200">
                <a:solidFill>
                  <a:schemeClr val="tx1">
                    <a:tint val="82000"/>
                  </a:schemeClr>
                </a:solidFill>
              </a:defRPr>
            </a:lvl1pPr>
            <a:lvl2pPr marL="228600" indent="0">
              <a:buNone/>
              <a:defRPr sz="1000">
                <a:solidFill>
                  <a:schemeClr val="tx1">
                    <a:tint val="82000"/>
                  </a:schemeClr>
                </a:solidFill>
              </a:defRPr>
            </a:lvl2pPr>
            <a:lvl3pPr marL="457200" indent="0">
              <a:buNone/>
              <a:defRPr sz="900">
                <a:solidFill>
                  <a:schemeClr val="tx1">
                    <a:tint val="82000"/>
                  </a:schemeClr>
                </a:solidFill>
              </a:defRPr>
            </a:lvl3pPr>
            <a:lvl4pPr marL="685800" indent="0">
              <a:buNone/>
              <a:defRPr sz="800">
                <a:solidFill>
                  <a:schemeClr val="tx1">
                    <a:tint val="82000"/>
                  </a:schemeClr>
                </a:solidFill>
              </a:defRPr>
            </a:lvl4pPr>
            <a:lvl5pPr marL="914400" indent="0">
              <a:buNone/>
              <a:defRPr sz="800">
                <a:solidFill>
                  <a:schemeClr val="tx1">
                    <a:tint val="82000"/>
                  </a:schemeClr>
                </a:solidFill>
              </a:defRPr>
            </a:lvl5pPr>
            <a:lvl6pPr marL="1143000" indent="0">
              <a:buNone/>
              <a:defRPr sz="800">
                <a:solidFill>
                  <a:schemeClr val="tx1">
                    <a:tint val="82000"/>
                  </a:schemeClr>
                </a:solidFill>
              </a:defRPr>
            </a:lvl6pPr>
            <a:lvl7pPr marL="1371600" indent="0">
              <a:buNone/>
              <a:defRPr sz="800">
                <a:solidFill>
                  <a:schemeClr val="tx1">
                    <a:tint val="82000"/>
                  </a:schemeClr>
                </a:solidFill>
              </a:defRPr>
            </a:lvl7pPr>
            <a:lvl8pPr marL="1600200" indent="0">
              <a:buNone/>
              <a:defRPr sz="800">
                <a:solidFill>
                  <a:schemeClr val="tx1">
                    <a:tint val="82000"/>
                  </a:schemeClr>
                </a:solidFill>
              </a:defRPr>
            </a:lvl8pPr>
            <a:lvl9pPr marL="1828800" indent="0">
              <a:buNone/>
              <a:defRPr sz="800">
                <a:solidFill>
                  <a:schemeClr val="tx1">
                    <a:tint val="82000"/>
                  </a:schemeClr>
                </a:solidFill>
              </a:defRPr>
            </a:lvl9pPr>
          </a:lstStyle>
          <a:p>
            <a:pPr lvl="0"/>
            <a:r>
              <a:rPr lang="de-DE"/>
              <a:t>Mastertextformat bearbeiten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ED693C2A-789B-19EF-0DE9-566851C2E660}"/>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23B757C-C4A0-8B17-AE9A-D6CB2E3272DA}"/>
              </a:ext>
            </a:extLst>
          </p:cNvPr>
          <p:cNvSpPr/>
          <p:nvPr userDrawn="1"/>
        </p:nvSpPr>
        <p:spPr>
          <a:xfrm>
            <a:off x="-422215" y="-96554"/>
            <a:ext cx="1155614" cy="148111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8104959" y="92321"/>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7624200" y="126860"/>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520063" y="-41671"/>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277241" y="4338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7548383" y="-24378"/>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8" name="Freeform 13">
            <a:extLst>
              <a:ext uri="{FF2B5EF4-FFF2-40B4-BE49-F238E27FC236}">
                <a16:creationId xmlns:a16="http://schemas.microsoft.com/office/drawing/2014/main" id="{AFEA79C4-9927-6B65-7676-017D774F24B1}"/>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sz="700"/>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Tree>
    <p:extLst>
      <p:ext uri="{BB962C8B-B14F-4D97-AF65-F5344CB8AC3E}">
        <p14:creationId xmlns:p14="http://schemas.microsoft.com/office/powerpoint/2010/main" val="1503454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use">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AFDF0A71-9CBE-84BC-7998-A4155D1C9C56}"/>
              </a:ext>
            </a:extLst>
          </p:cNvPr>
          <p:cNvSpPr/>
          <p:nvPr userDrawn="1"/>
        </p:nvSpPr>
        <p:spPr>
          <a:xfrm>
            <a:off x="953400" y="1085850"/>
            <a:ext cx="7200000" cy="3199702"/>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700"/>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953400" y="1085850"/>
            <a:ext cx="7200000" cy="3199702"/>
          </a:xfrm>
        </p:spPr>
        <p:txBody>
          <a:bodyPr lIns="90000" anchor="ctr"/>
          <a:lstStyle>
            <a:lvl1pPr>
              <a:defRPr sz="3000"/>
            </a:lvl1pPr>
          </a:lstStyle>
          <a:p>
            <a:r>
              <a:rPr lang="de-DE" dirty="0"/>
              <a:t>PAUSE</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ED693C2A-789B-19EF-0DE9-566851C2E660}"/>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23B757C-C4A0-8B17-AE9A-D6CB2E3272DA}"/>
              </a:ext>
            </a:extLst>
          </p:cNvPr>
          <p:cNvSpPr/>
          <p:nvPr userDrawn="1"/>
        </p:nvSpPr>
        <p:spPr>
          <a:xfrm>
            <a:off x="-422215" y="-96554"/>
            <a:ext cx="1155614" cy="148111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8104959" y="92321"/>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7624200" y="126860"/>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520063" y="-41671"/>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277241" y="4338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7548383" y="-24378"/>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8" name="Freeform 13">
            <a:extLst>
              <a:ext uri="{FF2B5EF4-FFF2-40B4-BE49-F238E27FC236}">
                <a16:creationId xmlns:a16="http://schemas.microsoft.com/office/drawing/2014/main" id="{AFEA79C4-9927-6B65-7676-017D774F24B1}"/>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sz="700"/>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Tree>
    <p:extLst>
      <p:ext uri="{BB962C8B-B14F-4D97-AF65-F5344CB8AC3E}">
        <p14:creationId xmlns:p14="http://schemas.microsoft.com/office/powerpoint/2010/main" val="1987778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ergizer">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4315B97D-904D-C50B-4A96-2667B117C251}"/>
              </a:ext>
            </a:extLst>
          </p:cNvPr>
          <p:cNvSpPr/>
          <p:nvPr userDrawn="1"/>
        </p:nvSpPr>
        <p:spPr>
          <a:xfrm>
            <a:off x="953400" y="1085850"/>
            <a:ext cx="7200000" cy="3199702"/>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700"/>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953400" y="1085850"/>
            <a:ext cx="7200000" cy="3199702"/>
          </a:xfrm>
        </p:spPr>
        <p:txBody>
          <a:bodyPr lIns="90000" anchor="ctr"/>
          <a:lstStyle>
            <a:lvl1pPr>
              <a:defRPr sz="3000"/>
            </a:lvl1pPr>
          </a:lstStyle>
          <a:p>
            <a:r>
              <a:rPr lang="de-DE" dirty="0"/>
              <a:t>ENERGIZER</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ED693C2A-789B-19EF-0DE9-566851C2E660}"/>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23B757C-C4A0-8B17-AE9A-D6CB2E3272DA}"/>
              </a:ext>
            </a:extLst>
          </p:cNvPr>
          <p:cNvSpPr/>
          <p:nvPr userDrawn="1"/>
        </p:nvSpPr>
        <p:spPr>
          <a:xfrm>
            <a:off x="-422215" y="-96554"/>
            <a:ext cx="1155614" cy="148111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8104959" y="92321"/>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7624200" y="126860"/>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520063" y="-41671"/>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277241" y="4338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7548383" y="-24378"/>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8" name="Freeform 13">
            <a:extLst>
              <a:ext uri="{FF2B5EF4-FFF2-40B4-BE49-F238E27FC236}">
                <a16:creationId xmlns:a16="http://schemas.microsoft.com/office/drawing/2014/main" id="{AFEA79C4-9927-6B65-7676-017D774F24B1}"/>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sz="700"/>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Tree>
    <p:extLst>
      <p:ext uri="{BB962C8B-B14F-4D97-AF65-F5344CB8AC3E}">
        <p14:creationId xmlns:p14="http://schemas.microsoft.com/office/powerpoint/2010/main" val="1570243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73C3F7-A725-A168-57F5-A5ACAC911705}"/>
              </a:ext>
            </a:extLst>
          </p:cNvPr>
          <p:cNvSpPr>
            <a:spLocks noGrp="1"/>
          </p:cNvSpPr>
          <p:nvPr>
            <p:ph type="title" hasCustomPrompt="1"/>
          </p:nvPr>
        </p:nvSpPr>
        <p:spPr>
          <a:xfrm>
            <a:off x="972000" y="683383"/>
            <a:ext cx="7200000" cy="630000"/>
          </a:xfrm>
        </p:spPr>
        <p:txBody>
          <a:bodyPr/>
          <a:lstStyle/>
          <a:p>
            <a:r>
              <a:rPr lang="de-DE" dirty="0"/>
              <a:t>Überschrift</a:t>
            </a:r>
          </a:p>
        </p:txBody>
      </p:sp>
      <p:sp>
        <p:nvSpPr>
          <p:cNvPr id="3" name="Inhaltsplatzhalter 2">
            <a:extLst>
              <a:ext uri="{FF2B5EF4-FFF2-40B4-BE49-F238E27FC236}">
                <a16:creationId xmlns:a16="http://schemas.microsoft.com/office/drawing/2014/main" id="{DBBFAA9C-C85A-A03F-D628-0BFBEFFCD9FB}"/>
              </a:ext>
            </a:extLst>
          </p:cNvPr>
          <p:cNvSpPr>
            <a:spLocks noGrp="1"/>
          </p:cNvSpPr>
          <p:nvPr>
            <p:ph sz="half" idx="1"/>
          </p:nvPr>
        </p:nvSpPr>
        <p:spPr>
          <a:xfrm>
            <a:off x="972000" y="1369219"/>
            <a:ext cx="3561900" cy="32639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A3D0397D-4828-69AF-16C0-77D8182A2601}"/>
              </a:ext>
            </a:extLst>
          </p:cNvPr>
          <p:cNvSpPr>
            <a:spLocks noGrp="1"/>
          </p:cNvSpPr>
          <p:nvPr>
            <p:ph sz="half" idx="2"/>
          </p:nvPr>
        </p:nvSpPr>
        <p:spPr>
          <a:xfrm>
            <a:off x="4610100" y="1369219"/>
            <a:ext cx="3561900" cy="32639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Freeform 2">
            <a:extLst>
              <a:ext uri="{FF2B5EF4-FFF2-40B4-BE49-F238E27FC236}">
                <a16:creationId xmlns:a16="http://schemas.microsoft.com/office/drawing/2014/main" id="{72414888-863A-7F49-938F-5E972A82EA70}"/>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1" name="Freeform 5">
            <a:extLst>
              <a:ext uri="{FF2B5EF4-FFF2-40B4-BE49-F238E27FC236}">
                <a16:creationId xmlns:a16="http://schemas.microsoft.com/office/drawing/2014/main" id="{92922934-2D9F-FFEA-894A-C9CB5345C80F}"/>
              </a:ext>
            </a:extLst>
          </p:cNvPr>
          <p:cNvSpPr/>
          <p:nvPr userDrawn="1"/>
        </p:nvSpPr>
        <p:spPr>
          <a:xfrm>
            <a:off x="-120596" y="73092"/>
            <a:ext cx="1042686" cy="101614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2" name="Freeform 6">
            <a:extLst>
              <a:ext uri="{FF2B5EF4-FFF2-40B4-BE49-F238E27FC236}">
                <a16:creationId xmlns:a16="http://schemas.microsoft.com/office/drawing/2014/main" id="{8B06EBE0-28F0-2460-421C-812848A0CF4B}"/>
              </a:ext>
            </a:extLst>
          </p:cNvPr>
          <p:cNvSpPr/>
          <p:nvPr userDrawn="1"/>
        </p:nvSpPr>
        <p:spPr>
          <a:xfrm rot="7860679">
            <a:off x="334366" y="46546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6" name="Freeform 10">
            <a:extLst>
              <a:ext uri="{FF2B5EF4-FFF2-40B4-BE49-F238E27FC236}">
                <a16:creationId xmlns:a16="http://schemas.microsoft.com/office/drawing/2014/main" id="{A4327127-659A-AEE9-A699-17689FB4515C}"/>
              </a:ext>
            </a:extLst>
          </p:cNvPr>
          <p:cNvSpPr/>
          <p:nvPr userDrawn="1"/>
        </p:nvSpPr>
        <p:spPr>
          <a:xfrm rot="-2487859">
            <a:off x="826629" y="-269853"/>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7" name="Freeform 11">
            <a:extLst>
              <a:ext uri="{FF2B5EF4-FFF2-40B4-BE49-F238E27FC236}">
                <a16:creationId xmlns:a16="http://schemas.microsoft.com/office/drawing/2014/main" id="{E1420116-728D-9DD6-C96F-FEB09C92235D}"/>
              </a:ext>
            </a:extLst>
          </p:cNvPr>
          <p:cNvSpPr/>
          <p:nvPr userDrawn="1"/>
        </p:nvSpPr>
        <p:spPr>
          <a:xfrm rot="1296289">
            <a:off x="-203778" y="425211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9" name="Freeform 13">
            <a:extLst>
              <a:ext uri="{FF2B5EF4-FFF2-40B4-BE49-F238E27FC236}">
                <a16:creationId xmlns:a16="http://schemas.microsoft.com/office/drawing/2014/main" id="{243BE1EB-BFDE-6083-A284-87D7CF37DB8D}"/>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sz="700"/>
          </a:p>
        </p:txBody>
      </p:sp>
      <p:sp>
        <p:nvSpPr>
          <p:cNvPr id="20" name="Freeform 3">
            <a:extLst>
              <a:ext uri="{FF2B5EF4-FFF2-40B4-BE49-F238E27FC236}">
                <a16:creationId xmlns:a16="http://schemas.microsoft.com/office/drawing/2014/main" id="{FA284C4F-77FA-8BBB-7032-15B26047A961}"/>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21" name="Freeform 5">
            <a:extLst>
              <a:ext uri="{FF2B5EF4-FFF2-40B4-BE49-F238E27FC236}">
                <a16:creationId xmlns:a16="http://schemas.microsoft.com/office/drawing/2014/main" id="{EF206E22-45CF-248B-6797-2BB7CFC8EBDF}"/>
              </a:ext>
            </a:extLst>
          </p:cNvPr>
          <p:cNvSpPr/>
          <p:nvPr userDrawn="1"/>
        </p:nvSpPr>
        <p:spPr>
          <a:xfrm rot="16008410">
            <a:off x="8200771" y="357236"/>
            <a:ext cx="1173794" cy="1152696"/>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22" name="Freeform 7">
            <a:extLst>
              <a:ext uri="{FF2B5EF4-FFF2-40B4-BE49-F238E27FC236}">
                <a16:creationId xmlns:a16="http://schemas.microsoft.com/office/drawing/2014/main" id="{17FC525E-1B82-33A4-4138-CFFD1DF018B2}"/>
              </a:ext>
            </a:extLst>
          </p:cNvPr>
          <p:cNvSpPr/>
          <p:nvPr userDrawn="1"/>
        </p:nvSpPr>
        <p:spPr>
          <a:xfrm rot="7860679">
            <a:off x="8458522" y="3343840"/>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23" name="Freeform 9">
            <a:extLst>
              <a:ext uri="{FF2B5EF4-FFF2-40B4-BE49-F238E27FC236}">
                <a16:creationId xmlns:a16="http://schemas.microsoft.com/office/drawing/2014/main" id="{1DD168A7-BF44-B367-A030-F04BE42823FB}"/>
              </a:ext>
            </a:extLst>
          </p:cNvPr>
          <p:cNvSpPr/>
          <p:nvPr userDrawn="1"/>
        </p:nvSpPr>
        <p:spPr>
          <a:xfrm rot="1296289">
            <a:off x="7692175" y="-272960"/>
            <a:ext cx="1265998" cy="1077324"/>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24" name="Freeform 10">
            <a:extLst>
              <a:ext uri="{FF2B5EF4-FFF2-40B4-BE49-F238E27FC236}">
                <a16:creationId xmlns:a16="http://schemas.microsoft.com/office/drawing/2014/main" id="{B1895A35-2902-C1EF-0731-B1979F77C793}"/>
              </a:ext>
            </a:extLst>
          </p:cNvPr>
          <p:cNvSpPr/>
          <p:nvPr userDrawn="1"/>
        </p:nvSpPr>
        <p:spPr>
          <a:xfrm rot="-2487859">
            <a:off x="8476227" y="2383742"/>
            <a:ext cx="1016862" cy="809877"/>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25" name="Freeform 12">
            <a:extLst>
              <a:ext uri="{FF2B5EF4-FFF2-40B4-BE49-F238E27FC236}">
                <a16:creationId xmlns:a16="http://schemas.microsoft.com/office/drawing/2014/main" id="{E78247A3-9477-C8B5-82A9-1C29B4E555F6}"/>
              </a:ext>
            </a:extLst>
          </p:cNvPr>
          <p:cNvSpPr/>
          <p:nvPr userDrawn="1"/>
        </p:nvSpPr>
        <p:spPr>
          <a:xfrm rot="2046247">
            <a:off x="8861597" y="-178740"/>
            <a:ext cx="853546" cy="968131"/>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Tree>
    <p:extLst>
      <p:ext uri="{BB962C8B-B14F-4D97-AF65-F5344CB8AC3E}">
        <p14:creationId xmlns:p14="http://schemas.microsoft.com/office/powerpoint/2010/main" val="3128563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7A6022-A198-7B99-5333-A92C521AFCC1}"/>
              </a:ext>
            </a:extLst>
          </p:cNvPr>
          <p:cNvSpPr>
            <a:spLocks noGrp="1"/>
          </p:cNvSpPr>
          <p:nvPr>
            <p:ph type="title" hasCustomPrompt="1"/>
          </p:nvPr>
        </p:nvSpPr>
        <p:spPr>
          <a:xfrm>
            <a:off x="972000" y="587312"/>
            <a:ext cx="7200000" cy="630000"/>
          </a:xfrm>
        </p:spPr>
        <p:txBody>
          <a:bodyPr/>
          <a:lstStyle/>
          <a:p>
            <a:r>
              <a:rPr lang="de-DE" dirty="0"/>
              <a:t>Überschrift</a:t>
            </a:r>
          </a:p>
        </p:txBody>
      </p:sp>
      <p:sp>
        <p:nvSpPr>
          <p:cNvPr id="3" name="Textplatzhalter 2">
            <a:extLst>
              <a:ext uri="{FF2B5EF4-FFF2-40B4-BE49-F238E27FC236}">
                <a16:creationId xmlns:a16="http://schemas.microsoft.com/office/drawing/2014/main" id="{A4A61611-BC98-8FC7-6998-CB2FCAF8790D}"/>
              </a:ext>
            </a:extLst>
          </p:cNvPr>
          <p:cNvSpPr>
            <a:spLocks noGrp="1"/>
          </p:cNvSpPr>
          <p:nvPr>
            <p:ph type="body" idx="1"/>
          </p:nvPr>
        </p:nvSpPr>
        <p:spPr>
          <a:xfrm>
            <a:off x="972000" y="1261269"/>
            <a:ext cx="3526181" cy="61753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de-DE"/>
              <a:t>Mastertextformat bearbeiten</a:t>
            </a:r>
          </a:p>
        </p:txBody>
      </p:sp>
      <p:sp>
        <p:nvSpPr>
          <p:cNvPr id="4" name="Inhaltsplatzhalter 3">
            <a:extLst>
              <a:ext uri="{FF2B5EF4-FFF2-40B4-BE49-F238E27FC236}">
                <a16:creationId xmlns:a16="http://schemas.microsoft.com/office/drawing/2014/main" id="{016CEA97-79C7-8C43-A7ED-2FC6094367AD}"/>
              </a:ext>
            </a:extLst>
          </p:cNvPr>
          <p:cNvSpPr>
            <a:spLocks noGrp="1"/>
          </p:cNvSpPr>
          <p:nvPr>
            <p:ph sz="half" idx="2"/>
          </p:nvPr>
        </p:nvSpPr>
        <p:spPr>
          <a:xfrm>
            <a:off x="972000" y="1878807"/>
            <a:ext cx="3526181" cy="27638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6F4D4B16-AEDF-5032-88F4-0CB7020E1576}"/>
              </a:ext>
            </a:extLst>
          </p:cNvPr>
          <p:cNvSpPr>
            <a:spLocks noGrp="1"/>
          </p:cNvSpPr>
          <p:nvPr>
            <p:ph type="body" sz="quarter" idx="3"/>
          </p:nvPr>
        </p:nvSpPr>
        <p:spPr>
          <a:xfrm>
            <a:off x="4629151" y="1261269"/>
            <a:ext cx="3542850" cy="61753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de-DE"/>
              <a:t>Mastertextformat bearbeiten</a:t>
            </a:r>
          </a:p>
        </p:txBody>
      </p:sp>
      <p:sp>
        <p:nvSpPr>
          <p:cNvPr id="6" name="Inhaltsplatzhalter 5">
            <a:extLst>
              <a:ext uri="{FF2B5EF4-FFF2-40B4-BE49-F238E27FC236}">
                <a16:creationId xmlns:a16="http://schemas.microsoft.com/office/drawing/2014/main" id="{59F08C4B-3B79-0941-39EA-7FCD122BB9DC}"/>
              </a:ext>
            </a:extLst>
          </p:cNvPr>
          <p:cNvSpPr>
            <a:spLocks noGrp="1"/>
          </p:cNvSpPr>
          <p:nvPr>
            <p:ph sz="quarter" idx="4"/>
          </p:nvPr>
        </p:nvSpPr>
        <p:spPr>
          <a:xfrm>
            <a:off x="4629151" y="1878807"/>
            <a:ext cx="3542850" cy="27638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1" name="Freeform 3">
            <a:extLst>
              <a:ext uri="{FF2B5EF4-FFF2-40B4-BE49-F238E27FC236}">
                <a16:creationId xmlns:a16="http://schemas.microsoft.com/office/drawing/2014/main" id="{155CCDE1-46E7-C56E-E499-CAC8BE54C302}"/>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2" name="Freeform 4">
            <a:extLst>
              <a:ext uri="{FF2B5EF4-FFF2-40B4-BE49-F238E27FC236}">
                <a16:creationId xmlns:a16="http://schemas.microsoft.com/office/drawing/2014/main" id="{35889E93-2A5D-58AD-C395-D2FD5A443DED}"/>
              </a:ext>
            </a:extLst>
          </p:cNvPr>
          <p:cNvSpPr/>
          <p:nvPr userDrawn="1"/>
        </p:nvSpPr>
        <p:spPr>
          <a:xfrm>
            <a:off x="8302970" y="3145869"/>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5" name="Freeform 7">
            <a:extLst>
              <a:ext uri="{FF2B5EF4-FFF2-40B4-BE49-F238E27FC236}">
                <a16:creationId xmlns:a16="http://schemas.microsoft.com/office/drawing/2014/main" id="{496CF57D-CA1A-A609-3F9C-8F5C6C7CF86E}"/>
              </a:ext>
            </a:extLst>
          </p:cNvPr>
          <p:cNvSpPr/>
          <p:nvPr userDrawn="1"/>
        </p:nvSpPr>
        <p:spPr>
          <a:xfrm rot="7860679">
            <a:off x="8336347" y="2932849"/>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6" name="Freeform 8">
            <a:extLst>
              <a:ext uri="{FF2B5EF4-FFF2-40B4-BE49-F238E27FC236}">
                <a16:creationId xmlns:a16="http://schemas.microsoft.com/office/drawing/2014/main" id="{EEEBD99B-9609-C10D-B938-37A1D1276820}"/>
              </a:ext>
            </a:extLst>
          </p:cNvPr>
          <p:cNvSpPr/>
          <p:nvPr userDrawn="1"/>
        </p:nvSpPr>
        <p:spPr>
          <a:xfrm rot="-458312">
            <a:off x="8355052" y="526573"/>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7" name="Freeform 9">
            <a:extLst>
              <a:ext uri="{FF2B5EF4-FFF2-40B4-BE49-F238E27FC236}">
                <a16:creationId xmlns:a16="http://schemas.microsoft.com/office/drawing/2014/main" id="{3E104128-F882-CD53-0D5D-FECF05E8306F}"/>
              </a:ext>
            </a:extLst>
          </p:cNvPr>
          <p:cNvSpPr/>
          <p:nvPr userDrawn="1"/>
        </p:nvSpPr>
        <p:spPr>
          <a:xfrm rot="1296289">
            <a:off x="7695168" y="-263701"/>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20" name="Freeform 12">
            <a:extLst>
              <a:ext uri="{FF2B5EF4-FFF2-40B4-BE49-F238E27FC236}">
                <a16:creationId xmlns:a16="http://schemas.microsoft.com/office/drawing/2014/main" id="{2F05AF10-F9C8-3261-CB2F-ECE3F6CFA40E}"/>
              </a:ext>
            </a:extLst>
          </p:cNvPr>
          <p:cNvSpPr/>
          <p:nvPr userDrawn="1"/>
        </p:nvSpPr>
        <p:spPr>
          <a:xfrm rot="7628197">
            <a:off x="8578643" y="659662"/>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21" name="Freeform 13">
            <a:extLst>
              <a:ext uri="{FF2B5EF4-FFF2-40B4-BE49-F238E27FC236}">
                <a16:creationId xmlns:a16="http://schemas.microsoft.com/office/drawing/2014/main" id="{ED978E30-DF37-EF1E-4EDA-D257DB52A802}"/>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sz="700"/>
          </a:p>
        </p:txBody>
      </p:sp>
      <p:sp>
        <p:nvSpPr>
          <p:cNvPr id="22" name="Freeform 2">
            <a:extLst>
              <a:ext uri="{FF2B5EF4-FFF2-40B4-BE49-F238E27FC236}">
                <a16:creationId xmlns:a16="http://schemas.microsoft.com/office/drawing/2014/main" id="{BC28FAE3-EF77-16F7-D36F-89291BDBA23F}"/>
              </a:ext>
            </a:extLst>
          </p:cNvPr>
          <p:cNvSpPr/>
          <p:nvPr userDrawn="1"/>
        </p:nvSpPr>
        <p:spPr>
          <a:xfrm>
            <a:off x="-624791" y="2068766"/>
            <a:ext cx="1249582" cy="2757382"/>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23" name="Freeform 11">
            <a:extLst>
              <a:ext uri="{FF2B5EF4-FFF2-40B4-BE49-F238E27FC236}">
                <a16:creationId xmlns:a16="http://schemas.microsoft.com/office/drawing/2014/main" id="{CEB1C3FA-1EEC-56C1-1AF2-E589AD20F890}"/>
              </a:ext>
            </a:extLst>
          </p:cNvPr>
          <p:cNvSpPr/>
          <p:nvPr userDrawn="1"/>
        </p:nvSpPr>
        <p:spPr>
          <a:xfrm rot="1296289">
            <a:off x="-184880" y="3939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4" name="Freeform 6">
            <a:extLst>
              <a:ext uri="{FF2B5EF4-FFF2-40B4-BE49-F238E27FC236}">
                <a16:creationId xmlns:a16="http://schemas.microsoft.com/office/drawing/2014/main" id="{B2B7A818-0250-2839-7F03-AE94C1840AFE}"/>
              </a:ext>
            </a:extLst>
          </p:cNvPr>
          <p:cNvSpPr/>
          <p:nvPr userDrawn="1"/>
        </p:nvSpPr>
        <p:spPr>
          <a:xfrm rot="7860679">
            <a:off x="-377688" y="2336570"/>
            <a:ext cx="800478" cy="822848"/>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dirty="0"/>
          </a:p>
        </p:txBody>
      </p:sp>
      <p:sp>
        <p:nvSpPr>
          <p:cNvPr id="24" name="Freeform 10">
            <a:extLst>
              <a:ext uri="{FF2B5EF4-FFF2-40B4-BE49-F238E27FC236}">
                <a16:creationId xmlns:a16="http://schemas.microsoft.com/office/drawing/2014/main" id="{7C0607F9-ADE3-ED8B-F55F-39BB06FB9595}"/>
              </a:ext>
            </a:extLst>
          </p:cNvPr>
          <p:cNvSpPr/>
          <p:nvPr userDrawn="1"/>
        </p:nvSpPr>
        <p:spPr>
          <a:xfrm rot="-2487859">
            <a:off x="377291" y="-103887"/>
            <a:ext cx="941388" cy="84247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25" name="Freeform 4">
            <a:extLst>
              <a:ext uri="{FF2B5EF4-FFF2-40B4-BE49-F238E27FC236}">
                <a16:creationId xmlns:a16="http://schemas.microsoft.com/office/drawing/2014/main" id="{64108208-23A2-8DFE-FE94-2A9E0DE10064}"/>
              </a:ext>
            </a:extLst>
          </p:cNvPr>
          <p:cNvSpPr/>
          <p:nvPr userDrawn="1"/>
        </p:nvSpPr>
        <p:spPr>
          <a:xfrm>
            <a:off x="-306763" y="-466327"/>
            <a:ext cx="1304903" cy="1296699"/>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Tree>
    <p:extLst>
      <p:ext uri="{BB962C8B-B14F-4D97-AF65-F5344CB8AC3E}">
        <p14:creationId xmlns:p14="http://schemas.microsoft.com/office/powerpoint/2010/main" val="2577764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lstStyle/>
          <a:p>
            <a:r>
              <a:rPr lang="de-DE" dirty="0"/>
              <a:t>Überschrift</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sz="700"/>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317116" y="-65398"/>
            <a:ext cx="1050461" cy="101020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31" name="Freeform 2">
            <a:extLst>
              <a:ext uri="{FF2B5EF4-FFF2-40B4-BE49-F238E27FC236}">
                <a16:creationId xmlns:a16="http://schemas.microsoft.com/office/drawing/2014/main" id="{9161E3FC-3BC4-55BC-EC0E-B8D63DB7B1E7}"/>
              </a:ext>
            </a:extLst>
          </p:cNvPr>
          <p:cNvSpPr/>
          <p:nvPr userDrawn="1"/>
        </p:nvSpPr>
        <p:spPr>
          <a:xfrm>
            <a:off x="46472" y="301604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3" name="Freeform 4">
            <a:extLst>
              <a:ext uri="{FF2B5EF4-FFF2-40B4-BE49-F238E27FC236}">
                <a16:creationId xmlns:a16="http://schemas.microsoft.com/office/drawing/2014/main" id="{B73C15CE-7BD2-833F-6D37-C3BE622A4E85}"/>
              </a:ext>
            </a:extLst>
          </p:cNvPr>
          <p:cNvSpPr/>
          <p:nvPr userDrawn="1"/>
        </p:nvSpPr>
        <p:spPr>
          <a:xfrm>
            <a:off x="-408800" y="-370708"/>
            <a:ext cx="1456094" cy="155485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sz="700"/>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7916997" y="356402"/>
            <a:ext cx="1173794" cy="1152696"/>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sz="700"/>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63273" y="3613160"/>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sz="700"/>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sz="700"/>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7692175" y="-272960"/>
            <a:ext cx="1265998" cy="1077324"/>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8476227" y="2383742"/>
            <a:ext cx="1016862" cy="809877"/>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148477" y="3943212"/>
            <a:ext cx="1647048" cy="137704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8861597" y="-178740"/>
            <a:ext cx="853546" cy="968131"/>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sz="700"/>
          </a:p>
        </p:txBody>
      </p:sp>
    </p:spTree>
    <p:extLst>
      <p:ext uri="{BB962C8B-B14F-4D97-AF65-F5344CB8AC3E}">
        <p14:creationId xmlns:p14="http://schemas.microsoft.com/office/powerpoint/2010/main" val="2466760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17" name="Freeform 10">
            <a:extLst>
              <a:ext uri="{FF2B5EF4-FFF2-40B4-BE49-F238E27FC236}">
                <a16:creationId xmlns:a16="http://schemas.microsoft.com/office/drawing/2014/main" id="{39212D54-E1E5-07A5-E13A-D94B11CC73CB}"/>
              </a:ext>
            </a:extLst>
          </p:cNvPr>
          <p:cNvSpPr/>
          <p:nvPr userDrawn="1"/>
        </p:nvSpPr>
        <p:spPr>
          <a:xfrm rot="-2487859">
            <a:off x="924497" y="-196079"/>
            <a:ext cx="1050461" cy="101020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5" name="Freeform 2">
            <a:extLst>
              <a:ext uri="{FF2B5EF4-FFF2-40B4-BE49-F238E27FC236}">
                <a16:creationId xmlns:a16="http://schemas.microsoft.com/office/drawing/2014/main" id="{7138968B-20AA-CAF8-700F-BAB93331E2BF}"/>
              </a:ext>
            </a:extLst>
          </p:cNvPr>
          <p:cNvSpPr/>
          <p:nvPr userDrawn="1"/>
        </p:nvSpPr>
        <p:spPr>
          <a:xfrm>
            <a:off x="175579" y="2794604"/>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6" name="Freeform 3">
            <a:extLst>
              <a:ext uri="{FF2B5EF4-FFF2-40B4-BE49-F238E27FC236}">
                <a16:creationId xmlns:a16="http://schemas.microsoft.com/office/drawing/2014/main" id="{529E3E70-0077-8ABC-C836-0F50A60F7BFD}"/>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7" name="Freeform 4">
            <a:extLst>
              <a:ext uri="{FF2B5EF4-FFF2-40B4-BE49-F238E27FC236}">
                <a16:creationId xmlns:a16="http://schemas.microsoft.com/office/drawing/2014/main" id="{9CF66559-D777-73EC-5EEC-F85C25559919}"/>
              </a:ext>
            </a:extLst>
          </p:cNvPr>
          <p:cNvSpPr/>
          <p:nvPr userDrawn="1"/>
        </p:nvSpPr>
        <p:spPr>
          <a:xfrm>
            <a:off x="-408800" y="-370708"/>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8" name="Freeform 5">
            <a:extLst>
              <a:ext uri="{FF2B5EF4-FFF2-40B4-BE49-F238E27FC236}">
                <a16:creationId xmlns:a16="http://schemas.microsoft.com/office/drawing/2014/main" id="{650D41EF-FF4F-AD39-D072-DA92CD711E07}"/>
              </a:ext>
            </a:extLst>
          </p:cNvPr>
          <p:cNvSpPr/>
          <p:nvPr userDrawn="1"/>
        </p:nvSpPr>
        <p:spPr>
          <a:xfrm rot="16008410">
            <a:off x="7679348" y="1225890"/>
            <a:ext cx="1173794" cy="1152696"/>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9" name="Freeform 6">
            <a:extLst>
              <a:ext uri="{FF2B5EF4-FFF2-40B4-BE49-F238E27FC236}">
                <a16:creationId xmlns:a16="http://schemas.microsoft.com/office/drawing/2014/main" id="{F621165A-D9E9-AFC9-8B13-32E2C07D5C16}"/>
              </a:ext>
            </a:extLst>
          </p:cNvPr>
          <p:cNvSpPr/>
          <p:nvPr userDrawn="1"/>
        </p:nvSpPr>
        <p:spPr>
          <a:xfrm rot="7860679">
            <a:off x="351398" y="2868168"/>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0" name="Freeform 7">
            <a:extLst>
              <a:ext uri="{FF2B5EF4-FFF2-40B4-BE49-F238E27FC236}">
                <a16:creationId xmlns:a16="http://schemas.microsoft.com/office/drawing/2014/main" id="{0BB7A524-6050-E014-BA58-27ABC302D830}"/>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1" name="Freeform 8">
            <a:extLst>
              <a:ext uri="{FF2B5EF4-FFF2-40B4-BE49-F238E27FC236}">
                <a16:creationId xmlns:a16="http://schemas.microsoft.com/office/drawing/2014/main" id="{EA399C87-A7CA-F8A4-8F37-8B3B816A02D4}"/>
              </a:ext>
            </a:extLst>
          </p:cNvPr>
          <p:cNvSpPr/>
          <p:nvPr userDrawn="1"/>
        </p:nvSpPr>
        <p:spPr>
          <a:xfrm rot="-458312">
            <a:off x="7870781" y="494660"/>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2" name="Freeform 9">
            <a:extLst>
              <a:ext uri="{FF2B5EF4-FFF2-40B4-BE49-F238E27FC236}">
                <a16:creationId xmlns:a16="http://schemas.microsoft.com/office/drawing/2014/main" id="{A521874F-32FC-DCEF-0872-46FCFE4B5C46}"/>
              </a:ext>
            </a:extLst>
          </p:cNvPr>
          <p:cNvSpPr/>
          <p:nvPr userDrawn="1"/>
        </p:nvSpPr>
        <p:spPr>
          <a:xfrm rot="1296289">
            <a:off x="7415292" y="-128621"/>
            <a:ext cx="1265998" cy="1077324"/>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3" name="Freeform 10">
            <a:extLst>
              <a:ext uri="{FF2B5EF4-FFF2-40B4-BE49-F238E27FC236}">
                <a16:creationId xmlns:a16="http://schemas.microsoft.com/office/drawing/2014/main" id="{67DDB4D3-61D7-854C-133A-D14CBB020B2E}"/>
              </a:ext>
            </a:extLst>
          </p:cNvPr>
          <p:cNvSpPr/>
          <p:nvPr userDrawn="1"/>
        </p:nvSpPr>
        <p:spPr>
          <a:xfrm rot="-2487859">
            <a:off x="8513894" y="2483256"/>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4" name="Freeform 11">
            <a:extLst>
              <a:ext uri="{FF2B5EF4-FFF2-40B4-BE49-F238E27FC236}">
                <a16:creationId xmlns:a16="http://schemas.microsoft.com/office/drawing/2014/main" id="{880A42D8-0EF5-016E-B82E-40B3FD20D517}"/>
              </a:ext>
            </a:extLst>
          </p:cNvPr>
          <p:cNvSpPr/>
          <p:nvPr userDrawn="1"/>
        </p:nvSpPr>
        <p:spPr>
          <a:xfrm rot="1296289">
            <a:off x="309959" y="3495606"/>
            <a:ext cx="1647048" cy="137704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5" name="Freeform 12">
            <a:extLst>
              <a:ext uri="{FF2B5EF4-FFF2-40B4-BE49-F238E27FC236}">
                <a16:creationId xmlns:a16="http://schemas.microsoft.com/office/drawing/2014/main" id="{CF364CAB-26D9-242D-2173-35EED9694FFA}"/>
              </a:ext>
            </a:extLst>
          </p:cNvPr>
          <p:cNvSpPr/>
          <p:nvPr userDrawn="1"/>
        </p:nvSpPr>
        <p:spPr>
          <a:xfrm rot="2046247">
            <a:off x="8106435" y="541755"/>
            <a:ext cx="1106586" cy="113686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6" name="Freeform 13">
            <a:extLst>
              <a:ext uri="{FF2B5EF4-FFF2-40B4-BE49-F238E27FC236}">
                <a16:creationId xmlns:a16="http://schemas.microsoft.com/office/drawing/2014/main" id="{16DFAD4E-E1FC-D536-8781-C7766040C289}"/>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sz="700"/>
          </a:p>
        </p:txBody>
      </p:sp>
    </p:spTree>
    <p:extLst>
      <p:ext uri="{BB962C8B-B14F-4D97-AF65-F5344CB8AC3E}">
        <p14:creationId xmlns:p14="http://schemas.microsoft.com/office/powerpoint/2010/main" val="36017566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016E78-2793-B012-CB0C-646A6A5A90DC}"/>
              </a:ext>
            </a:extLst>
          </p:cNvPr>
          <p:cNvSpPr>
            <a:spLocks noGrp="1"/>
          </p:cNvSpPr>
          <p:nvPr>
            <p:ph type="title" hasCustomPrompt="1"/>
          </p:nvPr>
        </p:nvSpPr>
        <p:spPr>
          <a:xfrm>
            <a:off x="972000" y="740569"/>
            <a:ext cx="2617783" cy="630000"/>
          </a:xfrm>
        </p:spPr>
        <p:txBody>
          <a:bodyPr anchor="b"/>
          <a:lstStyle>
            <a:lvl1pPr>
              <a:defRPr sz="1600"/>
            </a:lvl1pPr>
          </a:lstStyle>
          <a:p>
            <a:r>
              <a:rPr lang="de-DE" dirty="0"/>
              <a:t>Überschrift</a:t>
            </a:r>
          </a:p>
        </p:txBody>
      </p:sp>
      <p:sp>
        <p:nvSpPr>
          <p:cNvPr id="3" name="Inhaltsplatzhalter 2">
            <a:extLst>
              <a:ext uri="{FF2B5EF4-FFF2-40B4-BE49-F238E27FC236}">
                <a16:creationId xmlns:a16="http://schemas.microsoft.com/office/drawing/2014/main" id="{41BB85FD-ECDA-36AA-2F63-F92D935D9790}"/>
              </a:ext>
            </a:extLst>
          </p:cNvPr>
          <p:cNvSpPr>
            <a:spLocks noGrp="1"/>
          </p:cNvSpPr>
          <p:nvPr>
            <p:ph idx="1"/>
          </p:nvPr>
        </p:nvSpPr>
        <p:spPr>
          <a:xfrm>
            <a:off x="3887787" y="740569"/>
            <a:ext cx="4284213" cy="3655219"/>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3">
            <a:extLst>
              <a:ext uri="{FF2B5EF4-FFF2-40B4-BE49-F238E27FC236}">
                <a16:creationId xmlns:a16="http://schemas.microsoft.com/office/drawing/2014/main" id="{0858A1FB-E57C-5418-EBE1-354F98671459}"/>
              </a:ext>
            </a:extLst>
          </p:cNvPr>
          <p:cNvSpPr>
            <a:spLocks noGrp="1"/>
          </p:cNvSpPr>
          <p:nvPr>
            <p:ph type="body" sz="half" idx="2"/>
          </p:nvPr>
        </p:nvSpPr>
        <p:spPr>
          <a:xfrm>
            <a:off x="972000" y="1543050"/>
            <a:ext cx="2607019" cy="28590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lang="de-DE"/>
              <a:t>Mastertextformat bearbeiten</a:t>
            </a:r>
          </a:p>
        </p:txBody>
      </p:sp>
      <p:sp>
        <p:nvSpPr>
          <p:cNvPr id="19" name="Freeform 13">
            <a:extLst>
              <a:ext uri="{FF2B5EF4-FFF2-40B4-BE49-F238E27FC236}">
                <a16:creationId xmlns:a16="http://schemas.microsoft.com/office/drawing/2014/main" id="{F47AD150-4E7B-64E2-B586-D89BE5026781}"/>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sz="700"/>
          </a:p>
        </p:txBody>
      </p:sp>
      <p:sp>
        <p:nvSpPr>
          <p:cNvPr id="22" name="Freeform 2">
            <a:extLst>
              <a:ext uri="{FF2B5EF4-FFF2-40B4-BE49-F238E27FC236}">
                <a16:creationId xmlns:a16="http://schemas.microsoft.com/office/drawing/2014/main" id="{B785267F-9B21-E2D1-8B7C-5852346519D4}"/>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23" name="Freeform 3">
            <a:extLst>
              <a:ext uri="{FF2B5EF4-FFF2-40B4-BE49-F238E27FC236}">
                <a16:creationId xmlns:a16="http://schemas.microsoft.com/office/drawing/2014/main" id="{DEC9A8E5-7307-5793-E10D-501433896A88}"/>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24" name="Freeform 5">
            <a:extLst>
              <a:ext uri="{FF2B5EF4-FFF2-40B4-BE49-F238E27FC236}">
                <a16:creationId xmlns:a16="http://schemas.microsoft.com/office/drawing/2014/main" id="{A2353211-40FC-5740-32CD-1C4B636D7A37}"/>
              </a:ext>
            </a:extLst>
          </p:cNvPr>
          <p:cNvSpPr/>
          <p:nvPr userDrawn="1"/>
        </p:nvSpPr>
        <p:spPr>
          <a:xfrm>
            <a:off x="-172347" y="-51866"/>
            <a:ext cx="1398987" cy="1267883"/>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25" name="Freeform 6">
            <a:extLst>
              <a:ext uri="{FF2B5EF4-FFF2-40B4-BE49-F238E27FC236}">
                <a16:creationId xmlns:a16="http://schemas.microsoft.com/office/drawing/2014/main" id="{B03E0420-8A6D-6BE6-D535-527AD41A1A23}"/>
              </a:ext>
            </a:extLst>
          </p:cNvPr>
          <p:cNvSpPr/>
          <p:nvPr userDrawn="1"/>
        </p:nvSpPr>
        <p:spPr>
          <a:xfrm rot="7860679">
            <a:off x="92445" y="85383"/>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sz="700"/>
          </a:p>
        </p:txBody>
      </p:sp>
      <p:sp>
        <p:nvSpPr>
          <p:cNvPr id="26" name="Freeform 8">
            <a:extLst>
              <a:ext uri="{FF2B5EF4-FFF2-40B4-BE49-F238E27FC236}">
                <a16:creationId xmlns:a16="http://schemas.microsoft.com/office/drawing/2014/main" id="{AE95795B-3C8A-0529-1C07-E4386818A618}"/>
              </a:ext>
            </a:extLst>
          </p:cNvPr>
          <p:cNvSpPr/>
          <p:nvPr userDrawn="1"/>
        </p:nvSpPr>
        <p:spPr>
          <a:xfrm rot="-458312">
            <a:off x="8464614" y="-142621"/>
            <a:ext cx="1577896" cy="1921634"/>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sz="700"/>
          </a:p>
        </p:txBody>
      </p:sp>
      <p:sp>
        <p:nvSpPr>
          <p:cNvPr id="27" name="Freeform 9">
            <a:extLst>
              <a:ext uri="{FF2B5EF4-FFF2-40B4-BE49-F238E27FC236}">
                <a16:creationId xmlns:a16="http://schemas.microsoft.com/office/drawing/2014/main" id="{7CD293D5-CCCD-DB27-0368-65760863B577}"/>
              </a:ext>
            </a:extLst>
          </p:cNvPr>
          <p:cNvSpPr/>
          <p:nvPr userDrawn="1"/>
        </p:nvSpPr>
        <p:spPr>
          <a:xfrm rot="1296289">
            <a:off x="7714580" y="-127772"/>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sz="700"/>
          </a:p>
        </p:txBody>
      </p:sp>
      <p:sp>
        <p:nvSpPr>
          <p:cNvPr id="28" name="Freeform 10">
            <a:extLst>
              <a:ext uri="{FF2B5EF4-FFF2-40B4-BE49-F238E27FC236}">
                <a16:creationId xmlns:a16="http://schemas.microsoft.com/office/drawing/2014/main" id="{1D3F4BBB-70D6-DB0B-303C-DA23C05C8358}"/>
              </a:ext>
            </a:extLst>
          </p:cNvPr>
          <p:cNvSpPr/>
          <p:nvPr userDrawn="1"/>
        </p:nvSpPr>
        <p:spPr>
          <a:xfrm rot="-2487859">
            <a:off x="871470" y="-53583"/>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sz="700"/>
          </a:p>
        </p:txBody>
      </p:sp>
      <p:sp>
        <p:nvSpPr>
          <p:cNvPr id="29" name="Freeform 11">
            <a:extLst>
              <a:ext uri="{FF2B5EF4-FFF2-40B4-BE49-F238E27FC236}">
                <a16:creationId xmlns:a16="http://schemas.microsoft.com/office/drawing/2014/main" id="{A91B5530-0FF0-FD42-3AB8-DF8DB9D91CC9}"/>
              </a:ext>
            </a:extLst>
          </p:cNvPr>
          <p:cNvSpPr/>
          <p:nvPr userDrawn="1"/>
        </p:nvSpPr>
        <p:spPr>
          <a:xfrm rot="1296289">
            <a:off x="-539000" y="2932679"/>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sz="700"/>
          </a:p>
        </p:txBody>
      </p:sp>
      <p:sp>
        <p:nvSpPr>
          <p:cNvPr id="30" name="Freeform 12">
            <a:extLst>
              <a:ext uri="{FF2B5EF4-FFF2-40B4-BE49-F238E27FC236}">
                <a16:creationId xmlns:a16="http://schemas.microsoft.com/office/drawing/2014/main" id="{23FCDB0A-FE28-5239-063A-55FF77DAEA5E}"/>
              </a:ext>
            </a:extLst>
          </p:cNvPr>
          <p:cNvSpPr/>
          <p:nvPr userDrawn="1"/>
        </p:nvSpPr>
        <p:spPr>
          <a:xfrm rot="1597264">
            <a:off x="8671394" y="604272"/>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sz="700"/>
          </a:p>
        </p:txBody>
      </p:sp>
      <p:sp>
        <p:nvSpPr>
          <p:cNvPr id="31" name="Freeform 5">
            <a:extLst>
              <a:ext uri="{FF2B5EF4-FFF2-40B4-BE49-F238E27FC236}">
                <a16:creationId xmlns:a16="http://schemas.microsoft.com/office/drawing/2014/main" id="{AF83C77C-7708-6BFD-1A3A-1A7FE688E2D6}"/>
              </a:ext>
            </a:extLst>
          </p:cNvPr>
          <p:cNvSpPr/>
          <p:nvPr userDrawn="1"/>
        </p:nvSpPr>
        <p:spPr>
          <a:xfrm rot="7999432">
            <a:off x="8522608" y="3367698"/>
            <a:ext cx="1398987" cy="1267883"/>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sz="700"/>
          </a:p>
        </p:txBody>
      </p:sp>
      <p:sp>
        <p:nvSpPr>
          <p:cNvPr id="32" name="Freeform 7">
            <a:extLst>
              <a:ext uri="{FF2B5EF4-FFF2-40B4-BE49-F238E27FC236}">
                <a16:creationId xmlns:a16="http://schemas.microsoft.com/office/drawing/2014/main" id="{45E5D326-E072-5757-7F26-55041BCADC38}"/>
              </a:ext>
            </a:extLst>
          </p:cNvPr>
          <p:cNvSpPr/>
          <p:nvPr userDrawn="1"/>
        </p:nvSpPr>
        <p:spPr>
          <a:xfrm rot="7860679">
            <a:off x="8125978" y="4092804"/>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sz="700"/>
          </a:p>
        </p:txBody>
      </p:sp>
    </p:spTree>
    <p:extLst>
      <p:ext uri="{BB962C8B-B14F-4D97-AF65-F5344CB8AC3E}">
        <p14:creationId xmlns:p14="http://schemas.microsoft.com/office/powerpoint/2010/main" val="578235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 mit Überschrift">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2A5FF1BE-6E89-BD9B-6F40-A62ECDE55D5C}"/>
              </a:ext>
            </a:extLst>
          </p:cNvPr>
          <p:cNvSpPr>
            <a:spLocks noGrp="1"/>
          </p:cNvSpPr>
          <p:nvPr>
            <p:ph type="pic" idx="1"/>
          </p:nvPr>
        </p:nvSpPr>
        <p:spPr>
          <a:xfrm>
            <a:off x="3887788" y="740569"/>
            <a:ext cx="4284212" cy="3655219"/>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de-DE" dirty="0"/>
          </a:p>
        </p:txBody>
      </p:sp>
      <p:sp>
        <p:nvSpPr>
          <p:cNvPr id="8" name="Freeform 2">
            <a:extLst>
              <a:ext uri="{FF2B5EF4-FFF2-40B4-BE49-F238E27FC236}">
                <a16:creationId xmlns:a16="http://schemas.microsoft.com/office/drawing/2014/main" id="{90BB0451-57CE-6C95-DCE7-EB3A0D295758}"/>
              </a:ext>
            </a:extLst>
          </p:cNvPr>
          <p:cNvSpPr/>
          <p:nvPr userDrawn="1"/>
        </p:nvSpPr>
        <p:spPr>
          <a:xfrm>
            <a:off x="-494409" y="3653516"/>
            <a:ext cx="1249582" cy="1197327"/>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9" name="Freeform 3">
            <a:extLst>
              <a:ext uri="{FF2B5EF4-FFF2-40B4-BE49-F238E27FC236}">
                <a16:creationId xmlns:a16="http://schemas.microsoft.com/office/drawing/2014/main" id="{5CA1BBC5-0EE1-A6FB-D24A-FE0784B1A512}"/>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1" name="Freeform 5">
            <a:extLst>
              <a:ext uri="{FF2B5EF4-FFF2-40B4-BE49-F238E27FC236}">
                <a16:creationId xmlns:a16="http://schemas.microsoft.com/office/drawing/2014/main" id="{AAC90572-095E-D207-28CC-5CC7CE8AAB54}"/>
              </a:ext>
            </a:extLst>
          </p:cNvPr>
          <p:cNvSpPr/>
          <p:nvPr userDrawn="1"/>
        </p:nvSpPr>
        <p:spPr>
          <a:xfrm>
            <a:off x="-172347" y="-51866"/>
            <a:ext cx="1398987" cy="1267883"/>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2" name="Freeform 6">
            <a:extLst>
              <a:ext uri="{FF2B5EF4-FFF2-40B4-BE49-F238E27FC236}">
                <a16:creationId xmlns:a16="http://schemas.microsoft.com/office/drawing/2014/main" id="{6F91B3CD-CC8F-0B3A-D18E-D660FC7D92FD}"/>
              </a:ext>
            </a:extLst>
          </p:cNvPr>
          <p:cNvSpPr/>
          <p:nvPr userDrawn="1"/>
        </p:nvSpPr>
        <p:spPr>
          <a:xfrm rot="7860679">
            <a:off x="92445" y="85383"/>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4" name="Freeform 8">
            <a:extLst>
              <a:ext uri="{FF2B5EF4-FFF2-40B4-BE49-F238E27FC236}">
                <a16:creationId xmlns:a16="http://schemas.microsoft.com/office/drawing/2014/main" id="{9163308A-5476-0EE0-5224-021FE11335A9}"/>
              </a:ext>
            </a:extLst>
          </p:cNvPr>
          <p:cNvSpPr/>
          <p:nvPr userDrawn="1"/>
        </p:nvSpPr>
        <p:spPr>
          <a:xfrm rot="-458312">
            <a:off x="8464614" y="-142621"/>
            <a:ext cx="1577896" cy="1921634"/>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5" name="Freeform 9">
            <a:extLst>
              <a:ext uri="{FF2B5EF4-FFF2-40B4-BE49-F238E27FC236}">
                <a16:creationId xmlns:a16="http://schemas.microsoft.com/office/drawing/2014/main" id="{E41D98E6-757A-F89B-A562-5CC2FF52C434}"/>
              </a:ext>
            </a:extLst>
          </p:cNvPr>
          <p:cNvSpPr/>
          <p:nvPr userDrawn="1"/>
        </p:nvSpPr>
        <p:spPr>
          <a:xfrm rot="1296289">
            <a:off x="7714580" y="-127772"/>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6" name="Freeform 10">
            <a:extLst>
              <a:ext uri="{FF2B5EF4-FFF2-40B4-BE49-F238E27FC236}">
                <a16:creationId xmlns:a16="http://schemas.microsoft.com/office/drawing/2014/main" id="{25F7D7F9-A4A2-443D-DB6B-12FBDA0EBEF5}"/>
              </a:ext>
            </a:extLst>
          </p:cNvPr>
          <p:cNvSpPr/>
          <p:nvPr userDrawn="1"/>
        </p:nvSpPr>
        <p:spPr>
          <a:xfrm rot="-2487859">
            <a:off x="871470" y="-53583"/>
            <a:ext cx="881884" cy="74719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7" name="Freeform 11">
            <a:extLst>
              <a:ext uri="{FF2B5EF4-FFF2-40B4-BE49-F238E27FC236}">
                <a16:creationId xmlns:a16="http://schemas.microsoft.com/office/drawing/2014/main" id="{16B66D66-EF89-D409-F216-68548596F9D9}"/>
              </a:ext>
            </a:extLst>
          </p:cNvPr>
          <p:cNvSpPr/>
          <p:nvPr userDrawn="1"/>
        </p:nvSpPr>
        <p:spPr>
          <a:xfrm rot="1296289">
            <a:off x="-539000" y="2932679"/>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8" name="Freeform 12">
            <a:extLst>
              <a:ext uri="{FF2B5EF4-FFF2-40B4-BE49-F238E27FC236}">
                <a16:creationId xmlns:a16="http://schemas.microsoft.com/office/drawing/2014/main" id="{5DADAE46-D778-7C30-362F-6F7AE6433EFC}"/>
              </a:ext>
            </a:extLst>
          </p:cNvPr>
          <p:cNvSpPr/>
          <p:nvPr userDrawn="1"/>
        </p:nvSpPr>
        <p:spPr>
          <a:xfrm rot="1597264">
            <a:off x="8671394" y="604272"/>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9" name="Freeform 13">
            <a:extLst>
              <a:ext uri="{FF2B5EF4-FFF2-40B4-BE49-F238E27FC236}">
                <a16:creationId xmlns:a16="http://schemas.microsoft.com/office/drawing/2014/main" id="{88CBCFF4-7254-B7D0-3D1F-F21E7E31B92C}"/>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sz="700"/>
          </a:p>
        </p:txBody>
      </p:sp>
      <p:sp>
        <p:nvSpPr>
          <p:cNvPr id="20" name="Titel 1">
            <a:extLst>
              <a:ext uri="{FF2B5EF4-FFF2-40B4-BE49-F238E27FC236}">
                <a16:creationId xmlns:a16="http://schemas.microsoft.com/office/drawing/2014/main" id="{02BC145F-1719-414C-C71E-C2EC49EB0A6C}"/>
              </a:ext>
            </a:extLst>
          </p:cNvPr>
          <p:cNvSpPr txBox="1">
            <a:spLocks/>
          </p:cNvSpPr>
          <p:nvPr userDrawn="1"/>
        </p:nvSpPr>
        <p:spPr>
          <a:xfrm>
            <a:off x="972000" y="740569"/>
            <a:ext cx="2617783" cy="630000"/>
          </a:xfrm>
          <a:prstGeom prst="rect">
            <a:avLst/>
          </a:prstGeom>
        </p:spPr>
        <p:txBody>
          <a:bodyPr vert="horz" lIns="45720" tIns="22860" rIns="45720" bIns="2286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de-DE" sz="1600" dirty="0"/>
              <a:t>Überschrift</a:t>
            </a:r>
          </a:p>
        </p:txBody>
      </p:sp>
      <p:sp>
        <p:nvSpPr>
          <p:cNvPr id="22" name="Textplatzhalter 3">
            <a:extLst>
              <a:ext uri="{FF2B5EF4-FFF2-40B4-BE49-F238E27FC236}">
                <a16:creationId xmlns:a16="http://schemas.microsoft.com/office/drawing/2014/main" id="{C519E988-B3EA-8638-30E0-6D5CC7C1CA3E}"/>
              </a:ext>
            </a:extLst>
          </p:cNvPr>
          <p:cNvSpPr>
            <a:spLocks noGrp="1"/>
          </p:cNvSpPr>
          <p:nvPr>
            <p:ph type="body" sz="half" idx="11"/>
          </p:nvPr>
        </p:nvSpPr>
        <p:spPr>
          <a:xfrm>
            <a:off x="972000" y="1543050"/>
            <a:ext cx="2607019" cy="28590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lang="de-DE"/>
              <a:t>Mastertextformat bearbeiten</a:t>
            </a:r>
          </a:p>
        </p:txBody>
      </p:sp>
      <p:sp>
        <p:nvSpPr>
          <p:cNvPr id="24" name="Freeform 5">
            <a:extLst>
              <a:ext uri="{FF2B5EF4-FFF2-40B4-BE49-F238E27FC236}">
                <a16:creationId xmlns:a16="http://schemas.microsoft.com/office/drawing/2014/main" id="{BFAEB560-E424-6593-FE5E-1B75DEA3BB45}"/>
              </a:ext>
            </a:extLst>
          </p:cNvPr>
          <p:cNvSpPr/>
          <p:nvPr userDrawn="1"/>
        </p:nvSpPr>
        <p:spPr>
          <a:xfrm rot="7999432">
            <a:off x="8522608" y="3367698"/>
            <a:ext cx="1398987" cy="1267883"/>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3" name="Freeform 7">
            <a:extLst>
              <a:ext uri="{FF2B5EF4-FFF2-40B4-BE49-F238E27FC236}">
                <a16:creationId xmlns:a16="http://schemas.microsoft.com/office/drawing/2014/main" id="{AB5C5D13-66A6-41D5-C8D9-D17B7D1DDE76}"/>
              </a:ext>
            </a:extLst>
          </p:cNvPr>
          <p:cNvSpPr/>
          <p:nvPr userDrawn="1"/>
        </p:nvSpPr>
        <p:spPr>
          <a:xfrm rot="7860679">
            <a:off x="8125978" y="4092804"/>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Tree>
    <p:extLst>
      <p:ext uri="{BB962C8B-B14F-4D97-AF65-F5344CB8AC3E}">
        <p14:creationId xmlns:p14="http://schemas.microsoft.com/office/powerpoint/2010/main" val="38068172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rage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1093141" y="1201564"/>
            <a:ext cx="6858000" cy="3118967"/>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700"/>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1102821" y="1205384"/>
            <a:ext cx="6858000" cy="3115147"/>
          </a:xfrm>
        </p:spPr>
        <p:txBody>
          <a:bodyPr anchor="ctr"/>
          <a:lstStyle>
            <a:lvl1pPr algn="ctr">
              <a:defRPr sz="3000"/>
            </a:lvl1pPr>
          </a:lstStyle>
          <a:p>
            <a:r>
              <a:rPr lang="de-DE" dirty="0"/>
              <a:t>Gibt es offene Fragen?</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631546" y="2102047"/>
            <a:ext cx="1249582" cy="2757382"/>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B97E9180-2D30-EB36-7569-B410AF92EEBA}"/>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36D9318-1EB3-DAA5-E306-1D9E0E86FD06}"/>
              </a:ext>
            </a:extLst>
          </p:cNvPr>
          <p:cNvSpPr/>
          <p:nvPr userDrawn="1"/>
        </p:nvSpPr>
        <p:spPr>
          <a:xfrm>
            <a:off x="-120597" y="73093"/>
            <a:ext cx="1406614" cy="1390931"/>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31651" y="15785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8134661" y="-239338"/>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8160002" y="756299"/>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897473" y="-138746"/>
            <a:ext cx="1080876" cy="901059"/>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184880" y="3939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7650425" y="279861"/>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Tree>
    <p:extLst>
      <p:ext uri="{BB962C8B-B14F-4D97-AF65-F5344CB8AC3E}">
        <p14:creationId xmlns:p14="http://schemas.microsoft.com/office/powerpoint/2010/main" val="31140382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ie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1102821" y="1197109"/>
            <a:ext cx="6858000" cy="3118967"/>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700"/>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1102821" y="1205384"/>
            <a:ext cx="6858000" cy="3110692"/>
          </a:xfrm>
        </p:spPr>
        <p:txBody>
          <a:bodyPr anchor="ctr"/>
          <a:lstStyle>
            <a:lvl1pPr algn="ctr">
              <a:defRPr sz="3000"/>
            </a:lvl1pPr>
          </a:lstStyle>
          <a:p>
            <a:r>
              <a:rPr lang="de-DE" dirty="0"/>
              <a:t>Schön das Ihr da wart!</a:t>
            </a:r>
            <a:br>
              <a:rPr lang="de-DE" dirty="0"/>
            </a:br>
            <a:r>
              <a:rPr lang="de-DE" dirty="0"/>
              <a:t>Bis nächste Woche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631546" y="2102047"/>
            <a:ext cx="1249582" cy="2757382"/>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8128709" y="4135491"/>
            <a:ext cx="1317917" cy="1262805"/>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9" name="Freeform 4">
            <a:extLst>
              <a:ext uri="{FF2B5EF4-FFF2-40B4-BE49-F238E27FC236}">
                <a16:creationId xmlns:a16="http://schemas.microsoft.com/office/drawing/2014/main" id="{B97E9180-2D30-EB36-7569-B410AF92EEBA}"/>
              </a:ext>
            </a:extLst>
          </p:cNvPr>
          <p:cNvSpPr/>
          <p:nvPr userDrawn="1"/>
        </p:nvSpPr>
        <p:spPr>
          <a:xfrm>
            <a:off x="7716851" y="3566736"/>
            <a:ext cx="1752955" cy="170833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0" name="Freeform 5">
            <a:extLst>
              <a:ext uri="{FF2B5EF4-FFF2-40B4-BE49-F238E27FC236}">
                <a16:creationId xmlns:a16="http://schemas.microsoft.com/office/drawing/2014/main" id="{036D9318-1EB3-DAA5-E306-1D9E0E86FD06}"/>
              </a:ext>
            </a:extLst>
          </p:cNvPr>
          <p:cNvSpPr/>
          <p:nvPr userDrawn="1"/>
        </p:nvSpPr>
        <p:spPr>
          <a:xfrm>
            <a:off x="-120597" y="73093"/>
            <a:ext cx="1406614" cy="1390931"/>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700"/>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31651" y="157854"/>
            <a:ext cx="800478" cy="745172"/>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7965339" y="3691202"/>
            <a:ext cx="1121852" cy="1044342"/>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8134661" y="-239338"/>
            <a:ext cx="1577896" cy="151191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sz="700"/>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8160002" y="756299"/>
            <a:ext cx="1132800" cy="95979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897473" y="-138746"/>
            <a:ext cx="1080876" cy="901059"/>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184880" y="3939896"/>
            <a:ext cx="1215140" cy="1029555"/>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sz="700"/>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7650425" y="279861"/>
            <a:ext cx="969584" cy="902595"/>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700"/>
          </a:p>
        </p:txBody>
      </p:sp>
    </p:spTree>
    <p:extLst>
      <p:ext uri="{BB962C8B-B14F-4D97-AF65-F5344CB8AC3E}">
        <p14:creationId xmlns:p14="http://schemas.microsoft.com/office/powerpoint/2010/main" val="4275906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7E3A0CB0-E9D5-E099-7793-E4F66CD0D4D7}"/>
              </a:ext>
            </a:extLst>
          </p:cNvPr>
          <p:cNvPicPr>
            <a:picLocks noChangeAspect="1"/>
          </p:cNvPicPr>
          <p:nvPr userDrawn="1"/>
        </p:nvPicPr>
        <p:blipFill>
          <a:blip r:embed="rId2"/>
          <a:stretch>
            <a:fillRect/>
          </a:stretch>
        </p:blipFill>
        <p:spPr>
          <a:xfrm>
            <a:off x="7938453" y="2403662"/>
            <a:ext cx="1186907" cy="796382"/>
          </a:xfrm>
          <a:prstGeom prst="rect">
            <a:avLst/>
          </a:prstGeom>
        </p:spPr>
      </p:pic>
      <p:pic>
        <p:nvPicPr>
          <p:cNvPr id="18" name="Grafik 17">
            <a:extLst>
              <a:ext uri="{FF2B5EF4-FFF2-40B4-BE49-F238E27FC236}">
                <a16:creationId xmlns:a16="http://schemas.microsoft.com/office/drawing/2014/main" id="{6F9AFEAC-D5A8-503D-7C40-CF3CBCA3C0B0}"/>
              </a:ext>
            </a:extLst>
          </p:cNvPr>
          <p:cNvPicPr>
            <a:picLocks noChangeAspect="1"/>
          </p:cNvPicPr>
          <p:nvPr userDrawn="1"/>
        </p:nvPicPr>
        <p:blipFill>
          <a:blip r:embed="rId3"/>
          <a:stretch>
            <a:fillRect/>
          </a:stretch>
        </p:blipFill>
        <p:spPr>
          <a:xfrm>
            <a:off x="6010783" y="3445901"/>
            <a:ext cx="751320" cy="796382"/>
          </a:xfrm>
          <a:prstGeom prst="rect">
            <a:avLst/>
          </a:prstGeom>
        </p:spPr>
      </p:pic>
      <p:pic>
        <p:nvPicPr>
          <p:cNvPr id="19" name="Grafik 18">
            <a:extLst>
              <a:ext uri="{FF2B5EF4-FFF2-40B4-BE49-F238E27FC236}">
                <a16:creationId xmlns:a16="http://schemas.microsoft.com/office/drawing/2014/main" id="{3EA40C45-80E3-9DBE-0D88-9108036EE692}"/>
              </a:ext>
            </a:extLst>
          </p:cNvPr>
          <p:cNvPicPr>
            <a:picLocks noChangeAspect="1"/>
          </p:cNvPicPr>
          <p:nvPr userDrawn="1"/>
        </p:nvPicPr>
        <p:blipFill>
          <a:blip r:embed="rId4"/>
          <a:stretch>
            <a:fillRect/>
          </a:stretch>
        </p:blipFill>
        <p:spPr>
          <a:xfrm>
            <a:off x="6819900" y="3319345"/>
            <a:ext cx="974652" cy="796382"/>
          </a:xfrm>
          <a:prstGeom prst="rect">
            <a:avLst/>
          </a:prstGeom>
        </p:spPr>
      </p:pic>
      <p:pic>
        <p:nvPicPr>
          <p:cNvPr id="20" name="Grafik 19">
            <a:extLst>
              <a:ext uri="{FF2B5EF4-FFF2-40B4-BE49-F238E27FC236}">
                <a16:creationId xmlns:a16="http://schemas.microsoft.com/office/drawing/2014/main" id="{EF5E2560-0A3A-94A2-5A16-9B894912A2B0}"/>
              </a:ext>
            </a:extLst>
          </p:cNvPr>
          <p:cNvPicPr>
            <a:picLocks noChangeAspect="1"/>
          </p:cNvPicPr>
          <p:nvPr userDrawn="1"/>
        </p:nvPicPr>
        <p:blipFill>
          <a:blip r:embed="rId5"/>
          <a:stretch>
            <a:fillRect/>
          </a:stretch>
        </p:blipFill>
        <p:spPr>
          <a:xfrm>
            <a:off x="4838862" y="3461046"/>
            <a:ext cx="1129342" cy="796382"/>
          </a:xfrm>
          <a:prstGeom prst="rect">
            <a:avLst/>
          </a:prstGeom>
        </p:spPr>
      </p:pic>
      <p:pic>
        <p:nvPicPr>
          <p:cNvPr id="21" name="Grafik 20">
            <a:extLst>
              <a:ext uri="{FF2B5EF4-FFF2-40B4-BE49-F238E27FC236}">
                <a16:creationId xmlns:a16="http://schemas.microsoft.com/office/drawing/2014/main" id="{ACE314E4-F661-2E60-D488-01881579C4E6}"/>
              </a:ext>
            </a:extLst>
          </p:cNvPr>
          <p:cNvPicPr>
            <a:picLocks noChangeAspect="1"/>
          </p:cNvPicPr>
          <p:nvPr userDrawn="1"/>
        </p:nvPicPr>
        <p:blipFill>
          <a:blip r:embed="rId6"/>
          <a:stretch>
            <a:fillRect/>
          </a:stretch>
        </p:blipFill>
        <p:spPr>
          <a:xfrm>
            <a:off x="5663452" y="2532242"/>
            <a:ext cx="1016933" cy="796382"/>
          </a:xfrm>
          <a:prstGeom prst="rect">
            <a:avLst/>
          </a:prstGeom>
        </p:spPr>
      </p:pic>
      <p:pic>
        <p:nvPicPr>
          <p:cNvPr id="22" name="Grafik 21">
            <a:extLst>
              <a:ext uri="{FF2B5EF4-FFF2-40B4-BE49-F238E27FC236}">
                <a16:creationId xmlns:a16="http://schemas.microsoft.com/office/drawing/2014/main" id="{CC1A16C3-D223-9B94-BC6D-9D2FC378475A}"/>
              </a:ext>
            </a:extLst>
          </p:cNvPr>
          <p:cNvPicPr>
            <a:picLocks noChangeAspect="1"/>
          </p:cNvPicPr>
          <p:nvPr userDrawn="1"/>
        </p:nvPicPr>
        <p:blipFill>
          <a:blip r:embed="rId7"/>
          <a:stretch>
            <a:fillRect/>
          </a:stretch>
        </p:blipFill>
        <p:spPr>
          <a:xfrm>
            <a:off x="7242634" y="1610492"/>
            <a:ext cx="887671" cy="796382"/>
          </a:xfrm>
          <a:prstGeom prst="rect">
            <a:avLst/>
          </a:prstGeom>
        </p:spPr>
      </p:pic>
      <p:pic>
        <p:nvPicPr>
          <p:cNvPr id="23" name="Grafik 22">
            <a:extLst>
              <a:ext uri="{FF2B5EF4-FFF2-40B4-BE49-F238E27FC236}">
                <a16:creationId xmlns:a16="http://schemas.microsoft.com/office/drawing/2014/main" id="{35FDDE54-74CC-5209-2E8E-94F46737BDFE}"/>
              </a:ext>
            </a:extLst>
          </p:cNvPr>
          <p:cNvPicPr>
            <a:picLocks noChangeAspect="1"/>
          </p:cNvPicPr>
          <p:nvPr userDrawn="1"/>
        </p:nvPicPr>
        <p:blipFill>
          <a:blip r:embed="rId8"/>
          <a:stretch>
            <a:fillRect/>
          </a:stretch>
        </p:blipFill>
        <p:spPr>
          <a:xfrm>
            <a:off x="8110215" y="4263375"/>
            <a:ext cx="1040121" cy="796382"/>
          </a:xfrm>
          <a:prstGeom prst="rect">
            <a:avLst/>
          </a:prstGeom>
        </p:spPr>
      </p:pic>
      <p:pic>
        <p:nvPicPr>
          <p:cNvPr id="24" name="Grafik 23">
            <a:extLst>
              <a:ext uri="{FF2B5EF4-FFF2-40B4-BE49-F238E27FC236}">
                <a16:creationId xmlns:a16="http://schemas.microsoft.com/office/drawing/2014/main" id="{4559DBB7-12D0-1FD0-FC5C-934CA88C7871}"/>
              </a:ext>
            </a:extLst>
          </p:cNvPr>
          <p:cNvPicPr>
            <a:picLocks noChangeAspect="1"/>
          </p:cNvPicPr>
          <p:nvPr userDrawn="1"/>
        </p:nvPicPr>
        <p:blipFill>
          <a:blip r:embed="rId9"/>
          <a:stretch>
            <a:fillRect/>
          </a:stretch>
        </p:blipFill>
        <p:spPr>
          <a:xfrm>
            <a:off x="1174630" y="2400004"/>
            <a:ext cx="1096610" cy="796382"/>
          </a:xfrm>
          <a:prstGeom prst="rect">
            <a:avLst/>
          </a:prstGeom>
        </p:spPr>
      </p:pic>
      <p:pic>
        <p:nvPicPr>
          <p:cNvPr id="25" name="Grafik 24" descr="Ein Bild, das Mann, stehend, Schnee, haltend enthält.&#10;&#10;Automatisch generierte Beschreibung">
            <a:extLst>
              <a:ext uri="{FF2B5EF4-FFF2-40B4-BE49-F238E27FC236}">
                <a16:creationId xmlns:a16="http://schemas.microsoft.com/office/drawing/2014/main" id="{C6AD4F95-6B05-C91C-C7FC-AA231BBD4F40}"/>
              </a:ext>
            </a:extLst>
          </p:cNvPr>
          <p:cNvPicPr>
            <a:picLocks noChangeAspect="1"/>
          </p:cNvPicPr>
          <p:nvPr userDrawn="1"/>
        </p:nvPicPr>
        <p:blipFill>
          <a:blip r:embed="rId10"/>
          <a:stretch>
            <a:fillRect/>
          </a:stretch>
        </p:blipFill>
        <p:spPr>
          <a:xfrm>
            <a:off x="8046601" y="1573302"/>
            <a:ext cx="1078758" cy="796382"/>
          </a:xfrm>
          <a:prstGeom prst="rect">
            <a:avLst/>
          </a:prstGeom>
        </p:spPr>
      </p:pic>
      <p:grpSp>
        <p:nvGrpSpPr>
          <p:cNvPr id="27" name="Google Shape;418;p40">
            <a:extLst>
              <a:ext uri="{FF2B5EF4-FFF2-40B4-BE49-F238E27FC236}">
                <a16:creationId xmlns:a16="http://schemas.microsoft.com/office/drawing/2014/main" id="{E2968DC3-638A-2497-5ACE-FC13D198B378}"/>
              </a:ext>
            </a:extLst>
          </p:cNvPr>
          <p:cNvGrpSpPr>
            <a:grpSpLocks noChangeAspect="1"/>
          </p:cNvGrpSpPr>
          <p:nvPr userDrawn="1"/>
        </p:nvGrpSpPr>
        <p:grpSpPr>
          <a:xfrm>
            <a:off x="1485260" y="1915658"/>
            <a:ext cx="598450" cy="419877"/>
            <a:chOff x="559275" y="1683950"/>
            <a:chExt cx="466500" cy="327300"/>
          </a:xfrm>
        </p:grpSpPr>
        <p:sp>
          <p:nvSpPr>
            <p:cNvPr id="28" name="Google Shape;419;p40">
              <a:extLst>
                <a:ext uri="{FF2B5EF4-FFF2-40B4-BE49-F238E27FC236}">
                  <a16:creationId xmlns:a16="http://schemas.microsoft.com/office/drawing/2014/main" id="{D4E07169-9311-A919-A5B1-3A2BC489A820}"/>
                </a:ext>
              </a:extLst>
            </p:cNvPr>
            <p:cNvSpPr/>
            <p:nvPr/>
          </p:nvSpPr>
          <p:spPr>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29" name="Google Shape;420;p40">
              <a:extLst>
                <a:ext uri="{FF2B5EF4-FFF2-40B4-BE49-F238E27FC236}">
                  <a16:creationId xmlns:a16="http://schemas.microsoft.com/office/drawing/2014/main" id="{503B8EED-9682-4157-D085-145252C22655}"/>
                </a:ext>
              </a:extLst>
            </p:cNvPr>
            <p:cNvSpPr/>
            <p:nvPr/>
          </p:nvSpPr>
          <p:spPr>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grpSp>
        <p:nvGrpSpPr>
          <p:cNvPr id="30" name="Google Shape;421;p40">
            <a:extLst>
              <a:ext uri="{FF2B5EF4-FFF2-40B4-BE49-F238E27FC236}">
                <a16:creationId xmlns:a16="http://schemas.microsoft.com/office/drawing/2014/main" id="{BE107EB6-45D4-F910-C895-A11AE900F660}"/>
              </a:ext>
            </a:extLst>
          </p:cNvPr>
          <p:cNvGrpSpPr>
            <a:grpSpLocks noChangeAspect="1"/>
          </p:cNvGrpSpPr>
          <p:nvPr userDrawn="1"/>
        </p:nvGrpSpPr>
        <p:grpSpPr>
          <a:xfrm>
            <a:off x="455258" y="371497"/>
            <a:ext cx="602899" cy="590266"/>
            <a:chOff x="1233350" y="1619250"/>
            <a:chExt cx="466500" cy="456725"/>
          </a:xfrm>
        </p:grpSpPr>
        <p:sp>
          <p:nvSpPr>
            <p:cNvPr id="31" name="Google Shape;422;p40">
              <a:extLst>
                <a:ext uri="{FF2B5EF4-FFF2-40B4-BE49-F238E27FC236}">
                  <a16:creationId xmlns:a16="http://schemas.microsoft.com/office/drawing/2014/main" id="{006AC4A0-2301-F011-43E4-1034601DD5D6}"/>
                </a:ext>
              </a:extLst>
            </p:cNvPr>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32" name="Google Shape;423;p40">
              <a:extLst>
                <a:ext uri="{FF2B5EF4-FFF2-40B4-BE49-F238E27FC236}">
                  <a16:creationId xmlns:a16="http://schemas.microsoft.com/office/drawing/2014/main" id="{60AAD319-02B2-666F-121E-42411FF22D72}"/>
                </a:ext>
              </a:extLst>
            </p:cNvPr>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33" name="Google Shape;424;p40">
              <a:extLst>
                <a:ext uri="{FF2B5EF4-FFF2-40B4-BE49-F238E27FC236}">
                  <a16:creationId xmlns:a16="http://schemas.microsoft.com/office/drawing/2014/main" id="{44DD9E97-9119-8124-24B5-C0B800995E2E}"/>
                </a:ext>
              </a:extLst>
            </p:cNvPr>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34" name="Google Shape;425;p40">
              <a:extLst>
                <a:ext uri="{FF2B5EF4-FFF2-40B4-BE49-F238E27FC236}">
                  <a16:creationId xmlns:a16="http://schemas.microsoft.com/office/drawing/2014/main" id="{100C8D06-9AEA-8401-04DC-63DB0F2CAFAC}"/>
                </a:ext>
              </a:extLst>
            </p:cNvPr>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grpSp>
        <p:nvGrpSpPr>
          <p:cNvPr id="35" name="Google Shape;426;p40">
            <a:extLst>
              <a:ext uri="{FF2B5EF4-FFF2-40B4-BE49-F238E27FC236}">
                <a16:creationId xmlns:a16="http://schemas.microsoft.com/office/drawing/2014/main" id="{86012837-28A8-42E6-68F8-3AFCF165B609}"/>
              </a:ext>
            </a:extLst>
          </p:cNvPr>
          <p:cNvGrpSpPr>
            <a:grpSpLocks noChangeAspect="1"/>
          </p:cNvGrpSpPr>
          <p:nvPr userDrawn="1"/>
        </p:nvGrpSpPr>
        <p:grpSpPr>
          <a:xfrm>
            <a:off x="3044197" y="1787344"/>
            <a:ext cx="487469" cy="487469"/>
            <a:chOff x="1922075" y="1629000"/>
            <a:chExt cx="437200" cy="437200"/>
          </a:xfrm>
        </p:grpSpPr>
        <p:sp>
          <p:nvSpPr>
            <p:cNvPr id="36" name="Google Shape;427;p40">
              <a:extLst>
                <a:ext uri="{FF2B5EF4-FFF2-40B4-BE49-F238E27FC236}">
                  <a16:creationId xmlns:a16="http://schemas.microsoft.com/office/drawing/2014/main" id="{6764EFCE-92F1-8642-0498-86DD8044119E}"/>
                </a:ext>
              </a:extLst>
            </p:cNvPr>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37" name="Google Shape;428;p40">
              <a:extLst>
                <a:ext uri="{FF2B5EF4-FFF2-40B4-BE49-F238E27FC236}">
                  <a16:creationId xmlns:a16="http://schemas.microsoft.com/office/drawing/2014/main" id="{D94B9682-90C7-4D36-A683-146DF7F296A3}"/>
                </a:ext>
              </a:extLst>
            </p:cNvPr>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grpSp>
        <p:nvGrpSpPr>
          <p:cNvPr id="38" name="Google Shape;429;p40">
            <a:extLst>
              <a:ext uri="{FF2B5EF4-FFF2-40B4-BE49-F238E27FC236}">
                <a16:creationId xmlns:a16="http://schemas.microsoft.com/office/drawing/2014/main" id="{D48921D5-D733-0731-440C-0B989FD7E933}"/>
              </a:ext>
            </a:extLst>
          </p:cNvPr>
          <p:cNvGrpSpPr>
            <a:grpSpLocks noChangeAspect="1"/>
          </p:cNvGrpSpPr>
          <p:nvPr userDrawn="1"/>
        </p:nvGrpSpPr>
        <p:grpSpPr>
          <a:xfrm>
            <a:off x="2257175" y="1768499"/>
            <a:ext cx="502567" cy="502567"/>
            <a:chOff x="2594325" y="1627175"/>
            <a:chExt cx="440850" cy="440850"/>
          </a:xfrm>
        </p:grpSpPr>
        <p:sp>
          <p:nvSpPr>
            <p:cNvPr id="39" name="Google Shape;430;p40">
              <a:extLst>
                <a:ext uri="{FF2B5EF4-FFF2-40B4-BE49-F238E27FC236}">
                  <a16:creationId xmlns:a16="http://schemas.microsoft.com/office/drawing/2014/main" id="{D3F9DF86-A4E3-1AB6-7530-BA688BF05453}"/>
                </a:ext>
              </a:extLst>
            </p:cNvPr>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0" name="Google Shape;431;p40">
              <a:extLst>
                <a:ext uri="{FF2B5EF4-FFF2-40B4-BE49-F238E27FC236}">
                  <a16:creationId xmlns:a16="http://schemas.microsoft.com/office/drawing/2014/main" id="{38ABD5BF-A56E-F107-7C2C-893D44E1ED88}"/>
                </a:ext>
              </a:extLst>
            </p:cNvPr>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1" name="Google Shape;432;p40">
              <a:extLst>
                <a:ext uri="{FF2B5EF4-FFF2-40B4-BE49-F238E27FC236}">
                  <a16:creationId xmlns:a16="http://schemas.microsoft.com/office/drawing/2014/main" id="{54FDEDA8-B57D-D039-0C8D-D9EF4911BE4E}"/>
                </a:ext>
              </a:extLst>
            </p:cNvPr>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sp>
        <p:nvSpPr>
          <p:cNvPr id="42" name="Google Shape;488;p40">
            <a:extLst>
              <a:ext uri="{FF2B5EF4-FFF2-40B4-BE49-F238E27FC236}">
                <a16:creationId xmlns:a16="http://schemas.microsoft.com/office/drawing/2014/main" id="{7ED12B17-1993-D628-7799-0159ECA94621}"/>
              </a:ext>
            </a:extLst>
          </p:cNvPr>
          <p:cNvSpPr>
            <a:spLocks noChangeAspect="1"/>
          </p:cNvSpPr>
          <p:nvPr userDrawn="1"/>
        </p:nvSpPr>
        <p:spPr>
          <a:xfrm>
            <a:off x="3112532" y="862395"/>
            <a:ext cx="622970" cy="799612"/>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3" name="Google Shape;489;p40">
            <a:extLst>
              <a:ext uri="{FF2B5EF4-FFF2-40B4-BE49-F238E27FC236}">
                <a16:creationId xmlns:a16="http://schemas.microsoft.com/office/drawing/2014/main" id="{C237BCA3-79DE-8D6E-1CEF-A0F9100C268E}"/>
              </a:ext>
            </a:extLst>
          </p:cNvPr>
          <p:cNvSpPr>
            <a:spLocks noChangeAspect="1"/>
          </p:cNvSpPr>
          <p:nvPr userDrawn="1"/>
        </p:nvSpPr>
        <p:spPr>
          <a:xfrm>
            <a:off x="2490469" y="856525"/>
            <a:ext cx="451964" cy="783036"/>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grpSp>
        <p:nvGrpSpPr>
          <p:cNvPr id="44" name="Google Shape;490;p40">
            <a:extLst>
              <a:ext uri="{FF2B5EF4-FFF2-40B4-BE49-F238E27FC236}">
                <a16:creationId xmlns:a16="http://schemas.microsoft.com/office/drawing/2014/main" id="{44661FAB-0382-6414-522D-17D926C9039C}"/>
              </a:ext>
            </a:extLst>
          </p:cNvPr>
          <p:cNvGrpSpPr>
            <a:grpSpLocks noChangeAspect="1"/>
          </p:cNvGrpSpPr>
          <p:nvPr userDrawn="1"/>
        </p:nvGrpSpPr>
        <p:grpSpPr>
          <a:xfrm>
            <a:off x="3953034" y="875127"/>
            <a:ext cx="811428" cy="781450"/>
            <a:chOff x="2583325" y="2972875"/>
            <a:chExt cx="462850" cy="445750"/>
          </a:xfrm>
        </p:grpSpPr>
        <p:sp>
          <p:nvSpPr>
            <p:cNvPr id="45" name="Google Shape;491;p40">
              <a:extLst>
                <a:ext uri="{FF2B5EF4-FFF2-40B4-BE49-F238E27FC236}">
                  <a16:creationId xmlns:a16="http://schemas.microsoft.com/office/drawing/2014/main" id="{CD8B1178-8556-58A7-6C61-8230E44A88D1}"/>
                </a:ext>
              </a:extLst>
            </p:cNvPr>
            <p:cNvSpPr/>
            <p:nvPr/>
          </p:nvSpPr>
          <p:spPr>
            <a:xfrm>
              <a:off x="2701775"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6" name="Google Shape;492;p40">
              <a:extLst>
                <a:ext uri="{FF2B5EF4-FFF2-40B4-BE49-F238E27FC236}">
                  <a16:creationId xmlns:a16="http://schemas.microsoft.com/office/drawing/2014/main" id="{D4FAA2DC-1C82-D242-D22B-E4F855F5EF6D}"/>
                </a:ext>
              </a:extLst>
            </p:cNvPr>
            <p:cNvSpPr/>
            <p:nvPr/>
          </p:nvSpPr>
          <p:spPr>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pic>
        <p:nvPicPr>
          <p:cNvPr id="58" name="Grafik 57">
            <a:extLst>
              <a:ext uri="{FF2B5EF4-FFF2-40B4-BE49-F238E27FC236}">
                <a16:creationId xmlns:a16="http://schemas.microsoft.com/office/drawing/2014/main" id="{FFB91F42-563A-857E-ADB7-A2E30A242D65}"/>
              </a:ext>
            </a:extLst>
          </p:cNvPr>
          <p:cNvPicPr>
            <a:picLocks noChangeAspect="1"/>
          </p:cNvPicPr>
          <p:nvPr userDrawn="1"/>
        </p:nvPicPr>
        <p:blipFill>
          <a:blip r:embed="rId11"/>
          <a:stretch/>
        </p:blipFill>
        <p:spPr bwMode="auto">
          <a:xfrm>
            <a:off x="5071112" y="1825887"/>
            <a:ext cx="863029" cy="579214"/>
          </a:xfrm>
          <a:prstGeom prst="rect">
            <a:avLst/>
          </a:prstGeom>
        </p:spPr>
      </p:pic>
      <p:pic>
        <p:nvPicPr>
          <p:cNvPr id="1026" name="Picture 2">
            <a:extLst>
              <a:ext uri="{FF2B5EF4-FFF2-40B4-BE49-F238E27FC236}">
                <a16:creationId xmlns:a16="http://schemas.microsoft.com/office/drawing/2014/main" id="{A805B4E8-9696-B68F-92F9-40125CB5CBC1}"/>
              </a:ext>
            </a:extLst>
          </p:cNvPr>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5850062" y="445288"/>
            <a:ext cx="1460500" cy="1054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2D5DAD8-AA8F-28C4-CBA3-9566777CF941}"/>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264809" y="608962"/>
            <a:ext cx="1860550" cy="10414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9E89FE1-B766-3D6E-AA9F-15331AADCC47}"/>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6877905" y="2425108"/>
            <a:ext cx="863029" cy="72676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B72872D-A5BF-026C-D2EA-08D5BCAC6C8D}"/>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6116484" y="1547700"/>
            <a:ext cx="943808" cy="87740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2CB4904A-0C43-3B98-0730-12DF8DD96E54}"/>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4337980" y="2706391"/>
            <a:ext cx="1310095" cy="53740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F54383CC-19F7-BFAF-9B67-AAB145D7E560}"/>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5708567" y="4450677"/>
            <a:ext cx="1195255" cy="57861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63BBA0AB-BEBB-21E6-04D6-1E1D4A2A2867}"/>
              </a:ext>
            </a:extLst>
          </p:cNvPr>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3651866" y="3468365"/>
            <a:ext cx="1144417" cy="793875"/>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a:extLst>
              <a:ext uri="{FF2B5EF4-FFF2-40B4-BE49-F238E27FC236}">
                <a16:creationId xmlns:a16="http://schemas.microsoft.com/office/drawing/2014/main" id="{4516BB9C-6534-0611-1C86-FB414A1A7A25}"/>
              </a:ext>
            </a:extLst>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8092365" y="3339198"/>
            <a:ext cx="974652" cy="759729"/>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A88FC152-7268-69BB-7621-E5132DEA47B7}"/>
              </a:ext>
            </a:extLst>
          </p:cNvPr>
          <p:cNvPicPr>
            <a:picLocks noChangeAspect="1" noChangeArrowheads="1"/>
          </p:cNvPicPr>
          <p:nvPr userDrawn="1"/>
        </p:nvPicPr>
        <p:blipFill>
          <a:blip r:embed="rId20">
            <a:extLst>
              <a:ext uri="{28A0092B-C50C-407E-A947-70E740481C1C}">
                <a14:useLocalDpi xmlns:a14="http://schemas.microsoft.com/office/drawing/2010/main" val="0"/>
              </a:ext>
            </a:extLst>
          </a:blip>
          <a:srcRect/>
          <a:stretch>
            <a:fillRect/>
          </a:stretch>
        </p:blipFill>
        <p:spPr bwMode="auto">
          <a:xfrm>
            <a:off x="2762724" y="3423649"/>
            <a:ext cx="781191" cy="788702"/>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a:extLst>
              <a:ext uri="{FF2B5EF4-FFF2-40B4-BE49-F238E27FC236}">
                <a16:creationId xmlns:a16="http://schemas.microsoft.com/office/drawing/2014/main" id="{77E04DC4-2858-564A-AE69-5FA3BADB2010}"/>
              </a:ext>
            </a:extLst>
          </p:cNvPr>
          <p:cNvPicPr>
            <a:picLocks noChangeAspect="1" noChangeArrowheads="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4721573" y="4543052"/>
            <a:ext cx="823451" cy="489558"/>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a:extLst>
              <a:ext uri="{FF2B5EF4-FFF2-40B4-BE49-F238E27FC236}">
                <a16:creationId xmlns:a16="http://schemas.microsoft.com/office/drawing/2014/main" id="{3252BC43-E7BD-710C-A290-251F91050F87}"/>
              </a:ext>
            </a:extLst>
          </p:cNvPr>
          <p:cNvPicPr>
            <a:picLocks noChangeAspect="1" noChangeArrowheads="1"/>
          </p:cNvPicPr>
          <p:nvPr userDrawn="1"/>
        </p:nvPicPr>
        <p:blipFill>
          <a:blip r:embed="rId22">
            <a:extLst>
              <a:ext uri="{28A0092B-C50C-407E-A947-70E740481C1C}">
                <a14:useLocalDpi xmlns:a14="http://schemas.microsoft.com/office/drawing/2010/main" val="0"/>
              </a:ext>
            </a:extLst>
          </a:blip>
          <a:srcRect/>
          <a:stretch>
            <a:fillRect/>
          </a:stretch>
        </p:blipFill>
        <p:spPr bwMode="auto">
          <a:xfrm>
            <a:off x="2479165" y="4320618"/>
            <a:ext cx="969969" cy="681896"/>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5765752B-A385-7379-1871-746ED911515A}"/>
              </a:ext>
            </a:extLst>
          </p:cNvPr>
          <p:cNvPicPr>
            <a:picLocks noChangeAspect="1" noChangeArrowheads="1"/>
          </p:cNvPicPr>
          <p:nvPr userDrawn="1"/>
        </p:nvPicPr>
        <p:blipFill>
          <a:blip r:embed="rId23">
            <a:extLst>
              <a:ext uri="{28A0092B-C50C-407E-A947-70E740481C1C}">
                <a14:useLocalDpi xmlns:a14="http://schemas.microsoft.com/office/drawing/2010/main" val="0"/>
              </a:ext>
            </a:extLst>
          </a:blip>
          <a:srcRect/>
          <a:stretch>
            <a:fillRect/>
          </a:stretch>
        </p:blipFill>
        <p:spPr bwMode="auto">
          <a:xfrm>
            <a:off x="3627971" y="4462442"/>
            <a:ext cx="853281" cy="568855"/>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1A133E14-E11F-3439-BE67-B088A1B717C3}"/>
              </a:ext>
            </a:extLst>
          </p:cNvPr>
          <p:cNvPicPr>
            <a:picLocks noChangeAspect="1" noChangeArrowheads="1"/>
          </p:cNvPicPr>
          <p:nvPr userDrawn="1"/>
        </p:nvPicPr>
        <p:blipFill>
          <a:blip r:embed="rId24">
            <a:extLst>
              <a:ext uri="{28A0092B-C50C-407E-A947-70E740481C1C}">
                <a14:useLocalDpi xmlns:a14="http://schemas.microsoft.com/office/drawing/2010/main" val="0"/>
              </a:ext>
            </a:extLst>
          </a:blip>
          <a:srcRect/>
          <a:stretch>
            <a:fillRect/>
          </a:stretch>
        </p:blipFill>
        <p:spPr bwMode="auto">
          <a:xfrm>
            <a:off x="7029668" y="4212351"/>
            <a:ext cx="1016933" cy="769332"/>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4A84675B-44FB-5F5D-4E1A-E9C1B770FD5B}"/>
              </a:ext>
            </a:extLst>
          </p:cNvPr>
          <p:cNvPicPr>
            <a:picLocks noChangeAspect="1" noChangeArrowheads="1"/>
          </p:cNvPicPr>
          <p:nvPr userDrawn="1"/>
        </p:nvPicPr>
        <p:blipFill>
          <a:blip r:embed="rId25">
            <a:extLst>
              <a:ext uri="{28A0092B-C50C-407E-A947-70E740481C1C}">
                <a14:useLocalDpi xmlns:a14="http://schemas.microsoft.com/office/drawing/2010/main" val="0"/>
              </a:ext>
            </a:extLst>
          </a:blip>
          <a:srcRect/>
          <a:stretch>
            <a:fillRect/>
          </a:stretch>
        </p:blipFill>
        <p:spPr bwMode="auto">
          <a:xfrm>
            <a:off x="2346799" y="2400151"/>
            <a:ext cx="831850" cy="762000"/>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29">
            <a:extLst>
              <a:ext uri="{FF2B5EF4-FFF2-40B4-BE49-F238E27FC236}">
                <a16:creationId xmlns:a16="http://schemas.microsoft.com/office/drawing/2014/main" id="{0457828F-C838-CBC5-58C0-55B7A98CAA91}"/>
              </a:ext>
            </a:extLst>
          </p:cNvPr>
          <p:cNvPicPr>
            <a:picLocks noChangeAspect="1" noChangeArrowheads="1"/>
          </p:cNvPicPr>
          <p:nvPr userDrawn="1"/>
        </p:nvPicPr>
        <p:blipFill>
          <a:blip r:embed="rId26">
            <a:extLst>
              <a:ext uri="{28A0092B-C50C-407E-A947-70E740481C1C}">
                <a14:useLocalDpi xmlns:a14="http://schemas.microsoft.com/office/drawing/2010/main" val="0"/>
              </a:ext>
            </a:extLst>
          </a:blip>
          <a:srcRect/>
          <a:stretch>
            <a:fillRect/>
          </a:stretch>
        </p:blipFill>
        <p:spPr bwMode="auto">
          <a:xfrm>
            <a:off x="3247154" y="2524678"/>
            <a:ext cx="901700" cy="781050"/>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31">
            <a:extLst>
              <a:ext uri="{FF2B5EF4-FFF2-40B4-BE49-F238E27FC236}">
                <a16:creationId xmlns:a16="http://schemas.microsoft.com/office/drawing/2014/main" id="{BEA7027E-96E3-F6DC-7457-15884382C4E0}"/>
              </a:ext>
            </a:extLst>
          </p:cNvPr>
          <p:cNvPicPr>
            <a:picLocks noChangeAspect="1" noChangeArrowheads="1"/>
          </p:cNvPicPr>
          <p:nvPr userDrawn="1"/>
        </p:nvPicPr>
        <p:blipFill>
          <a:blip r:embed="rId27">
            <a:extLst>
              <a:ext uri="{28A0092B-C50C-407E-A947-70E740481C1C}">
                <a14:useLocalDpi xmlns:a14="http://schemas.microsoft.com/office/drawing/2010/main" val="0"/>
              </a:ext>
            </a:extLst>
          </a:blip>
          <a:srcRect/>
          <a:stretch>
            <a:fillRect/>
          </a:stretch>
        </p:blipFill>
        <p:spPr bwMode="auto">
          <a:xfrm>
            <a:off x="1191182" y="4234357"/>
            <a:ext cx="829270" cy="747326"/>
          </a:xfrm>
          <a:prstGeom prst="rect">
            <a:avLst/>
          </a:prstGeom>
          <a:noFill/>
          <a:extLst>
            <a:ext uri="{909E8E84-426E-40DD-AFC4-6F175D3DCCD1}">
              <a14:hiddenFill xmlns:a14="http://schemas.microsoft.com/office/drawing/2010/main">
                <a:solidFill>
                  <a:srgbClr val="FFFFFF"/>
                </a:solidFill>
              </a14:hiddenFill>
            </a:ext>
          </a:extLst>
        </p:spPr>
      </p:pic>
      <p:pic>
        <p:nvPicPr>
          <p:cNvPr id="1057" name="Picture 33">
            <a:extLst>
              <a:ext uri="{FF2B5EF4-FFF2-40B4-BE49-F238E27FC236}">
                <a16:creationId xmlns:a16="http://schemas.microsoft.com/office/drawing/2014/main" id="{E4E65B55-224F-E51E-929B-C616F58CA485}"/>
              </a:ext>
            </a:extLst>
          </p:cNvPr>
          <p:cNvPicPr>
            <a:picLocks noChangeAspect="1" noChangeArrowheads="1"/>
          </p:cNvPicPr>
          <p:nvPr userDrawn="1"/>
        </p:nvPicPr>
        <p:blipFill>
          <a:blip r:embed="rId28">
            <a:extLst>
              <a:ext uri="{28A0092B-C50C-407E-A947-70E740481C1C}">
                <a14:useLocalDpi xmlns:a14="http://schemas.microsoft.com/office/drawing/2010/main" val="0"/>
              </a:ext>
            </a:extLst>
          </a:blip>
          <a:srcRect/>
          <a:stretch>
            <a:fillRect/>
          </a:stretch>
        </p:blipFill>
        <p:spPr bwMode="auto">
          <a:xfrm>
            <a:off x="1387706" y="3291089"/>
            <a:ext cx="1282700" cy="806450"/>
          </a:xfrm>
          <a:prstGeom prst="rect">
            <a:avLst/>
          </a:prstGeom>
          <a:noFill/>
          <a:extLst>
            <a:ext uri="{909E8E84-426E-40DD-AFC4-6F175D3DCCD1}">
              <a14:hiddenFill xmlns:a14="http://schemas.microsoft.com/office/drawing/2010/main">
                <a:solidFill>
                  <a:srgbClr val="FFFFFF"/>
                </a:solidFill>
              </a14:hiddenFill>
            </a:ext>
          </a:extLst>
        </p:spPr>
      </p:pic>
      <p:pic>
        <p:nvPicPr>
          <p:cNvPr id="1059" name="Picture 35">
            <a:extLst>
              <a:ext uri="{FF2B5EF4-FFF2-40B4-BE49-F238E27FC236}">
                <a16:creationId xmlns:a16="http://schemas.microsoft.com/office/drawing/2014/main" id="{F375770D-1F75-FA8B-30CD-6ED7F25A7280}"/>
              </a:ext>
            </a:extLst>
          </p:cNvPr>
          <p:cNvPicPr>
            <a:picLocks noChangeAspect="1" noChangeArrowheads="1"/>
          </p:cNvPicPr>
          <p:nvPr userDrawn="1"/>
        </p:nvPicPr>
        <p:blipFill>
          <a:blip r:embed="rId29">
            <a:extLst>
              <a:ext uri="{28A0092B-C50C-407E-A947-70E740481C1C}">
                <a14:useLocalDpi xmlns:a14="http://schemas.microsoft.com/office/drawing/2010/main" val="0"/>
              </a:ext>
            </a:extLst>
          </a:blip>
          <a:srcRect/>
          <a:stretch>
            <a:fillRect/>
          </a:stretch>
        </p:blipFill>
        <p:spPr bwMode="auto">
          <a:xfrm>
            <a:off x="4915631" y="1000385"/>
            <a:ext cx="934431" cy="605512"/>
          </a:xfrm>
          <a:prstGeom prst="rect">
            <a:avLst/>
          </a:prstGeom>
          <a:noFill/>
          <a:extLst>
            <a:ext uri="{909E8E84-426E-40DD-AFC4-6F175D3DCCD1}">
              <a14:hiddenFill xmlns:a14="http://schemas.microsoft.com/office/drawing/2010/main">
                <a:solidFill>
                  <a:srgbClr val="FFFFFF"/>
                </a:solidFill>
              </a14:hiddenFill>
            </a:ext>
          </a:extLst>
        </p:spPr>
      </p:pic>
      <p:pic>
        <p:nvPicPr>
          <p:cNvPr id="1061" name="Picture 37">
            <a:extLst>
              <a:ext uri="{FF2B5EF4-FFF2-40B4-BE49-F238E27FC236}">
                <a16:creationId xmlns:a16="http://schemas.microsoft.com/office/drawing/2014/main" id="{1D0C0EBA-5A68-0EE5-F218-E7F7096B328E}"/>
              </a:ext>
            </a:extLst>
          </p:cNvPr>
          <p:cNvPicPr>
            <a:picLocks noChangeAspect="1" noChangeArrowheads="1"/>
          </p:cNvPicPr>
          <p:nvPr userDrawn="1"/>
        </p:nvPicPr>
        <p:blipFill>
          <a:blip r:embed="rId30">
            <a:extLst>
              <a:ext uri="{28A0092B-C50C-407E-A947-70E740481C1C}">
                <a14:useLocalDpi xmlns:a14="http://schemas.microsoft.com/office/drawing/2010/main" val="0"/>
              </a:ext>
            </a:extLst>
          </a:blip>
          <a:srcRect/>
          <a:stretch>
            <a:fillRect/>
          </a:stretch>
        </p:blipFill>
        <p:spPr bwMode="auto">
          <a:xfrm>
            <a:off x="3679869" y="1770274"/>
            <a:ext cx="1188887" cy="659911"/>
          </a:xfrm>
          <a:prstGeom prst="rect">
            <a:avLst/>
          </a:prstGeom>
          <a:noFill/>
          <a:extLst>
            <a:ext uri="{909E8E84-426E-40DD-AFC4-6F175D3DCCD1}">
              <a14:hiddenFill xmlns:a14="http://schemas.microsoft.com/office/drawing/2010/main">
                <a:solidFill>
                  <a:srgbClr val="FFFFFF"/>
                </a:solidFill>
              </a14:hiddenFill>
            </a:ext>
          </a:extLst>
        </p:spPr>
      </p:pic>
      <p:pic>
        <p:nvPicPr>
          <p:cNvPr id="1063" name="Picture 39">
            <a:extLst>
              <a:ext uri="{FF2B5EF4-FFF2-40B4-BE49-F238E27FC236}">
                <a16:creationId xmlns:a16="http://schemas.microsoft.com/office/drawing/2014/main" id="{BC89B3E6-A176-0E23-5AB9-D799200C381F}"/>
              </a:ext>
            </a:extLst>
          </p:cNvPr>
          <p:cNvPicPr>
            <a:picLocks noChangeAspect="1" noChangeArrowheads="1"/>
          </p:cNvPicPr>
          <p:nvPr userDrawn="1"/>
        </p:nvPicPr>
        <p:blipFill>
          <a:blip r:embed="rId31">
            <a:extLst>
              <a:ext uri="{28A0092B-C50C-407E-A947-70E740481C1C}">
                <a14:useLocalDpi xmlns:a14="http://schemas.microsoft.com/office/drawing/2010/main" val="0"/>
              </a:ext>
            </a:extLst>
          </a:blip>
          <a:srcRect/>
          <a:stretch>
            <a:fillRect/>
          </a:stretch>
        </p:blipFill>
        <p:spPr bwMode="auto">
          <a:xfrm>
            <a:off x="98519" y="3483555"/>
            <a:ext cx="1049499" cy="773873"/>
          </a:xfrm>
          <a:prstGeom prst="rect">
            <a:avLst/>
          </a:prstGeom>
          <a:noFill/>
          <a:extLst>
            <a:ext uri="{909E8E84-426E-40DD-AFC4-6F175D3DCCD1}">
              <a14:hiddenFill xmlns:a14="http://schemas.microsoft.com/office/drawing/2010/main">
                <a:solidFill>
                  <a:srgbClr val="FFFFFF"/>
                </a:solidFill>
              </a14:hiddenFill>
            </a:ext>
          </a:extLst>
        </p:spPr>
      </p:pic>
      <p:pic>
        <p:nvPicPr>
          <p:cNvPr id="1065" name="Picture 41">
            <a:extLst>
              <a:ext uri="{FF2B5EF4-FFF2-40B4-BE49-F238E27FC236}">
                <a16:creationId xmlns:a16="http://schemas.microsoft.com/office/drawing/2014/main" id="{7D91AAE0-509C-AE87-7A0C-2AE9116F83B1}"/>
              </a:ext>
            </a:extLst>
          </p:cNvPr>
          <p:cNvPicPr>
            <a:picLocks noChangeAspect="1" noChangeArrowheads="1"/>
          </p:cNvPicPr>
          <p:nvPr userDrawn="1"/>
        </p:nvPicPr>
        <p:blipFill>
          <a:blip r:embed="rId32">
            <a:extLst>
              <a:ext uri="{28A0092B-C50C-407E-A947-70E740481C1C}">
                <a14:useLocalDpi xmlns:a14="http://schemas.microsoft.com/office/drawing/2010/main" val="0"/>
              </a:ext>
            </a:extLst>
          </a:blip>
          <a:srcRect/>
          <a:stretch>
            <a:fillRect/>
          </a:stretch>
        </p:blipFill>
        <p:spPr bwMode="auto">
          <a:xfrm>
            <a:off x="13765" y="4356037"/>
            <a:ext cx="1083635" cy="714738"/>
          </a:xfrm>
          <a:prstGeom prst="rect">
            <a:avLst/>
          </a:prstGeom>
          <a:noFill/>
          <a:extLst>
            <a:ext uri="{909E8E84-426E-40DD-AFC4-6F175D3DCCD1}">
              <a14:hiddenFill xmlns:a14="http://schemas.microsoft.com/office/drawing/2010/main">
                <a:solidFill>
                  <a:srgbClr val="FFFFFF"/>
                </a:solidFill>
              </a14:hiddenFill>
            </a:ext>
          </a:extLst>
        </p:spPr>
      </p:pic>
      <p:sp>
        <p:nvSpPr>
          <p:cNvPr id="60" name="Textfeld 59">
            <a:extLst>
              <a:ext uri="{FF2B5EF4-FFF2-40B4-BE49-F238E27FC236}">
                <a16:creationId xmlns:a16="http://schemas.microsoft.com/office/drawing/2014/main" id="{36A8B709-8CC6-C6AC-D0ED-E7F706206975}"/>
              </a:ext>
            </a:extLst>
          </p:cNvPr>
          <p:cNvSpPr txBox="1"/>
          <p:nvPr userDrawn="1"/>
        </p:nvSpPr>
        <p:spPr>
          <a:xfrm>
            <a:off x="152696" y="1112985"/>
            <a:ext cx="1056700" cy="200055"/>
          </a:xfrm>
          <a:prstGeom prst="rect">
            <a:avLst/>
          </a:prstGeom>
          <a:noFill/>
        </p:spPr>
        <p:txBody>
          <a:bodyPr wrap="none" rtlCol="0">
            <a:spAutoFit/>
          </a:bodyPr>
          <a:lstStyle/>
          <a:p>
            <a:r>
              <a:rPr lang="de-DE" sz="700" dirty="0"/>
              <a:t>Icon für extra Material</a:t>
            </a:r>
          </a:p>
        </p:txBody>
      </p:sp>
    </p:spTree>
    <p:extLst>
      <p:ext uri="{BB962C8B-B14F-4D97-AF65-F5344CB8AC3E}">
        <p14:creationId xmlns:p14="http://schemas.microsoft.com/office/powerpoint/2010/main" val="3239764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matchingName="Title" preserve="1" userDrawn="1">
  <p:cSld name="Title">
    <p:spTree>
      <p:nvGrpSpPr>
        <p:cNvPr id="1" name=""/>
        <p:cNvGrpSpPr/>
        <p:nvPr/>
      </p:nvGrpSpPr>
      <p:grpSpPr bwMode="auto">
        <a:xfrm>
          <a:off x="0" y="0"/>
          <a:ext cx="0" cy="0"/>
          <a:chOff x="0" y="0"/>
          <a:chExt cx="0" cy="0"/>
        </a:xfrm>
      </p:grpSpPr>
      <p:pic>
        <p:nvPicPr>
          <p:cNvPr id="5" name="Grafik 4"/>
          <p:cNvPicPr>
            <a:picLocks noChangeAspect="1"/>
          </p:cNvPicPr>
          <p:nvPr userDrawn="1"/>
        </p:nvPicPr>
        <p:blipFill>
          <a:blip r:embed="rId2"/>
          <a:stretch/>
        </p:blipFill>
        <p:spPr bwMode="auto">
          <a:xfrm>
            <a:off x="3662423" y="126722"/>
            <a:ext cx="1819154" cy="660379"/>
          </a:xfrm>
          <a:prstGeom prst="rect">
            <a:avLst/>
          </a:prstGeom>
        </p:spPr>
      </p:pic>
      <p:pic>
        <p:nvPicPr>
          <p:cNvPr id="6" name="Grafik 5"/>
          <p:cNvPicPr/>
          <p:nvPr userDrawn="1"/>
        </p:nvPicPr>
        <p:blipFill>
          <a:blip r:embed="rId3"/>
          <a:srcRect t="228"/>
          <a:stretch/>
        </p:blipFill>
        <p:spPr bwMode="auto">
          <a:xfrm>
            <a:off x="7104296" y="977112"/>
            <a:ext cx="2053664" cy="4180348"/>
          </a:xfrm>
          <a:prstGeom prst="rect">
            <a:avLst/>
          </a:prstGeom>
          <a:ln w="6350" cmpd="sng">
            <a:noFill/>
          </a:ln>
        </p:spPr>
      </p:pic>
      <p:pic>
        <p:nvPicPr>
          <p:cNvPr id="7" name="Grafik 6"/>
          <p:cNvPicPr/>
          <p:nvPr userDrawn="1"/>
        </p:nvPicPr>
        <p:blipFill>
          <a:blip r:embed="rId4"/>
          <a:stretch/>
        </p:blipFill>
        <p:spPr bwMode="auto">
          <a:xfrm>
            <a:off x="0" y="977112"/>
            <a:ext cx="629199" cy="4189907"/>
          </a:xfrm>
          <a:prstGeom prst="rect">
            <a:avLst/>
          </a:prstGeom>
          <a:ln w="6350" cmpd="sng">
            <a:noFill/>
          </a:ln>
        </p:spPr>
      </p:pic>
      <p:sp>
        <p:nvSpPr>
          <p:cNvPr id="12" name="Google Shape;121;p19"/>
          <p:cNvSpPr txBox="1">
            <a:spLocks noGrp="1"/>
          </p:cNvSpPr>
          <p:nvPr>
            <p:ph type="ctrTitle"/>
          </p:nvPr>
        </p:nvSpPr>
        <p:spPr bwMode="auto">
          <a:xfrm>
            <a:off x="1214545" y="1248156"/>
            <a:ext cx="5666877" cy="649259"/>
          </a:xfrm>
          <a:prstGeom prst="rect">
            <a:avLst/>
          </a:prstGeom>
        </p:spPr>
        <p:txBody>
          <a:bodyPr spcFirstLastPara="1" wrap="square" lIns="91425" tIns="91425" rIns="91425" bIns="91425" anchor="b" anchorCtr="0">
            <a:noAutofit/>
          </a:bodyPr>
          <a:lstStyle>
            <a:lvl1pPr>
              <a:defRPr>
                <a:cs typeface="Arial"/>
              </a:defRPr>
            </a:lvl1pPr>
          </a:lstStyle>
          <a:p>
            <a:pPr algn="ctr">
              <a:defRPr/>
            </a:pPr>
            <a:endParaRPr lang="de-DE" sz="2000">
              <a:solidFill>
                <a:schemeClr val="tx1"/>
              </a:solidFill>
              <a:latin typeface="+mj-lt"/>
            </a:endParaRPr>
          </a:p>
        </p:txBody>
      </p:sp>
      <p:cxnSp>
        <p:nvCxnSpPr>
          <p:cNvPr id="13" name="Google Shape;84;p13"/>
          <p:cNvCxnSpPr>
            <a:cxnSpLocks/>
          </p:cNvCxnSpPr>
          <p:nvPr userDrawn="1"/>
        </p:nvCxnSpPr>
        <p:spPr bwMode="auto">
          <a:xfrm>
            <a:off x="-9000" y="1775736"/>
            <a:ext cx="9162000" cy="0"/>
          </a:xfrm>
          <a:prstGeom prst="straightConnector1">
            <a:avLst/>
          </a:prstGeom>
          <a:noFill/>
          <a:ln w="9525" cap="flat" cmpd="sng">
            <a:solidFill>
              <a:schemeClr val="bg1">
                <a:lumMod val="65000"/>
              </a:schemeClr>
            </a:solidFill>
            <a:prstDash val="solid"/>
            <a:round/>
            <a:headEnd type="none" w="med" len="med"/>
            <a:tailEnd type="none" w="med" len="med"/>
          </a:ln>
        </p:spPr>
      </p:cxnSp>
      <p:sp>
        <p:nvSpPr>
          <p:cNvPr id="14" name="Google Shape;103;p17"/>
          <p:cNvSpPr/>
          <p:nvPr userDrawn="1"/>
        </p:nvSpPr>
        <p:spPr bwMode="auto">
          <a:xfrm>
            <a:off x="808645" y="1572786"/>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matchingName="Title + 1 column" preserve="1" userDrawn="1">
  <p:cSld name="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a:latin typeface="Arial Narrow"/>
              </a:rPr>
              <a:t>Title</a:t>
            </a:r>
            <a:endParaRPr lang="de-DE" sz="1000">
              <a:latin typeface="Arial Narrow"/>
            </a:endParaRPr>
          </a:p>
          <a:p>
            <a:pPr algn="l">
              <a:defRPr/>
            </a:pPr>
            <a:r>
              <a:rPr lang="de-DE" sz="1000">
                <a:latin typeface="Arial Narrow"/>
              </a:rPr>
              <a:t>Tutorname</a:t>
            </a: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a:latin typeface="Arial Narrow"/>
              </a:rPr>
              <a:t>Date: XXX</a:t>
            </a:r>
            <a:endParaRPr/>
          </a:p>
        </p:txBody>
      </p:sp>
      <p:cxnSp>
        <p:nvCxnSpPr>
          <p:cNvPr id="102" name="Google Shape;102;p17"/>
          <p:cNvCxnSpPr>
            <a:cxnSpLocks/>
            <a:endCxn id="104" idx="1"/>
          </p:cNvCxnSpPr>
          <p:nvPr/>
        </p:nvCxnSpPr>
        <p:spPr bwMode="auto">
          <a:xfrm>
            <a:off x="0" y="836443"/>
            <a:ext cx="981201" cy="8743"/>
          </a:xfrm>
          <a:prstGeom prst="straightConnector1">
            <a:avLst/>
          </a:prstGeom>
          <a:noFill/>
          <a:ln w="9525" cap="flat" cmpd="sng">
            <a:solidFill>
              <a:srgbClr val="CCCCCC"/>
            </a:solidFill>
            <a:prstDash val="solid"/>
            <a:round/>
            <a:headEnd type="none" w="med" len="med"/>
            <a:tailEnd type="none" w="med" len="med"/>
          </a:ln>
        </p:spPr>
      </p:cxnSp>
      <p:sp>
        <p:nvSpPr>
          <p:cNvPr id="103" name="Google Shape;103;p17"/>
          <p:cNvSpPr/>
          <p:nvPr/>
        </p:nvSpPr>
        <p:spPr bwMode="auto">
          <a:xfrm>
            <a:off x="417426" y="633485"/>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4" name="Google Shape;104;p17"/>
          <p:cNvSpPr txBox="1">
            <a:spLocks noGrp="1"/>
          </p:cNvSpPr>
          <p:nvPr>
            <p:ph type="title" hasCustomPrompt="1"/>
          </p:nvPr>
        </p:nvSpPr>
        <p:spPr bwMode="auto">
          <a:xfrm>
            <a:off x="981201" y="627386"/>
            <a:ext cx="3878400" cy="435600"/>
          </a:xfrm>
          <a:prstGeom prst="rect">
            <a:avLst/>
          </a:prstGeom>
          <a:solidFill>
            <a:schemeClr val="bg1"/>
          </a:solidFill>
        </p:spPr>
        <p:txBody>
          <a:bodyPr spcFirstLastPara="1" wrap="square" lIns="91425" tIns="91425" rIns="91425" bIns="91425" anchor="ctr" anchorCtr="0">
            <a:noAutofit/>
          </a:bodyPr>
          <a:lstStyle>
            <a:lvl1pPr lvl="0">
              <a:spcBef>
                <a:spcPts val="0"/>
              </a:spcBef>
              <a:spcAft>
                <a:spcPts val="0"/>
              </a:spcAft>
              <a:buSzPts val="2000"/>
              <a:buFont typeface="Lora"/>
              <a:buNone/>
              <a:defRPr sz="2000" b="1">
                <a:latin typeface="Arial"/>
                <a:ea typeface="Arial"/>
                <a:cs typeface="Arial"/>
              </a:defRPr>
            </a:lvl1pPr>
            <a:lvl2pPr lvl="1">
              <a:spcBef>
                <a:spcPts val="0"/>
              </a:spcBef>
              <a:spcAft>
                <a:spcPts val="0"/>
              </a:spcAft>
              <a:buSzPts val="2000"/>
              <a:buFont typeface="Lora"/>
              <a:buNone/>
              <a:defRPr sz="2000" b="1">
                <a:highlight>
                  <a:srgbClr val="FFFFFF"/>
                </a:highlight>
                <a:latin typeface="Lora"/>
                <a:ea typeface="Lora"/>
                <a:cs typeface="Lora"/>
              </a:defRPr>
            </a:lvl2pPr>
            <a:lvl3pPr lvl="2">
              <a:spcBef>
                <a:spcPts val="0"/>
              </a:spcBef>
              <a:spcAft>
                <a:spcPts val="0"/>
              </a:spcAft>
              <a:buSzPts val="2000"/>
              <a:buFont typeface="Lora"/>
              <a:buNone/>
              <a:defRPr sz="2000" b="1">
                <a:highlight>
                  <a:srgbClr val="FFFFFF"/>
                </a:highlight>
                <a:latin typeface="Lora"/>
                <a:ea typeface="Lora"/>
                <a:cs typeface="Lora"/>
              </a:defRPr>
            </a:lvl3pPr>
            <a:lvl4pPr lvl="3">
              <a:spcBef>
                <a:spcPts val="0"/>
              </a:spcBef>
              <a:spcAft>
                <a:spcPts val="0"/>
              </a:spcAft>
              <a:buSzPts val="2000"/>
              <a:buFont typeface="Lora"/>
              <a:buNone/>
              <a:defRPr sz="2000" b="1">
                <a:highlight>
                  <a:srgbClr val="FFFFFF"/>
                </a:highlight>
                <a:latin typeface="Lora"/>
                <a:ea typeface="Lora"/>
                <a:cs typeface="Lora"/>
              </a:defRPr>
            </a:lvl4pPr>
            <a:lvl5pPr lvl="4">
              <a:spcBef>
                <a:spcPts val="0"/>
              </a:spcBef>
              <a:spcAft>
                <a:spcPts val="0"/>
              </a:spcAft>
              <a:buSzPts val="2000"/>
              <a:buFont typeface="Lora"/>
              <a:buNone/>
              <a:defRPr sz="2000" b="1">
                <a:highlight>
                  <a:srgbClr val="FFFFFF"/>
                </a:highlight>
                <a:latin typeface="Lora"/>
                <a:ea typeface="Lora"/>
                <a:cs typeface="Lora"/>
              </a:defRPr>
            </a:lvl5pPr>
            <a:lvl6pPr lvl="5">
              <a:spcBef>
                <a:spcPts val="0"/>
              </a:spcBef>
              <a:spcAft>
                <a:spcPts val="0"/>
              </a:spcAft>
              <a:buSzPts val="2000"/>
              <a:buFont typeface="Lora"/>
              <a:buNone/>
              <a:defRPr sz="2000" b="1">
                <a:highlight>
                  <a:srgbClr val="FFFFFF"/>
                </a:highlight>
                <a:latin typeface="Lora"/>
                <a:ea typeface="Lora"/>
                <a:cs typeface="Lora"/>
              </a:defRPr>
            </a:lvl6pPr>
            <a:lvl7pPr lvl="6">
              <a:spcBef>
                <a:spcPts val="0"/>
              </a:spcBef>
              <a:spcAft>
                <a:spcPts val="0"/>
              </a:spcAft>
              <a:buSzPts val="2000"/>
              <a:buFont typeface="Lora"/>
              <a:buNone/>
              <a:defRPr sz="2000" b="1">
                <a:highlight>
                  <a:srgbClr val="FFFFFF"/>
                </a:highlight>
                <a:latin typeface="Lora"/>
                <a:ea typeface="Lora"/>
                <a:cs typeface="Lora"/>
              </a:defRPr>
            </a:lvl7pPr>
            <a:lvl8pPr lvl="7">
              <a:spcBef>
                <a:spcPts val="0"/>
              </a:spcBef>
              <a:spcAft>
                <a:spcPts val="0"/>
              </a:spcAft>
              <a:buSzPts val="2000"/>
              <a:buFont typeface="Lora"/>
              <a:buNone/>
              <a:defRPr sz="2000" b="1">
                <a:highlight>
                  <a:srgbClr val="FFFFFF"/>
                </a:highlight>
                <a:latin typeface="Lora"/>
                <a:ea typeface="Lora"/>
                <a:cs typeface="Lora"/>
              </a:defRPr>
            </a:lvl8pPr>
            <a:lvl9pPr lvl="8">
              <a:spcBef>
                <a:spcPts val="0"/>
              </a:spcBef>
              <a:spcAft>
                <a:spcPts val="0"/>
              </a:spcAft>
              <a:buSzPts val="2000"/>
              <a:buFont typeface="Lora"/>
              <a:buNone/>
              <a:defRPr sz="2000" b="1">
                <a:highlight>
                  <a:srgbClr val="FFFFFF"/>
                </a:highlight>
                <a:latin typeface="Lora"/>
                <a:ea typeface="Lora"/>
                <a:cs typeface="Lora"/>
              </a:defRPr>
            </a:lvl9pPr>
          </a:lstStyle>
          <a:p>
            <a:pPr>
              <a:defRPr/>
            </a:pPr>
            <a:r>
              <a:rPr lang="de-DE"/>
              <a:t>Agenda</a:t>
            </a: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600"/>
              </a:spcBef>
              <a:spcAft>
                <a:spcPts val="0"/>
              </a:spcAft>
              <a:buClr>
                <a:schemeClr val="accent5"/>
              </a:buClr>
              <a:buSzPts val="2000"/>
              <a:buFont typeface="Arial"/>
              <a:buChar char="•"/>
              <a:defRPr sz="1600">
                <a:solidFill>
                  <a:schemeClr val="tx1"/>
                </a:solidFill>
                <a:latin typeface="Arial Narrow"/>
                <a:ea typeface="Arial Narrow"/>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lvl="0">
              <a:defRPr/>
            </a:pPr>
            <a:endParaRPr/>
          </a:p>
        </p:txBody>
      </p:sp>
      <p:cxnSp>
        <p:nvCxnSpPr>
          <p:cNvPr id="106" name="Google Shape;106;p17"/>
          <p:cNvCxnSpPr>
            <a:cxnSpLocks/>
          </p:cNvCxnSpPr>
          <p:nvPr/>
        </p:nvCxnSpPr>
        <p:spPr bwMode="auto">
          <a:xfrm flipV="1">
            <a:off x="2419970" y="836444"/>
            <a:ext cx="6724080" cy="8742"/>
          </a:xfrm>
          <a:prstGeom prst="straightConnector1">
            <a:avLst/>
          </a:prstGeom>
          <a:noFill/>
          <a:ln w="9525" cap="flat" cmpd="sng">
            <a:solidFill>
              <a:srgbClr val="CCCCCC"/>
            </a:solidFill>
            <a:prstDash val="solid"/>
            <a:round/>
            <a:headEnd type="none" w="med" len="med"/>
            <a:tailEnd type="none" w="med" len="med"/>
          </a:ln>
        </p:spPr>
      </p:cxn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14"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a:t>
            </a:fld>
            <a:endParaRPr lang="de-DE"/>
          </a:p>
        </p:txBody>
      </p:sp>
      <p:grpSp>
        <p:nvGrpSpPr>
          <p:cNvPr id="18" name="Google Shape;138;p20"/>
          <p:cNvGrpSpPr>
            <a:grpSpLocks noChangeAspect="1"/>
          </p:cNvGrpSpPr>
          <p:nvPr userDrawn="1"/>
        </p:nvGrpSpPr>
        <p:grpSpPr bwMode="auto">
          <a:xfrm flipH="1">
            <a:off x="478078" y="678543"/>
            <a:ext cx="271692" cy="271692"/>
            <a:chOff x="2594050" y="1631825"/>
            <a:chExt cx="439625" cy="439625"/>
          </a:xfrm>
          <a:solidFill>
            <a:schemeClr val="bg1"/>
          </a:solidFill>
        </p:grpSpPr>
        <p:sp>
          <p:nvSpPr>
            <p:cNvPr id="19" name="Google Shape;139;p20"/>
            <p:cNvSpPr/>
            <p:nvPr/>
          </p:nvSpPr>
          <p:spPr bwMode="auto">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0" name="Google Shape;140;p20"/>
            <p:cNvSpPr/>
            <p:nvPr/>
          </p:nvSpPr>
          <p:spPr bwMode="auto">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1" name="Google Shape;141;p20"/>
            <p:cNvSpPr/>
            <p:nvPr/>
          </p:nvSpPr>
          <p:spPr bwMode="auto">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2" name="Google Shape;142;p20"/>
            <p:cNvSpPr/>
            <p:nvPr/>
          </p:nvSpPr>
          <p:spPr bwMode="auto">
            <a:xfrm>
              <a:off x="2814911" y="1754062"/>
              <a:ext cx="49950" cy="49950"/>
            </a:xfrm>
            <a:custGeom>
              <a:avLst/>
              <a:gdLst/>
              <a:ahLst/>
              <a:cxnLst/>
              <a:rect l="l" t="t" r="r" b="b"/>
              <a:pathLst>
                <a:path w="1998" h="1998" fill="none" extrusionOk="0">
                  <a:moveTo>
                    <a:pt x="1" y="1997"/>
                  </a:moveTo>
                  <a:lnTo>
                    <a:pt x="1998" y="0"/>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matchingName="Title + 1 column" preserve="1"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a:latin typeface="Arial Narrow"/>
              </a:rPr>
              <a:t>Title</a:t>
            </a:r>
            <a:endParaRPr lang="de-DE" sz="1000">
              <a:latin typeface="Arial Narrow"/>
            </a:endParaRPr>
          </a:p>
          <a:p>
            <a:pPr algn="l">
              <a:defRPr/>
            </a:pPr>
            <a:r>
              <a:rPr lang="de-DE" sz="1000">
                <a:latin typeface="Arial Narrow"/>
              </a:rPr>
              <a:t>Tutorname</a:t>
            </a: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a:latin typeface="Arial Narrow"/>
              </a:rPr>
              <a:t>Date: XXX</a:t>
            </a:r>
            <a:endParaRPr/>
          </a:p>
        </p:txBody>
      </p:sp>
      <p:cxnSp>
        <p:nvCxnSpPr>
          <p:cNvPr id="102" name="Google Shape;102;p17"/>
          <p:cNvCxnSpPr>
            <a:cxnSpLocks/>
            <a:endCxn id="104" idx="1"/>
          </p:cNvCxnSpPr>
          <p:nvPr/>
        </p:nvCxnSpPr>
        <p:spPr bwMode="auto">
          <a:xfrm>
            <a:off x="0" y="836443"/>
            <a:ext cx="981201" cy="8743"/>
          </a:xfrm>
          <a:prstGeom prst="straightConnector1">
            <a:avLst/>
          </a:prstGeom>
          <a:noFill/>
          <a:ln w="9525" cap="flat" cmpd="sng">
            <a:solidFill>
              <a:srgbClr val="CCCCCC"/>
            </a:solidFill>
            <a:prstDash val="solid"/>
            <a:round/>
            <a:headEnd type="none" w="med" len="med"/>
            <a:tailEnd type="none" w="med" len="med"/>
          </a:ln>
        </p:spPr>
      </p:cxnSp>
      <p:sp>
        <p:nvSpPr>
          <p:cNvPr id="103" name="Google Shape;103;p17"/>
          <p:cNvSpPr/>
          <p:nvPr userDrawn="1"/>
        </p:nvSpPr>
        <p:spPr bwMode="auto">
          <a:xfrm>
            <a:off x="417426" y="633485"/>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4" name="Google Shape;104;p17"/>
          <p:cNvSpPr txBox="1">
            <a:spLocks noGrp="1"/>
          </p:cNvSpPr>
          <p:nvPr>
            <p:ph type="title"/>
          </p:nvPr>
        </p:nvSpPr>
        <p:spPr bwMode="auto">
          <a:xfrm>
            <a:off x="981201" y="627386"/>
            <a:ext cx="3878400" cy="435600"/>
          </a:xfrm>
          <a:prstGeom prst="rect">
            <a:avLst/>
          </a:prstGeom>
          <a:solidFill>
            <a:schemeClr val="bg1"/>
          </a:solidFill>
        </p:spPr>
        <p:txBody>
          <a:bodyPr spcFirstLastPara="1" wrap="square" lIns="91425" tIns="91425" rIns="91425" bIns="91425" anchor="ctr" anchorCtr="0">
            <a:noAutofit/>
          </a:bodyPr>
          <a:lstStyle>
            <a:lvl1pPr lvl="0">
              <a:spcBef>
                <a:spcPts val="0"/>
              </a:spcBef>
              <a:spcAft>
                <a:spcPts val="0"/>
              </a:spcAft>
              <a:buSzPts val="2000"/>
              <a:buFont typeface="Lora"/>
              <a:buNone/>
              <a:defRPr sz="2000" b="1">
                <a:latin typeface="Arial"/>
                <a:ea typeface="Arial"/>
                <a:cs typeface="Arial"/>
              </a:defRPr>
            </a:lvl1pPr>
            <a:lvl2pPr lvl="1">
              <a:spcBef>
                <a:spcPts val="0"/>
              </a:spcBef>
              <a:spcAft>
                <a:spcPts val="0"/>
              </a:spcAft>
              <a:buSzPts val="2000"/>
              <a:buFont typeface="Lora"/>
              <a:buNone/>
              <a:defRPr sz="2000" b="1">
                <a:highlight>
                  <a:srgbClr val="FFFFFF"/>
                </a:highlight>
                <a:latin typeface="Lora"/>
                <a:ea typeface="Lora"/>
                <a:cs typeface="Lora"/>
              </a:defRPr>
            </a:lvl2pPr>
            <a:lvl3pPr lvl="2">
              <a:spcBef>
                <a:spcPts val="0"/>
              </a:spcBef>
              <a:spcAft>
                <a:spcPts val="0"/>
              </a:spcAft>
              <a:buSzPts val="2000"/>
              <a:buFont typeface="Lora"/>
              <a:buNone/>
              <a:defRPr sz="2000" b="1">
                <a:highlight>
                  <a:srgbClr val="FFFFFF"/>
                </a:highlight>
                <a:latin typeface="Lora"/>
                <a:ea typeface="Lora"/>
                <a:cs typeface="Lora"/>
              </a:defRPr>
            </a:lvl3pPr>
            <a:lvl4pPr lvl="3">
              <a:spcBef>
                <a:spcPts val="0"/>
              </a:spcBef>
              <a:spcAft>
                <a:spcPts val="0"/>
              </a:spcAft>
              <a:buSzPts val="2000"/>
              <a:buFont typeface="Lora"/>
              <a:buNone/>
              <a:defRPr sz="2000" b="1">
                <a:highlight>
                  <a:srgbClr val="FFFFFF"/>
                </a:highlight>
                <a:latin typeface="Lora"/>
                <a:ea typeface="Lora"/>
                <a:cs typeface="Lora"/>
              </a:defRPr>
            </a:lvl4pPr>
            <a:lvl5pPr lvl="4">
              <a:spcBef>
                <a:spcPts val="0"/>
              </a:spcBef>
              <a:spcAft>
                <a:spcPts val="0"/>
              </a:spcAft>
              <a:buSzPts val="2000"/>
              <a:buFont typeface="Lora"/>
              <a:buNone/>
              <a:defRPr sz="2000" b="1">
                <a:highlight>
                  <a:srgbClr val="FFFFFF"/>
                </a:highlight>
                <a:latin typeface="Lora"/>
                <a:ea typeface="Lora"/>
                <a:cs typeface="Lora"/>
              </a:defRPr>
            </a:lvl5pPr>
            <a:lvl6pPr lvl="5">
              <a:spcBef>
                <a:spcPts val="0"/>
              </a:spcBef>
              <a:spcAft>
                <a:spcPts val="0"/>
              </a:spcAft>
              <a:buSzPts val="2000"/>
              <a:buFont typeface="Lora"/>
              <a:buNone/>
              <a:defRPr sz="2000" b="1">
                <a:highlight>
                  <a:srgbClr val="FFFFFF"/>
                </a:highlight>
                <a:latin typeface="Lora"/>
                <a:ea typeface="Lora"/>
                <a:cs typeface="Lora"/>
              </a:defRPr>
            </a:lvl6pPr>
            <a:lvl7pPr lvl="6">
              <a:spcBef>
                <a:spcPts val="0"/>
              </a:spcBef>
              <a:spcAft>
                <a:spcPts val="0"/>
              </a:spcAft>
              <a:buSzPts val="2000"/>
              <a:buFont typeface="Lora"/>
              <a:buNone/>
              <a:defRPr sz="2000" b="1">
                <a:highlight>
                  <a:srgbClr val="FFFFFF"/>
                </a:highlight>
                <a:latin typeface="Lora"/>
                <a:ea typeface="Lora"/>
                <a:cs typeface="Lora"/>
              </a:defRPr>
            </a:lvl7pPr>
            <a:lvl8pPr lvl="7">
              <a:spcBef>
                <a:spcPts val="0"/>
              </a:spcBef>
              <a:spcAft>
                <a:spcPts val="0"/>
              </a:spcAft>
              <a:buSzPts val="2000"/>
              <a:buFont typeface="Lora"/>
              <a:buNone/>
              <a:defRPr sz="2000" b="1">
                <a:highlight>
                  <a:srgbClr val="FFFFFF"/>
                </a:highlight>
                <a:latin typeface="Lora"/>
                <a:ea typeface="Lora"/>
                <a:cs typeface="Lora"/>
              </a:defRPr>
            </a:lvl8pPr>
            <a:lvl9pPr lvl="8">
              <a:spcBef>
                <a:spcPts val="0"/>
              </a:spcBef>
              <a:spcAft>
                <a:spcPts val="0"/>
              </a:spcAft>
              <a:buSzPts val="2000"/>
              <a:buFont typeface="Lora"/>
              <a:buNone/>
              <a:defRPr sz="2000" b="1">
                <a:highlight>
                  <a:srgbClr val="FFFFFF"/>
                </a:highlight>
                <a:latin typeface="Lora"/>
                <a:ea typeface="Lora"/>
                <a:cs typeface="Lora"/>
              </a:defRPr>
            </a:lvl9pPr>
          </a:lstStyle>
          <a:p>
            <a:pPr>
              <a:defRPr/>
            </a:pP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342900" lvl="0" indent="-342900">
              <a:spcBef>
                <a:spcPts val="600"/>
              </a:spcBef>
              <a:spcAft>
                <a:spcPts val="0"/>
              </a:spcAft>
              <a:buClr>
                <a:schemeClr val="accent5">
                  <a:lumMod val="60000"/>
                  <a:lumOff val="40000"/>
                </a:schemeClr>
              </a:buClr>
              <a:buSzPct val="80000"/>
              <a:buFont typeface="+mj-lt"/>
              <a:buAutoNum type="arabicPeriod"/>
              <a:defRPr sz="1800">
                <a:solidFill>
                  <a:schemeClr val="tx1"/>
                </a:solidFill>
                <a:latin typeface="Arial Narrow"/>
                <a:ea typeface="Arial Narrow"/>
                <a:cs typeface="Arial Narrow"/>
              </a:defRPr>
            </a:lvl1pPr>
            <a:lvl2pPr marL="914400" lvl="1" indent="-355600">
              <a:spcBef>
                <a:spcPts val="600"/>
              </a:spcBef>
              <a:spcAft>
                <a:spcPts val="0"/>
              </a:spcAft>
              <a:buClr>
                <a:schemeClr val="accent5"/>
              </a:buClr>
              <a:buSzPts val="2000"/>
              <a:buFont typeface="Arial"/>
              <a:buChar char="•"/>
              <a:defRPr sz="1600">
                <a:solidFill>
                  <a:schemeClr val="tx1"/>
                </a:solidFill>
                <a:latin typeface="Arial Narrow"/>
                <a:ea typeface="Arial Narrow"/>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lvl="0">
              <a:defRPr/>
            </a:pPr>
            <a:endParaRPr/>
          </a:p>
        </p:txBody>
      </p:sp>
      <p:cxnSp>
        <p:nvCxnSpPr>
          <p:cNvPr id="106" name="Google Shape;106;p17"/>
          <p:cNvCxnSpPr>
            <a:cxnSpLocks/>
          </p:cNvCxnSpPr>
          <p:nvPr/>
        </p:nvCxnSpPr>
        <p:spPr bwMode="auto">
          <a:xfrm flipV="1">
            <a:off x="2419970" y="836444"/>
            <a:ext cx="6724080" cy="8742"/>
          </a:xfrm>
          <a:prstGeom prst="straightConnector1">
            <a:avLst/>
          </a:prstGeom>
          <a:noFill/>
          <a:ln w="9525" cap="flat" cmpd="sng">
            <a:solidFill>
              <a:srgbClr val="CCCCCC"/>
            </a:solidFill>
            <a:prstDash val="solid"/>
            <a:round/>
            <a:headEnd type="none" w="med" len="med"/>
            <a:tailEnd type="none" w="med" len="med"/>
          </a:ln>
        </p:spPr>
      </p:cxn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14"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a:t>
            </a:fld>
            <a:endParaRPr lang="de-D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matchingName="Title + 1 column" preserve="1"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a:latin typeface="Arial Narrow"/>
              </a:rPr>
              <a:t>Title</a:t>
            </a:r>
            <a:endParaRPr lang="de-DE" sz="1000">
              <a:latin typeface="Arial Narrow"/>
            </a:endParaRPr>
          </a:p>
          <a:p>
            <a:pPr algn="l">
              <a:defRPr/>
            </a:pPr>
            <a:r>
              <a:rPr lang="de-DE" sz="1000">
                <a:latin typeface="Arial Narrow"/>
              </a:rPr>
              <a:t>Tutorname</a:t>
            </a: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a:latin typeface="Arial Narrow"/>
              </a:rPr>
              <a:t>Date: XXX</a:t>
            </a: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a:defRPr/>
            </a:pPr>
            <a:endParaRPr/>
          </a:p>
        </p:txBody>
      </p: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5" name="Textplatzhalter 5"/>
          <p:cNvSpPr txBox="1"/>
          <p:nvPr userDrawn="1"/>
        </p:nvSpPr>
        <p:spPr bwMode="auto">
          <a:xfrm>
            <a:off x="974056" y="1062987"/>
            <a:ext cx="7191249" cy="3340655"/>
          </a:xfrm>
          <a:prstGeom prst="rect">
            <a:avLst/>
          </a:prstGeom>
          <a:solidFill>
            <a:schemeClr val="bg1">
              <a:lumMod val="95000"/>
            </a:schemeClr>
          </a:solidFill>
          <a:ln w="19050">
            <a:solidFill>
              <a:srgbClr val="8C8E88"/>
            </a:solidFill>
            <a:prstDash val="sysDash"/>
          </a:ln>
          <a:effectLst>
            <a:outerShdw blurRad="50800" dist="38100" dir="5400000" algn="t" rotWithShape="0">
              <a:prstClr val="black">
                <a:alpha val="40000"/>
              </a:prstClr>
            </a:outerShdw>
          </a:effectLst>
        </p:spPr>
        <p:txBody>
          <a:bodyPr anchor="t"/>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endParaRPr lang="de-DE" sz="2800"/>
          </a:p>
          <a:p>
            <a:pPr algn="ctr">
              <a:defRPr/>
            </a:pPr>
            <a:endParaRPr lang="de-DE" sz="2800"/>
          </a:p>
        </p:txBody>
      </p:sp>
      <p:sp>
        <p:nvSpPr>
          <p:cNvPr id="6" name="Google Shape;103;p17"/>
          <p:cNvSpPr/>
          <p:nvPr userDrawn="1"/>
        </p:nvSpPr>
        <p:spPr bwMode="auto">
          <a:xfrm>
            <a:off x="763961" y="901791"/>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pic>
        <p:nvPicPr>
          <p:cNvPr id="8" name="Grafik 7" descr="Kaffee"/>
          <p:cNvPicPr>
            <a:picLocks noChangeAspect="1"/>
          </p:cNvPicPr>
          <p:nvPr userDrawn="1"/>
        </p:nvPicPr>
        <p:blipFill>
          <a:blip r:embed="rId3"/>
          <a:stretch/>
        </p:blipFill>
        <p:spPr bwMode="auto">
          <a:xfrm>
            <a:off x="785684" y="883764"/>
            <a:ext cx="376743" cy="376743"/>
          </a:xfrm>
          <a:prstGeom prst="rect">
            <a:avLst/>
          </a:prstGeom>
        </p:spPr>
      </p:pic>
      <p:sp>
        <p:nvSpPr>
          <p:cNvPr id="21"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a:t>
            </a:fld>
            <a:endParaRPr lang="de-D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matchingName="Title + 1 column" preserve="1"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a:latin typeface="Arial Narrow"/>
              </a:rPr>
              <a:t>Title</a:t>
            </a:r>
            <a:endParaRPr lang="de-DE" sz="1000">
              <a:latin typeface="Arial Narrow"/>
            </a:endParaRPr>
          </a:p>
          <a:p>
            <a:pPr algn="l">
              <a:defRPr/>
            </a:pPr>
            <a:r>
              <a:rPr lang="de-DE" sz="1000">
                <a:latin typeface="Arial Narrow"/>
              </a:rPr>
              <a:t>Tutorname</a:t>
            </a: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a:latin typeface="Arial Narrow"/>
              </a:rPr>
              <a:t>Date: XXX</a:t>
            </a: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a:defRPr/>
            </a:pPr>
            <a:endParaRPr/>
          </a:p>
        </p:txBody>
      </p: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5" name="Textplatzhalter 5"/>
          <p:cNvSpPr txBox="1"/>
          <p:nvPr userDrawn="1"/>
        </p:nvSpPr>
        <p:spPr bwMode="auto">
          <a:xfrm>
            <a:off x="974056" y="1062987"/>
            <a:ext cx="7191249" cy="3340655"/>
          </a:xfrm>
          <a:prstGeom prst="rect">
            <a:avLst/>
          </a:prstGeom>
          <a:solidFill>
            <a:schemeClr val="bg1">
              <a:lumMod val="95000"/>
            </a:schemeClr>
          </a:solidFill>
          <a:ln w="19050">
            <a:solidFill>
              <a:srgbClr val="8C8E88"/>
            </a:solidFill>
            <a:prstDash val="sysDash"/>
          </a:ln>
          <a:effectLst>
            <a:outerShdw blurRad="50800" dist="38100" dir="5400000" algn="t" rotWithShape="0">
              <a:prstClr val="black">
                <a:alpha val="40000"/>
              </a:prstClr>
            </a:outerShdw>
          </a:effectLst>
        </p:spPr>
        <p:txBody>
          <a:bodyPr anchor="t"/>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endParaRPr lang="de-DE" sz="2800"/>
          </a:p>
          <a:p>
            <a:pPr algn="ctr">
              <a:defRPr/>
            </a:pPr>
            <a:endParaRPr lang="de-DE" sz="2800"/>
          </a:p>
        </p:txBody>
      </p:sp>
      <p:sp>
        <p:nvSpPr>
          <p:cNvPr id="6" name="Google Shape;103;p17"/>
          <p:cNvSpPr/>
          <p:nvPr userDrawn="1"/>
        </p:nvSpPr>
        <p:spPr bwMode="auto">
          <a:xfrm>
            <a:off x="763961" y="901791"/>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pic>
        <p:nvPicPr>
          <p:cNvPr id="11" name="Grafik 10" descr="Würfel"/>
          <p:cNvPicPr>
            <a:picLocks noChangeAspect="1"/>
          </p:cNvPicPr>
          <p:nvPr userDrawn="1"/>
        </p:nvPicPr>
        <p:blipFill>
          <a:blip r:embed="rId3"/>
          <a:stretch/>
        </p:blipFill>
        <p:spPr bwMode="auto">
          <a:xfrm>
            <a:off x="791685" y="927021"/>
            <a:ext cx="373690" cy="373690"/>
          </a:xfrm>
          <a:prstGeom prst="rect">
            <a:avLst/>
          </a:prstGeom>
        </p:spPr>
      </p:pic>
      <p:sp>
        <p:nvSpPr>
          <p:cNvPr id="18"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a:t>
            </a:fld>
            <a:endParaRPr lang="de-D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matchingName="Title + 1 column" preserve="1"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a:latin typeface="Arial Narrow"/>
              </a:rPr>
              <a:t>Title</a:t>
            </a:r>
            <a:endParaRPr lang="de-DE" sz="1000">
              <a:latin typeface="Arial Narrow"/>
            </a:endParaRPr>
          </a:p>
          <a:p>
            <a:pPr algn="l">
              <a:defRPr/>
            </a:pPr>
            <a:r>
              <a:rPr lang="de-DE" sz="1000">
                <a:latin typeface="Arial Narrow"/>
              </a:rPr>
              <a:t>Tutorname</a:t>
            </a: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a:latin typeface="Arial Narrow"/>
              </a:rPr>
              <a:t>Date: XXX</a:t>
            </a: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a:defRPr/>
            </a:pPr>
            <a:endParaRPr/>
          </a:p>
        </p:txBody>
      </p: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5" name="Textplatzhalter 5"/>
          <p:cNvSpPr txBox="1"/>
          <p:nvPr userDrawn="1"/>
        </p:nvSpPr>
        <p:spPr bwMode="auto">
          <a:xfrm>
            <a:off x="974056" y="1062987"/>
            <a:ext cx="7191249" cy="3340655"/>
          </a:xfrm>
          <a:prstGeom prst="rect">
            <a:avLst/>
          </a:prstGeom>
          <a:solidFill>
            <a:schemeClr val="bg1">
              <a:lumMod val="95000"/>
            </a:schemeClr>
          </a:solidFill>
          <a:ln w="19050">
            <a:solidFill>
              <a:srgbClr val="8C8E88"/>
            </a:solidFill>
            <a:prstDash val="sysDash"/>
          </a:ln>
          <a:effectLst>
            <a:outerShdw blurRad="50800" dist="38100" dir="5400000" algn="t" rotWithShape="0">
              <a:prstClr val="black">
                <a:alpha val="40000"/>
              </a:prstClr>
            </a:outerShdw>
          </a:effectLst>
        </p:spPr>
        <p:txBody>
          <a:bodyPr anchor="t"/>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endParaRPr lang="de-DE" sz="2800"/>
          </a:p>
          <a:p>
            <a:pPr algn="ctr">
              <a:defRPr/>
            </a:pPr>
            <a:endParaRPr lang="de-DE" sz="2800"/>
          </a:p>
        </p:txBody>
      </p:sp>
      <p:sp>
        <p:nvSpPr>
          <p:cNvPr id="6" name="Google Shape;103;p17"/>
          <p:cNvSpPr/>
          <p:nvPr userDrawn="1"/>
        </p:nvSpPr>
        <p:spPr bwMode="auto">
          <a:xfrm>
            <a:off x="763961" y="901791"/>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3"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a:t>
            </a:fld>
            <a:endParaRPr lang="de-D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matchingName="Blank no illustration" preserve="1" userDrawn="1">
  <p:cSld name="Blank no illustration">
    <p:spTree>
      <p:nvGrpSpPr>
        <p:cNvPr id="1" name=""/>
        <p:cNvGrpSpPr/>
        <p:nvPr/>
      </p:nvGrpSpPr>
      <p:grpSpPr bwMode="auto">
        <a:xfrm>
          <a:off x="0" y="0"/>
          <a:ext cx="0" cy="0"/>
          <a:chOff x="0" y="0"/>
          <a:chExt cx="0" cy="0"/>
        </a:xfrm>
      </p:grpSpPr>
      <p:sp>
        <p:nvSpPr>
          <p:cNvPr id="60" name="Google Shape;60;p13"/>
          <p:cNvSpPr txBox="1">
            <a:spLocks noGrp="1"/>
          </p:cNvSpPr>
          <p:nvPr>
            <p:ph type="sldNum" idx="12"/>
          </p:nvPr>
        </p:nvSpPr>
        <p:spPr bwMode="auto">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27CF1F7-0937-F9F7-257C-5A064E5738E4}"/>
              </a:ext>
            </a:extLst>
          </p:cNvPr>
          <p:cNvSpPr>
            <a:spLocks noGrp="1"/>
          </p:cNvSpPr>
          <p:nvPr>
            <p:ph type="title"/>
          </p:nvPr>
        </p:nvSpPr>
        <p:spPr>
          <a:xfrm>
            <a:off x="972000" y="661070"/>
            <a:ext cx="7200000" cy="630000"/>
          </a:xfrm>
          <a:prstGeom prst="rect">
            <a:avLst/>
          </a:prstGeom>
        </p:spPr>
        <p:txBody>
          <a:bodyPr vert="horz" lIns="91440" tIns="45720" rIns="91440" bIns="45720" rtlCol="0" anchor="ctr" anchorCtr="1">
            <a:normAutofit/>
          </a:bodyPr>
          <a:lstStyle/>
          <a:p>
            <a:r>
              <a:rPr lang="de-DE" dirty="0"/>
              <a:t>Mastertitelformat bearbeiten</a:t>
            </a:r>
          </a:p>
        </p:txBody>
      </p:sp>
      <p:sp>
        <p:nvSpPr>
          <p:cNvPr id="3" name="Textplatzhalter 2">
            <a:extLst>
              <a:ext uri="{FF2B5EF4-FFF2-40B4-BE49-F238E27FC236}">
                <a16:creationId xmlns:a16="http://schemas.microsoft.com/office/drawing/2014/main" id="{05F10457-F989-7DA5-F7A2-573216F11C1C}"/>
              </a:ext>
            </a:extLst>
          </p:cNvPr>
          <p:cNvSpPr>
            <a:spLocks noGrp="1"/>
          </p:cNvSpPr>
          <p:nvPr>
            <p:ph type="body" idx="1"/>
          </p:nvPr>
        </p:nvSpPr>
        <p:spPr>
          <a:xfrm>
            <a:off x="972000" y="1384556"/>
            <a:ext cx="7200000" cy="32400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Freeform 13">
            <a:extLst>
              <a:ext uri="{FF2B5EF4-FFF2-40B4-BE49-F238E27FC236}">
                <a16:creationId xmlns:a16="http://schemas.microsoft.com/office/drawing/2014/main" id="{958ADD56-CB6F-8E99-36ED-1E96FDC0D4A7}"/>
              </a:ext>
            </a:extLst>
          </p:cNvPr>
          <p:cNvSpPr/>
          <p:nvPr userDrawn="1"/>
        </p:nvSpPr>
        <p:spPr>
          <a:xfrm>
            <a:off x="3843954" y="15301"/>
            <a:ext cx="1456093" cy="506081"/>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8"/>
            <a:stretch>
              <a:fillRect/>
            </a:stretch>
          </a:blipFill>
        </p:spPr>
        <p:txBody>
          <a:bodyPr/>
          <a:lstStyle/>
          <a:p>
            <a:endParaRPr lang="de-DE" sz="700"/>
          </a:p>
        </p:txBody>
      </p:sp>
    </p:spTree>
    <p:extLst>
      <p:ext uri="{BB962C8B-B14F-4D97-AF65-F5344CB8AC3E}">
        <p14:creationId xmlns:p14="http://schemas.microsoft.com/office/powerpoint/2010/main" val="436523353"/>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Lst>
  <p:txStyles>
    <p:titleStyle>
      <a:lvl1pPr algn="l" defTabSz="457200" rtl="0" eaLnBrk="1" latinLnBrk="0" hangingPunct="1">
        <a:lnSpc>
          <a:spcPct val="90000"/>
        </a:lnSpc>
        <a:spcBef>
          <a:spcPct val="0"/>
        </a:spcBef>
        <a:buNone/>
        <a:defRPr sz="2200" kern="1200">
          <a:solidFill>
            <a:schemeClr val="tx1"/>
          </a:solidFill>
          <a:latin typeface="+mj-lt"/>
          <a:ea typeface="+mj-ea"/>
          <a:cs typeface="+mj-cs"/>
        </a:defRPr>
      </a:lvl1pPr>
    </p:titleStyle>
    <p:bodyStyle>
      <a:lvl1pPr marL="114300" indent="-114300" algn="l" defTabSz="4572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7200"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1500" indent="-114300" algn="l" defTabSz="457200"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800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7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73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de-DE"/>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bwMode="auto">
        <a:xfrm>
          <a:off x="0" y="0"/>
          <a:ext cx="0" cy="0"/>
          <a:chOff x="0" y="0"/>
          <a:chExt cx="0" cy="0"/>
        </a:xfrm>
      </p:grpSpPr>
      <p:sp>
        <p:nvSpPr>
          <p:cNvPr id="6" name="Google Shape;6;p1"/>
          <p:cNvSpPr txBox="1">
            <a:spLocks noGrp="1"/>
          </p:cNvSpPr>
          <p:nvPr>
            <p:ph type="title"/>
          </p:nvPr>
        </p:nvSpPr>
        <p:spPr bwMode="auto">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2800"/>
              <a:buFont typeface="Raleway"/>
              <a:buNone/>
              <a:defRPr sz="2800" b="1">
                <a:latin typeface="Raleway"/>
                <a:ea typeface="Raleway"/>
                <a:cs typeface="Raleway"/>
              </a:defRPr>
            </a:lvl1pPr>
            <a:lvl2pPr lvl="1">
              <a:spcBef>
                <a:spcPts val="0"/>
              </a:spcBef>
              <a:spcAft>
                <a:spcPts val="0"/>
              </a:spcAft>
              <a:buSzPts val="2800"/>
              <a:buFont typeface="Raleway"/>
              <a:buNone/>
              <a:defRPr sz="2800" b="1">
                <a:latin typeface="Raleway"/>
                <a:ea typeface="Raleway"/>
                <a:cs typeface="Raleway"/>
              </a:defRPr>
            </a:lvl2pPr>
            <a:lvl3pPr lvl="2">
              <a:spcBef>
                <a:spcPts val="0"/>
              </a:spcBef>
              <a:spcAft>
                <a:spcPts val="0"/>
              </a:spcAft>
              <a:buSzPts val="2800"/>
              <a:buFont typeface="Raleway"/>
              <a:buNone/>
              <a:defRPr sz="2800" b="1">
                <a:latin typeface="Raleway"/>
                <a:ea typeface="Raleway"/>
                <a:cs typeface="Raleway"/>
              </a:defRPr>
            </a:lvl3pPr>
            <a:lvl4pPr lvl="3">
              <a:spcBef>
                <a:spcPts val="0"/>
              </a:spcBef>
              <a:spcAft>
                <a:spcPts val="0"/>
              </a:spcAft>
              <a:buSzPts val="2800"/>
              <a:buFont typeface="Raleway"/>
              <a:buNone/>
              <a:defRPr sz="2800" b="1">
                <a:latin typeface="Raleway"/>
                <a:ea typeface="Raleway"/>
                <a:cs typeface="Raleway"/>
              </a:defRPr>
            </a:lvl4pPr>
            <a:lvl5pPr lvl="4">
              <a:spcBef>
                <a:spcPts val="0"/>
              </a:spcBef>
              <a:spcAft>
                <a:spcPts val="0"/>
              </a:spcAft>
              <a:buSzPts val="2800"/>
              <a:buFont typeface="Raleway"/>
              <a:buNone/>
              <a:defRPr sz="2800" b="1">
                <a:latin typeface="Raleway"/>
                <a:ea typeface="Raleway"/>
                <a:cs typeface="Raleway"/>
              </a:defRPr>
            </a:lvl5pPr>
            <a:lvl6pPr lvl="5">
              <a:spcBef>
                <a:spcPts val="0"/>
              </a:spcBef>
              <a:spcAft>
                <a:spcPts val="0"/>
              </a:spcAft>
              <a:buSzPts val="2800"/>
              <a:buFont typeface="Raleway"/>
              <a:buNone/>
              <a:defRPr sz="2800" b="1">
                <a:latin typeface="Raleway"/>
                <a:ea typeface="Raleway"/>
                <a:cs typeface="Raleway"/>
              </a:defRPr>
            </a:lvl6pPr>
            <a:lvl7pPr lvl="6">
              <a:spcBef>
                <a:spcPts val="0"/>
              </a:spcBef>
              <a:spcAft>
                <a:spcPts val="0"/>
              </a:spcAft>
              <a:buSzPts val="2800"/>
              <a:buFont typeface="Raleway"/>
              <a:buNone/>
              <a:defRPr sz="2800" b="1">
                <a:latin typeface="Raleway"/>
                <a:ea typeface="Raleway"/>
                <a:cs typeface="Raleway"/>
              </a:defRPr>
            </a:lvl7pPr>
            <a:lvl8pPr lvl="7">
              <a:spcBef>
                <a:spcPts val="0"/>
              </a:spcBef>
              <a:spcAft>
                <a:spcPts val="0"/>
              </a:spcAft>
              <a:buSzPts val="2800"/>
              <a:buFont typeface="Raleway"/>
              <a:buNone/>
              <a:defRPr sz="2800" b="1">
                <a:latin typeface="Raleway"/>
                <a:ea typeface="Raleway"/>
                <a:cs typeface="Raleway"/>
              </a:defRPr>
            </a:lvl8pPr>
            <a:lvl9pPr lvl="8">
              <a:spcBef>
                <a:spcPts val="0"/>
              </a:spcBef>
              <a:spcAft>
                <a:spcPts val="0"/>
              </a:spcAft>
              <a:buSzPts val="2800"/>
              <a:buFont typeface="Raleway"/>
              <a:buNone/>
              <a:defRPr sz="2800" b="1">
                <a:latin typeface="Raleway"/>
                <a:ea typeface="Raleway"/>
                <a:cs typeface="Raleway"/>
              </a:defRPr>
            </a:lvl9pPr>
          </a:lstStyle>
          <a:p>
            <a:pPr>
              <a:defRPr/>
            </a:pPr>
            <a:endParaRPr/>
          </a:p>
        </p:txBody>
      </p:sp>
      <p:sp>
        <p:nvSpPr>
          <p:cNvPr id="7" name="Google Shape;7;p1"/>
          <p:cNvSpPr txBox="1">
            <a:spLocks noGrp="1"/>
          </p:cNvSpPr>
          <p:nvPr>
            <p:ph type="body" idx="1"/>
          </p:nvPr>
        </p:nvSpPr>
        <p:spPr bwMode="auto">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4999"/>
              </a:lnSpc>
              <a:spcBef>
                <a:spcPts val="0"/>
              </a:spcBef>
              <a:spcAft>
                <a:spcPts val="0"/>
              </a:spcAft>
              <a:buClr>
                <a:schemeClr val="accent1"/>
              </a:buClr>
              <a:buSzPts val="1300"/>
              <a:buFont typeface="Lato"/>
              <a:buChar char="●"/>
              <a:defRPr sz="1300">
                <a:solidFill>
                  <a:schemeClr val="accent1"/>
                </a:solidFill>
                <a:latin typeface="Lato"/>
                <a:ea typeface="Lato"/>
                <a:cs typeface="Lato"/>
              </a:defRPr>
            </a:lvl1pPr>
            <a:lvl2pPr marL="914400" lvl="1"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2pPr>
            <a:lvl3pPr marL="1371600" lvl="2"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3pPr>
            <a:lvl4pPr marL="1828800" lvl="3"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4pPr>
            <a:lvl5pPr marL="2286000" lvl="4"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5pPr>
            <a:lvl6pPr marL="2743200" lvl="5"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6pPr>
            <a:lvl7pPr marL="3200400" lvl="6"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7pPr>
            <a:lvl8pPr marL="3657600" lvl="7"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8pPr>
            <a:lvl9pPr marL="4114800" lvl="8" indent="-298450">
              <a:lnSpc>
                <a:spcPct val="114999"/>
              </a:lnSpc>
              <a:spcBef>
                <a:spcPts val="1600"/>
              </a:spcBef>
              <a:spcAft>
                <a:spcPts val="1600"/>
              </a:spcAft>
              <a:buClr>
                <a:schemeClr val="accent1"/>
              </a:buClr>
              <a:buSzPts val="1100"/>
              <a:buFont typeface="Lato"/>
              <a:buChar char="■"/>
              <a:defRPr sz="1100">
                <a:solidFill>
                  <a:schemeClr val="accent1"/>
                </a:solidFill>
                <a:latin typeface="Lato"/>
                <a:ea typeface="Lato"/>
                <a:cs typeface="Lato"/>
              </a:defRPr>
            </a:lvl9pPr>
          </a:lstStyle>
          <a:p>
            <a:pPr>
              <a:defRPr/>
            </a:pPr>
            <a:endParaRPr/>
          </a:p>
        </p:txBody>
      </p:sp>
      <p:sp>
        <p:nvSpPr>
          <p:cNvPr id="8" name="Google Shape;8;p1"/>
          <p:cNvSpPr txBox="1">
            <a:spLocks noGrp="1"/>
          </p:cNvSpPr>
          <p:nvPr>
            <p:ph type="sldNum" idx="12"/>
          </p:nvPr>
        </p:nvSpPr>
        <p:spPr bwMode="auto">
          <a:xfrm>
            <a:off x="8536302" y="4749851"/>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tx1"/>
                </a:solidFill>
                <a:latin typeface="Arial"/>
                <a:ea typeface="Arial"/>
                <a:cs typeface="Arial"/>
              </a:defRPr>
            </a:lvl1pPr>
            <a:lvl2pPr lvl="1" algn="r">
              <a:buNone/>
              <a:defRPr sz="1000">
                <a:solidFill>
                  <a:schemeClr val="accent1"/>
                </a:solidFill>
                <a:latin typeface="Lato"/>
                <a:ea typeface="Lato"/>
                <a:cs typeface="Lato"/>
              </a:defRPr>
            </a:lvl2pPr>
            <a:lvl3pPr lvl="2" algn="r">
              <a:buNone/>
              <a:defRPr sz="1000">
                <a:solidFill>
                  <a:schemeClr val="accent1"/>
                </a:solidFill>
                <a:latin typeface="Lato"/>
                <a:ea typeface="Lato"/>
                <a:cs typeface="Lato"/>
              </a:defRPr>
            </a:lvl3pPr>
            <a:lvl4pPr lvl="3" algn="r">
              <a:buNone/>
              <a:defRPr sz="1000">
                <a:solidFill>
                  <a:schemeClr val="accent1"/>
                </a:solidFill>
                <a:latin typeface="Lato"/>
                <a:ea typeface="Lato"/>
                <a:cs typeface="Lato"/>
              </a:defRPr>
            </a:lvl4pPr>
            <a:lvl5pPr lvl="4" algn="r">
              <a:buNone/>
              <a:defRPr sz="1000">
                <a:solidFill>
                  <a:schemeClr val="accent1"/>
                </a:solidFill>
                <a:latin typeface="Lato"/>
                <a:ea typeface="Lato"/>
                <a:cs typeface="Lato"/>
              </a:defRPr>
            </a:lvl5pPr>
            <a:lvl6pPr lvl="5" algn="r">
              <a:buNone/>
              <a:defRPr sz="1000">
                <a:solidFill>
                  <a:schemeClr val="accent1"/>
                </a:solidFill>
                <a:latin typeface="Lato"/>
                <a:ea typeface="Lato"/>
                <a:cs typeface="Lato"/>
              </a:defRPr>
            </a:lvl6pPr>
            <a:lvl7pPr lvl="6" algn="r">
              <a:buNone/>
              <a:defRPr sz="1000">
                <a:solidFill>
                  <a:schemeClr val="accent1"/>
                </a:solidFill>
                <a:latin typeface="Lato"/>
                <a:ea typeface="Lato"/>
                <a:cs typeface="Lato"/>
              </a:defRPr>
            </a:lvl7pPr>
            <a:lvl8pPr lvl="7" algn="r">
              <a:buNone/>
              <a:defRPr sz="1000">
                <a:solidFill>
                  <a:schemeClr val="accent1"/>
                </a:solidFill>
                <a:latin typeface="Lato"/>
                <a:ea typeface="Lato"/>
                <a:cs typeface="Lato"/>
              </a:defRPr>
            </a:lvl8pPr>
            <a:lvl9pPr lvl="8" algn="r">
              <a:buNone/>
              <a:defRPr sz="1000">
                <a:solidFill>
                  <a:schemeClr val="accent1"/>
                </a:solidFill>
                <a:latin typeface="Lato"/>
                <a:ea typeface="Lato"/>
                <a:cs typeface="Lato"/>
              </a:defRPr>
            </a:lvl9pPr>
          </a:lstStyle>
          <a:p>
            <a:pPr>
              <a:defRPr/>
            </a:pPr>
            <a:fld id="{00000000-1234-1234-1234-123412341234}" type="slidenum">
              <a:rPr lang="de-DE"/>
              <a:t>‹#›</a:t>
            </a:fld>
            <a:endParaRPr lang="de-D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hyperlink" Target="https://www.ox.ac.uk/students/academic/guidance/skills/plagiarism"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50.png"/><Relationship Id="rId7" Type="http://schemas.openxmlformats.org/officeDocument/2006/relationships/image" Target="../media/image52.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hyperlink" Target="https://www.scribbr.com/category/apa-style/" TargetMode="External"/><Relationship Id="rId5" Type="http://schemas.openxmlformats.org/officeDocument/2006/relationships/image" Target="../media/image49.png"/><Relationship Id="rId4" Type="http://schemas.openxmlformats.org/officeDocument/2006/relationships/image" Target="../media/image51.png"/></Relationships>
</file>

<file path=ppt/slides/_rels/slide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57.png"/><Relationship Id="rId4" Type="http://schemas.openxmlformats.org/officeDocument/2006/relationships/image" Target="../media/image56.png"/></Relationships>
</file>

<file path=ppt/slides/_rels/slide1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hyperlink" Target="https://www.scribbr.com/working-with-sources/how-to-paraphrase/" TargetMode="External"/><Relationship Id="rId4" Type="http://schemas.openxmlformats.org/officeDocument/2006/relationships/image" Target="../media/image4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60.png"/></Relationships>
</file>

<file path=ppt/slides/_rels/slide14.xml.rels><?xml version="1.0" encoding="UTF-8" standalone="yes"?>
<Relationships xmlns="http://schemas.openxmlformats.org/package/2006/relationships"><Relationship Id="rId3" Type="http://schemas.openxmlformats.org/officeDocument/2006/relationships/hyperlink" Target="https://www.scribbr.de/plagiat/arten/" TargetMode="External"/><Relationship Id="rId7" Type="http://schemas.openxmlformats.org/officeDocument/2006/relationships/hyperlink" Target="https://www.ox.ac.uk/students/academic/guidance/skills/plagiarism" TargetMode="External"/><Relationship Id="rId2" Type="http://schemas.openxmlformats.org/officeDocument/2006/relationships/hyperlink" Target="https://www.scribbr.com/citing-sources/citation-styles/" TargetMode="External"/><Relationship Id="rId1" Type="http://schemas.openxmlformats.org/officeDocument/2006/relationships/slideLayout" Target="../slideLayouts/slideLayout4.xml"/><Relationship Id="rId6" Type="http://schemas.openxmlformats.org/officeDocument/2006/relationships/hyperlink" Target="https://www.scribbr.de/category/apa-standard/" TargetMode="External"/><Relationship Id="rId5" Type="http://schemas.openxmlformats.org/officeDocument/2006/relationships/hyperlink" Target="https://www.scribbr.de/richtig-zitieren/paraphrasieren/" TargetMode="External"/><Relationship Id="rId4" Type="http://schemas.openxmlformats.org/officeDocument/2006/relationships/hyperlink" Target="https://owl.purdue.edu/owl/research_and_citation/apa_style/apa_formatting_and_style_guide/in_text_citations_the_basics.html"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5" name="Picture 4" descr="Books and laptop"/>
          <p:cNvPicPr>
            <a:picLocks noChangeAspect="1"/>
          </p:cNvPicPr>
          <p:nvPr/>
        </p:nvPicPr>
        <p:blipFill>
          <a:blip r:embed="rId3">
            <a:alphaModFix amt="35000"/>
          </a:blip>
          <a:stretch/>
        </p:blipFill>
        <p:spPr bwMode="auto">
          <a:xfrm>
            <a:off x="0" y="0"/>
            <a:ext cx="9143999" cy="5143500"/>
          </a:xfrm>
          <a:prstGeom prst="rect">
            <a:avLst/>
          </a:prstGeom>
        </p:spPr>
      </p:pic>
      <p:sp>
        <p:nvSpPr>
          <p:cNvPr id="2" name="Titel 1"/>
          <p:cNvSpPr>
            <a:spLocks noGrp="1"/>
          </p:cNvSpPr>
          <p:nvPr>
            <p:ph type="ctrTitle"/>
          </p:nvPr>
        </p:nvSpPr>
        <p:spPr bwMode="auto"/>
        <p:txBody>
          <a:bodyPr/>
          <a:lstStyle/>
          <a:p>
            <a:pPr>
              <a:defRPr/>
            </a:pPr>
            <a:r>
              <a:rPr lang="de-DE" dirty="0">
                <a:latin typeface="Arial"/>
              </a:rPr>
              <a:t>Academic Writing – </a:t>
            </a:r>
            <a:r>
              <a:rPr lang="de-DE" dirty="0" err="1">
                <a:latin typeface="Arial"/>
              </a:rPr>
              <a:t>Citations</a:t>
            </a:r>
            <a:r>
              <a:rPr lang="de-DE" dirty="0">
                <a:latin typeface="Arial"/>
              </a:rPr>
              <a:t> and References</a:t>
            </a:r>
            <a:endParaRPr lang="en-US" dirty="0">
              <a:latin typeface="Arial"/>
            </a:endParaRPr>
          </a:p>
        </p:txBody>
      </p:sp>
      <p:sp>
        <p:nvSpPr>
          <p:cNvPr id="3" name="Subtitle 2">
            <a:extLst>
              <a:ext uri="{FF2B5EF4-FFF2-40B4-BE49-F238E27FC236}">
                <a16:creationId xmlns:a16="http://schemas.microsoft.com/office/drawing/2014/main" id="{9762B167-04FA-94DC-FE90-1F09D818AB55}"/>
              </a:ext>
            </a:extLst>
          </p:cNvPr>
          <p:cNvSpPr>
            <a:spLocks noGrp="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dirty="0"/>
              <a:t>Agenda</a:t>
            </a:r>
            <a:endParaRPr dirty="0"/>
          </a:p>
        </p:txBody>
      </p:sp>
      <p:sp>
        <p:nvSpPr>
          <p:cNvPr id="3" name="Textplatzhalter 2"/>
          <p:cNvSpPr>
            <a:spLocks noGrp="1"/>
          </p:cNvSpPr>
          <p:nvPr>
            <p:ph idx="1"/>
          </p:nvPr>
        </p:nvSpPr>
        <p:spPr bwMode="auto"/>
        <p:txBody>
          <a:bodyPr/>
          <a:lstStyle/>
          <a:p>
            <a:pPr marL="342900" indent="-342900">
              <a:buFont typeface="+mj-lt"/>
              <a:buAutoNum type="arabicPeriod"/>
              <a:defRPr/>
            </a:pPr>
            <a:r>
              <a:rPr lang="en-US" dirty="0"/>
              <a:t>Getting Started</a:t>
            </a:r>
          </a:p>
          <a:p>
            <a:pPr marL="342900" indent="-342900">
              <a:buFont typeface="+mj-lt"/>
              <a:buAutoNum type="arabicPeriod"/>
              <a:defRPr/>
            </a:pPr>
            <a:r>
              <a:rPr lang="en-US" dirty="0"/>
              <a:t>Why and When?</a:t>
            </a:r>
            <a:endParaRPr dirty="0"/>
          </a:p>
          <a:p>
            <a:pPr marL="342900" indent="-342900">
              <a:buFont typeface="+mj-lt"/>
              <a:buAutoNum type="arabicPeriod"/>
              <a:defRPr/>
            </a:pPr>
            <a:r>
              <a:rPr lang="en-US" dirty="0"/>
              <a:t>Plagiarism</a:t>
            </a:r>
          </a:p>
          <a:p>
            <a:pPr marL="342900" indent="-342900">
              <a:buFont typeface="+mj-lt"/>
              <a:buAutoNum type="arabicPeriod"/>
              <a:defRPr/>
            </a:pPr>
            <a:r>
              <a:rPr lang="de-DE" dirty="0" err="1"/>
              <a:t>How</a:t>
            </a:r>
            <a:r>
              <a:rPr lang="de-DE" dirty="0"/>
              <a:t> </a:t>
            </a:r>
            <a:r>
              <a:rPr lang="de-DE" dirty="0" err="1"/>
              <a:t>to</a:t>
            </a:r>
            <a:r>
              <a:rPr lang="de-DE" dirty="0"/>
              <a:t> </a:t>
            </a:r>
            <a:r>
              <a:rPr lang="de-DE" dirty="0" err="1"/>
              <a:t>cite</a:t>
            </a:r>
            <a:r>
              <a:rPr lang="de-DE" dirty="0"/>
              <a:t> </a:t>
            </a:r>
            <a:r>
              <a:rPr lang="de-DE" dirty="0" err="1"/>
              <a:t>correctly</a:t>
            </a:r>
            <a:r>
              <a:rPr lang="de-DE" dirty="0"/>
              <a:t>?</a:t>
            </a:r>
            <a:endParaRPr dirty="0"/>
          </a:p>
          <a:p>
            <a:pPr marL="342900" indent="-342900">
              <a:buFont typeface="+mj-lt"/>
              <a:buAutoNum type="arabicPeriod"/>
              <a:defRPr/>
            </a:pPr>
            <a:r>
              <a:rPr lang="en-US" dirty="0"/>
              <a:t>Paraphrasing</a:t>
            </a:r>
          </a:p>
          <a:p>
            <a:pPr marL="342900" indent="-342900">
              <a:buFont typeface="+mj-lt"/>
              <a:buAutoNum type="arabicPeriod" startAt="6"/>
              <a:defRPr/>
            </a:pPr>
            <a:r>
              <a:rPr lang="en-US" dirty="0"/>
              <a:t>Conclusion and Next Session</a:t>
            </a:r>
          </a:p>
          <a:p>
            <a:pPr marL="342900" indent="-342900">
              <a:buFont typeface="+mj-lt"/>
              <a:buAutoNum type="arabicPeriod" startAt="6"/>
              <a:defRPr/>
            </a:pPr>
            <a:endParaRPr lang="en-US" dirty="0"/>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2</a:t>
            </a:fld>
            <a:endParaRPr lang="de-DE"/>
          </a:p>
        </p:txBody>
      </p:sp>
      <p:sp>
        <p:nvSpPr>
          <p:cNvPr id="5" name="TextBox 4"/>
          <p:cNvSpPr txBox="1"/>
          <p:nvPr/>
        </p:nvSpPr>
        <p:spPr bwMode="auto">
          <a:xfrm>
            <a:off x="5436096" y="4599246"/>
            <a:ext cx="2530928" cy="307777"/>
          </a:xfrm>
          <a:prstGeom prst="rect">
            <a:avLst/>
          </a:prstGeom>
          <a:noFill/>
        </p:spPr>
        <p:txBody>
          <a:bodyPr wrap="square" rtlCol="0">
            <a:spAutoFit/>
          </a:bodyPr>
          <a:lstStyle/>
          <a:p>
            <a:pPr>
              <a:defRPr/>
            </a:pPr>
            <a:r>
              <a:rPr lang="en-GB" dirty="0"/>
              <a:t>Estimated time: 30 – 40 min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Titel 4"/>
          <p:cNvSpPr>
            <a:spLocks noGrp="1"/>
          </p:cNvSpPr>
          <p:nvPr>
            <p:ph type="title"/>
          </p:nvPr>
        </p:nvSpPr>
        <p:spPr bwMode="auto"/>
        <p:txBody>
          <a:bodyPr/>
          <a:lstStyle/>
          <a:p>
            <a:pPr>
              <a:defRPr/>
            </a:pPr>
            <a:r>
              <a:rPr lang="en-US" dirty="0"/>
              <a:t>Getting Started</a:t>
            </a: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3</a:t>
            </a:fld>
            <a:endParaRPr lang="de-DE"/>
          </a:p>
        </p:txBody>
      </p:sp>
      <p:sp>
        <p:nvSpPr>
          <p:cNvPr id="8" name="Textfeld 7"/>
          <p:cNvSpPr txBox="1"/>
          <p:nvPr/>
        </p:nvSpPr>
        <p:spPr bwMode="auto">
          <a:xfrm>
            <a:off x="467254" y="640085"/>
            <a:ext cx="397933" cy="369332"/>
          </a:xfrm>
          <a:prstGeom prst="rect">
            <a:avLst/>
          </a:prstGeom>
          <a:noFill/>
        </p:spPr>
        <p:txBody>
          <a:bodyPr wrap="square" rtlCol="0">
            <a:spAutoFit/>
          </a:bodyPr>
          <a:lstStyle/>
          <a:p>
            <a:pPr>
              <a:defRPr/>
            </a:pPr>
            <a:r>
              <a:rPr lang="de-DE" sz="1800" b="1">
                <a:solidFill>
                  <a:schemeClr val="bg1"/>
                </a:solidFill>
                <a:latin typeface="Arial Narrow"/>
              </a:rPr>
              <a:t>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GB" dirty="0"/>
              <a:t>Why and when?</a:t>
            </a:r>
            <a:endParaRPr dirty="0"/>
          </a:p>
        </p:txBody>
      </p:sp>
      <p:sp>
        <p:nvSpPr>
          <p:cNvPr id="4" name="Slide Number Placehold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4</a:t>
            </a:fld>
            <a:endParaRPr lang="de-DE"/>
          </a:p>
        </p:txBody>
      </p:sp>
      <p:sp>
        <p:nvSpPr>
          <p:cNvPr id="6" name="TextBox 5"/>
          <p:cNvSpPr txBox="1"/>
          <p:nvPr/>
        </p:nvSpPr>
        <p:spPr bwMode="auto">
          <a:xfrm>
            <a:off x="952201" y="1221194"/>
            <a:ext cx="1788633" cy="307777"/>
          </a:xfrm>
          <a:prstGeom prst="rect">
            <a:avLst/>
          </a:prstGeom>
          <a:noFill/>
        </p:spPr>
        <p:txBody>
          <a:bodyPr wrap="square" rtlCol="0">
            <a:spAutoFit/>
          </a:bodyPr>
          <a:lstStyle/>
          <a:p>
            <a:pPr>
              <a:defRPr/>
            </a:pPr>
            <a:r>
              <a:rPr lang="en-GB" b="1" dirty="0">
                <a:solidFill>
                  <a:srgbClr val="7C0E31"/>
                </a:solidFill>
              </a:rPr>
              <a:t>Why?</a:t>
            </a:r>
            <a:endParaRPr dirty="0"/>
          </a:p>
        </p:txBody>
      </p:sp>
      <p:sp>
        <p:nvSpPr>
          <p:cNvPr id="8" name="TextBox 7"/>
          <p:cNvSpPr txBox="1"/>
          <p:nvPr/>
        </p:nvSpPr>
        <p:spPr bwMode="auto">
          <a:xfrm>
            <a:off x="5784920" y="1544605"/>
            <a:ext cx="1788633" cy="307777"/>
          </a:xfrm>
          <a:prstGeom prst="rect">
            <a:avLst/>
          </a:prstGeom>
          <a:noFill/>
        </p:spPr>
        <p:txBody>
          <a:bodyPr wrap="square" rtlCol="0">
            <a:spAutoFit/>
          </a:bodyPr>
          <a:lstStyle/>
          <a:p>
            <a:pPr>
              <a:defRPr/>
            </a:pPr>
            <a:r>
              <a:rPr lang="en-GB" b="1" dirty="0">
                <a:solidFill>
                  <a:srgbClr val="7C0E31"/>
                </a:solidFill>
              </a:rPr>
              <a:t>When?</a:t>
            </a:r>
            <a:endParaRPr dirty="0"/>
          </a:p>
        </p:txBody>
      </p:sp>
      <p:sp>
        <p:nvSpPr>
          <p:cNvPr id="9" name="TextBox 8"/>
          <p:cNvSpPr txBox="1"/>
          <p:nvPr/>
        </p:nvSpPr>
        <p:spPr bwMode="auto">
          <a:xfrm>
            <a:off x="666220" y="1544605"/>
            <a:ext cx="3905780" cy="2585323"/>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GB" dirty="0"/>
              <a:t>Important part of academic work;</a:t>
            </a:r>
          </a:p>
          <a:p>
            <a:pPr marL="285750" indent="-285750">
              <a:spcAft>
                <a:spcPts val="1200"/>
              </a:spcAft>
              <a:buFont typeface="Arial" panose="020B0604020202020204" pitchFamily="34" charset="0"/>
              <a:buChar char="•"/>
            </a:pPr>
            <a:r>
              <a:rPr lang="en-GB" dirty="0"/>
              <a:t>Good practice in academic writing;</a:t>
            </a:r>
          </a:p>
          <a:p>
            <a:pPr marL="285750" indent="-285750">
              <a:spcAft>
                <a:spcPts val="1200"/>
              </a:spcAft>
              <a:buFont typeface="Arial" panose="020B0604020202020204" pitchFamily="34" charset="0"/>
              <a:buChar char="•"/>
            </a:pPr>
            <a:r>
              <a:rPr lang="en-GB" dirty="0"/>
              <a:t>Acknowledges other people’s work;</a:t>
            </a:r>
          </a:p>
          <a:p>
            <a:pPr marL="285750" indent="-285750">
              <a:spcAft>
                <a:spcPts val="1200"/>
              </a:spcAft>
              <a:buFont typeface="Arial" panose="020B0604020202020204" pitchFamily="34" charset="0"/>
              <a:buChar char="•"/>
            </a:pPr>
            <a:r>
              <a:rPr lang="en-GB" dirty="0"/>
              <a:t>Provides supporting evidence for your own ideas, opinions and arguments;</a:t>
            </a:r>
          </a:p>
          <a:p>
            <a:pPr marL="285750" indent="-285750">
              <a:spcAft>
                <a:spcPts val="1200"/>
              </a:spcAft>
              <a:buFont typeface="Arial" panose="020B0604020202020204" pitchFamily="34" charset="0"/>
              <a:buChar char="•"/>
            </a:pPr>
            <a:r>
              <a:rPr lang="en-GB" dirty="0"/>
              <a:t>Allows identification and assessment of sources used;</a:t>
            </a:r>
          </a:p>
          <a:p>
            <a:pPr marL="285750" indent="-285750">
              <a:spcAft>
                <a:spcPts val="1200"/>
              </a:spcAft>
              <a:buFont typeface="Arial" panose="020B0604020202020204" pitchFamily="34" charset="0"/>
              <a:buChar char="•"/>
            </a:pPr>
            <a:r>
              <a:rPr lang="en-GB" dirty="0"/>
              <a:t>Helps avoiding plagiarism.</a:t>
            </a:r>
          </a:p>
        </p:txBody>
      </p:sp>
      <p:sp>
        <p:nvSpPr>
          <p:cNvPr id="10" name="TextBox 9"/>
          <p:cNvSpPr txBox="1"/>
          <p:nvPr/>
        </p:nvSpPr>
        <p:spPr bwMode="auto">
          <a:xfrm>
            <a:off x="5488274" y="1777014"/>
            <a:ext cx="3275465" cy="523220"/>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GB" dirty="0"/>
              <a:t>Whenever you use an idea from someone else’s work.</a:t>
            </a:r>
          </a:p>
        </p:txBody>
      </p:sp>
      <p:pic>
        <p:nvPicPr>
          <p:cNvPr id="12" name="Graphic 11"/>
          <p:cNvPicPr>
            <a:picLocks noChangeAspect="1"/>
          </p:cNvPicPr>
          <p:nvPr/>
        </p:nvPicPr>
        <p:blipFill>
          <a:blip r:embed="rId3"/>
          <a:stretch/>
        </p:blipFill>
        <p:spPr bwMode="auto">
          <a:xfrm>
            <a:off x="4442936" y="3011762"/>
            <a:ext cx="3528192" cy="170806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80">
                                          <p:stCondLst>
                                            <p:cond delay="0"/>
                                          </p:stCondLst>
                                        </p:cTn>
                                        <p:tgtEl>
                                          <p:spTgt spid="10"/>
                                        </p:tgtEl>
                                      </p:cBhvr>
                                    </p:animEffect>
                                    <p:anim calcmode="lin" valueType="num">
                                      <p:cBhvr>
                                        <p:cTn id="14"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9" dur="26">
                                          <p:stCondLst>
                                            <p:cond delay="650"/>
                                          </p:stCondLst>
                                        </p:cTn>
                                        <p:tgtEl>
                                          <p:spTgt spid="10"/>
                                        </p:tgtEl>
                                      </p:cBhvr>
                                      <p:to x="100000" y="60000"/>
                                    </p:animScale>
                                    <p:animScale>
                                      <p:cBhvr>
                                        <p:cTn id="20" dur="166" decel="50000">
                                          <p:stCondLst>
                                            <p:cond delay="676"/>
                                          </p:stCondLst>
                                        </p:cTn>
                                        <p:tgtEl>
                                          <p:spTgt spid="10"/>
                                        </p:tgtEl>
                                      </p:cBhvr>
                                      <p:to x="100000" y="100000"/>
                                    </p:animScale>
                                    <p:animScale>
                                      <p:cBhvr>
                                        <p:cTn id="21" dur="26">
                                          <p:stCondLst>
                                            <p:cond delay="1312"/>
                                          </p:stCondLst>
                                        </p:cTn>
                                        <p:tgtEl>
                                          <p:spTgt spid="10"/>
                                        </p:tgtEl>
                                      </p:cBhvr>
                                      <p:to x="100000" y="80000"/>
                                    </p:animScale>
                                    <p:animScale>
                                      <p:cBhvr>
                                        <p:cTn id="22" dur="166" decel="50000">
                                          <p:stCondLst>
                                            <p:cond delay="1338"/>
                                          </p:stCondLst>
                                        </p:cTn>
                                        <p:tgtEl>
                                          <p:spTgt spid="10"/>
                                        </p:tgtEl>
                                      </p:cBhvr>
                                      <p:to x="100000" y="100000"/>
                                    </p:animScale>
                                    <p:animScale>
                                      <p:cBhvr>
                                        <p:cTn id="23" dur="26">
                                          <p:stCondLst>
                                            <p:cond delay="1642"/>
                                          </p:stCondLst>
                                        </p:cTn>
                                        <p:tgtEl>
                                          <p:spTgt spid="10"/>
                                        </p:tgtEl>
                                      </p:cBhvr>
                                      <p:to x="100000" y="90000"/>
                                    </p:animScale>
                                    <p:animScale>
                                      <p:cBhvr>
                                        <p:cTn id="24" dur="166" decel="50000">
                                          <p:stCondLst>
                                            <p:cond delay="1668"/>
                                          </p:stCondLst>
                                        </p:cTn>
                                        <p:tgtEl>
                                          <p:spTgt spid="10"/>
                                        </p:tgtEl>
                                      </p:cBhvr>
                                      <p:to x="100000" y="100000"/>
                                    </p:animScale>
                                    <p:animScale>
                                      <p:cBhvr>
                                        <p:cTn id="25" dur="26">
                                          <p:stCondLst>
                                            <p:cond delay="1808"/>
                                          </p:stCondLst>
                                        </p:cTn>
                                        <p:tgtEl>
                                          <p:spTgt spid="10"/>
                                        </p:tgtEl>
                                      </p:cBhvr>
                                      <p:to x="100000" y="95000"/>
                                    </p:animScale>
                                    <p:animScale>
                                      <p:cBhvr>
                                        <p:cTn id="26"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GB" dirty="0"/>
              <a:t>Plagiarism</a:t>
            </a:r>
          </a:p>
        </p:txBody>
      </p:sp>
      <p:sp>
        <p:nvSpPr>
          <p:cNvPr id="4" name="Slide Number Placehold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5</a:t>
            </a:fld>
            <a:endParaRPr lang="de-DE"/>
          </a:p>
        </p:txBody>
      </p:sp>
      <p:sp>
        <p:nvSpPr>
          <p:cNvPr id="6" name="TextBox 5"/>
          <p:cNvSpPr txBox="1"/>
          <p:nvPr/>
        </p:nvSpPr>
        <p:spPr bwMode="auto">
          <a:xfrm>
            <a:off x="783261" y="1100122"/>
            <a:ext cx="7577477" cy="1477328"/>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GB" dirty="0"/>
              <a:t>Plagiarism is defined as presenting someone else’s work or ideas as your own, with or without their consent, by incorporating it into your work without full acknowledgement (University of Oxford, 2022). </a:t>
            </a:r>
          </a:p>
          <a:p>
            <a:pPr marL="285750" indent="-285750">
              <a:spcAft>
                <a:spcPts val="1200"/>
              </a:spcAft>
              <a:buFont typeface="Arial" panose="020B0604020202020204" pitchFamily="34" charset="0"/>
              <a:buChar char="•"/>
            </a:pPr>
            <a:r>
              <a:rPr lang="en-GB" dirty="0"/>
              <a:t>Besides being an academic offence, it is also considered an intellectual property offence. </a:t>
            </a:r>
          </a:p>
          <a:p>
            <a:pPr marL="285750" indent="-285750">
              <a:buFont typeface="Arial" panose="020B0604020202020204" pitchFamily="34" charset="0"/>
              <a:buChar char="•"/>
            </a:pPr>
            <a:endParaRPr lang="en-GB" dirty="0"/>
          </a:p>
        </p:txBody>
      </p:sp>
      <p:sp>
        <p:nvSpPr>
          <p:cNvPr id="7" name="TextBox 6"/>
          <p:cNvSpPr txBox="1"/>
          <p:nvPr/>
        </p:nvSpPr>
        <p:spPr bwMode="auto">
          <a:xfrm>
            <a:off x="865187" y="2684158"/>
            <a:ext cx="4707477" cy="307777"/>
          </a:xfrm>
          <a:prstGeom prst="rect">
            <a:avLst/>
          </a:prstGeom>
          <a:noFill/>
        </p:spPr>
        <p:txBody>
          <a:bodyPr wrap="square" rtlCol="0">
            <a:spAutoFit/>
          </a:bodyPr>
          <a:lstStyle/>
          <a:p>
            <a:r>
              <a:rPr lang="en-GB" b="1" dirty="0">
                <a:solidFill>
                  <a:srgbClr val="7C0E31"/>
                </a:solidFill>
              </a:rPr>
              <a:t>Types of plagiarism (University of Oxford, 2022)</a:t>
            </a:r>
          </a:p>
        </p:txBody>
      </p:sp>
      <p:sp>
        <p:nvSpPr>
          <p:cNvPr id="8" name="TextBox 7"/>
          <p:cNvSpPr txBox="1"/>
          <p:nvPr/>
        </p:nvSpPr>
        <p:spPr bwMode="auto">
          <a:xfrm>
            <a:off x="865187" y="3007592"/>
            <a:ext cx="7157327" cy="1815882"/>
          </a:xfrm>
          <a:prstGeom prst="rect">
            <a:avLst/>
          </a:prstGeom>
          <a:noFill/>
        </p:spPr>
        <p:txBody>
          <a:bodyPr wrap="square" rtlCol="0">
            <a:spAutoFit/>
          </a:bodyPr>
          <a:lstStyle/>
          <a:p>
            <a:pPr marL="285750" indent="-285750">
              <a:buFont typeface="Arial" panose="020B0604020202020204" pitchFamily="34" charset="0"/>
              <a:buChar char="•"/>
            </a:pPr>
            <a:r>
              <a:rPr lang="en-GB" dirty="0"/>
              <a:t>Verbatim (word for word) quotation without clear acknowledgement;</a:t>
            </a:r>
          </a:p>
          <a:p>
            <a:pPr marL="285750" indent="-285750">
              <a:buFont typeface="Arial" panose="020B0604020202020204" pitchFamily="34" charset="0"/>
              <a:buChar char="•"/>
            </a:pPr>
            <a:r>
              <a:rPr lang="en-GB" dirty="0"/>
              <a:t>Cutting and pasting from the Internet without clear acknowledgement;</a:t>
            </a:r>
          </a:p>
          <a:p>
            <a:pPr marL="285750" indent="-285750">
              <a:buFont typeface="Arial" panose="020B0604020202020204" pitchFamily="34" charset="0"/>
              <a:buChar char="•"/>
            </a:pPr>
            <a:r>
              <a:rPr lang="en-GB" dirty="0"/>
              <a:t>Paraphrasing;</a:t>
            </a:r>
          </a:p>
          <a:p>
            <a:pPr marL="285750" indent="-285750">
              <a:buFont typeface="Arial" panose="020B0604020202020204" pitchFamily="34" charset="0"/>
              <a:buChar char="•"/>
            </a:pPr>
            <a:r>
              <a:rPr lang="en-GB" dirty="0"/>
              <a:t>Collusion;</a:t>
            </a:r>
          </a:p>
          <a:p>
            <a:pPr marL="285750" indent="-285750">
              <a:buFont typeface="Arial" panose="020B0604020202020204" pitchFamily="34" charset="0"/>
              <a:buChar char="•"/>
            </a:pPr>
            <a:r>
              <a:rPr lang="en-GB" dirty="0"/>
              <a:t>Inaccurate citation;</a:t>
            </a:r>
          </a:p>
          <a:p>
            <a:pPr marL="285750" indent="-285750">
              <a:buFont typeface="Arial" panose="020B0604020202020204" pitchFamily="34" charset="0"/>
              <a:buChar char="•"/>
            </a:pPr>
            <a:r>
              <a:rPr lang="en-GB" dirty="0"/>
              <a:t>Failure to acknowledge assistance;</a:t>
            </a:r>
          </a:p>
          <a:p>
            <a:pPr marL="285750" indent="-285750">
              <a:buFont typeface="Arial" panose="020B0604020202020204" pitchFamily="34" charset="0"/>
              <a:buChar char="•"/>
            </a:pPr>
            <a:r>
              <a:rPr lang="en-GB" dirty="0"/>
              <a:t>Use of material written by professional agencies or other persons;</a:t>
            </a:r>
          </a:p>
          <a:p>
            <a:pPr marL="285750" indent="-285750">
              <a:buFont typeface="Arial" panose="020B0604020202020204" pitchFamily="34" charset="0"/>
              <a:buChar char="•"/>
            </a:pPr>
            <a:r>
              <a:rPr lang="en-GB" dirty="0"/>
              <a:t>Auto-plagiarism.</a:t>
            </a:r>
          </a:p>
        </p:txBody>
      </p:sp>
      <p:pic>
        <p:nvPicPr>
          <p:cNvPr id="3" name="Picture 2" descr="Icon&#10;&#10;Description automatically generated">
            <a:extLst>
              <a:ext uri="{FF2B5EF4-FFF2-40B4-BE49-F238E27FC236}">
                <a16:creationId xmlns:a16="http://schemas.microsoft.com/office/drawing/2014/main" id="{0D001D47-564E-29FC-7180-9A9D899BA917}"/>
              </a:ext>
            </a:extLst>
          </p:cNvPr>
          <p:cNvPicPr>
            <a:picLocks noChangeAspect="1"/>
          </p:cNvPicPr>
          <p:nvPr/>
        </p:nvPicPr>
        <p:blipFill>
          <a:blip r:embed="rId3"/>
          <a:stretch>
            <a:fillRect/>
          </a:stretch>
        </p:blipFill>
        <p:spPr>
          <a:xfrm>
            <a:off x="6772454" y="3007592"/>
            <a:ext cx="1730729" cy="1730729"/>
          </a:xfrm>
          <a:prstGeom prst="rect">
            <a:avLst/>
          </a:prstGeom>
        </p:spPr>
      </p:pic>
      <p:sp>
        <p:nvSpPr>
          <p:cNvPr id="5" name="TextBox 4">
            <a:extLst>
              <a:ext uri="{FF2B5EF4-FFF2-40B4-BE49-F238E27FC236}">
                <a16:creationId xmlns:a16="http://schemas.microsoft.com/office/drawing/2014/main" id="{3FBCF54B-58FF-6AC2-4365-5CDB3066B180}"/>
              </a:ext>
            </a:extLst>
          </p:cNvPr>
          <p:cNvSpPr txBox="1"/>
          <p:nvPr/>
        </p:nvSpPr>
        <p:spPr>
          <a:xfrm>
            <a:off x="6857194" y="3140779"/>
            <a:ext cx="1645989" cy="1169551"/>
          </a:xfrm>
          <a:prstGeom prst="rect">
            <a:avLst/>
          </a:prstGeom>
          <a:noFill/>
        </p:spPr>
        <p:txBody>
          <a:bodyPr wrap="square" rtlCol="0">
            <a:spAutoFit/>
          </a:bodyPr>
          <a:lstStyle/>
          <a:p>
            <a:r>
              <a:rPr lang="en-GB" b="1" dirty="0">
                <a:latin typeface="Bradley Hand ITC" panose="03070402050302030203" pitchFamily="66" charset="0"/>
              </a:rPr>
              <a:t>Check </a:t>
            </a:r>
            <a:r>
              <a:rPr lang="en-GB" b="1" dirty="0">
                <a:latin typeface="Bradley Hand ITC" panose="03070402050302030203" pitchFamily="66" charset="0"/>
                <a:hlinkClick r:id="rId4"/>
              </a:rPr>
              <a:t>University of Oxford </a:t>
            </a:r>
            <a:r>
              <a:rPr lang="en-GB" b="1" dirty="0">
                <a:latin typeface="Bradley Hand ITC" panose="03070402050302030203" pitchFamily="66" charset="0"/>
              </a:rPr>
              <a:t>for detailed explanation on each type.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de-DE" dirty="0" err="1"/>
              <a:t>How</a:t>
            </a:r>
            <a:r>
              <a:rPr lang="de-DE" dirty="0"/>
              <a:t> </a:t>
            </a:r>
            <a:r>
              <a:rPr lang="de-DE" dirty="0" err="1"/>
              <a:t>to</a:t>
            </a:r>
            <a:r>
              <a:rPr lang="de-DE" dirty="0"/>
              <a:t> </a:t>
            </a:r>
            <a:r>
              <a:rPr lang="de-DE" dirty="0" err="1"/>
              <a:t>cite</a:t>
            </a:r>
            <a:r>
              <a:rPr lang="de-DE" dirty="0"/>
              <a:t> </a:t>
            </a:r>
            <a:r>
              <a:rPr lang="de-DE" dirty="0" err="1"/>
              <a:t>correctly</a:t>
            </a:r>
            <a:r>
              <a:rPr lang="de-DE" dirty="0"/>
              <a:t>?</a:t>
            </a:r>
          </a:p>
        </p:txBody>
      </p:sp>
      <p:sp>
        <p:nvSpPr>
          <p:cNvPr id="4" name="Slide Number Placehold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6</a:t>
            </a:fld>
            <a:endParaRPr lang="de-DE"/>
          </a:p>
        </p:txBody>
      </p:sp>
      <p:sp>
        <p:nvSpPr>
          <p:cNvPr id="6" name="TextBox 5"/>
          <p:cNvSpPr txBox="1"/>
          <p:nvPr/>
        </p:nvSpPr>
        <p:spPr bwMode="auto">
          <a:xfrm>
            <a:off x="940525" y="1402199"/>
            <a:ext cx="7262949" cy="2339102"/>
          </a:xfrm>
          <a:prstGeom prst="rect">
            <a:avLst/>
          </a:prstGeom>
          <a:noFill/>
        </p:spPr>
        <p:txBody>
          <a:bodyPr wrap="square" rtlCol="0">
            <a:spAutoFit/>
          </a:bodyPr>
          <a:lstStyle/>
          <a:p>
            <a:pPr marL="285750" indent="-285750">
              <a:spcAft>
                <a:spcPts val="1200"/>
              </a:spcAft>
              <a:buFont typeface="Arial"/>
              <a:buChar char="•"/>
              <a:defRPr/>
            </a:pPr>
            <a:r>
              <a:rPr lang="de-DE" sz="1800" dirty="0" err="1"/>
              <a:t>If</a:t>
            </a:r>
            <a:r>
              <a:rPr lang="de-DE" sz="1800" dirty="0"/>
              <a:t> </a:t>
            </a:r>
            <a:r>
              <a:rPr lang="de-DE" sz="1800" dirty="0" err="1"/>
              <a:t>you</a:t>
            </a:r>
            <a:r>
              <a:rPr lang="de-DE" sz="1800" dirty="0"/>
              <a:t> </a:t>
            </a:r>
            <a:r>
              <a:rPr lang="de-DE" sz="1800" dirty="0" err="1"/>
              <a:t>refer</a:t>
            </a:r>
            <a:r>
              <a:rPr lang="de-DE" sz="1800" dirty="0"/>
              <a:t> </a:t>
            </a:r>
            <a:r>
              <a:rPr lang="de-DE" sz="1800" dirty="0" err="1"/>
              <a:t>to</a:t>
            </a:r>
            <a:r>
              <a:rPr lang="de-DE" sz="1800" dirty="0"/>
              <a:t> </a:t>
            </a:r>
            <a:r>
              <a:rPr lang="de-DE" sz="1800" dirty="0" err="1"/>
              <a:t>the</a:t>
            </a:r>
            <a:r>
              <a:rPr lang="de-DE" sz="1800" dirty="0"/>
              <a:t> </a:t>
            </a:r>
            <a:r>
              <a:rPr lang="de-DE" sz="1800" dirty="0" err="1"/>
              <a:t>work</a:t>
            </a:r>
            <a:r>
              <a:rPr lang="de-DE" sz="1800" dirty="0"/>
              <a:t> </a:t>
            </a:r>
            <a:r>
              <a:rPr lang="de-DE" sz="1800" dirty="0" err="1"/>
              <a:t>of</a:t>
            </a:r>
            <a:r>
              <a:rPr lang="de-DE" sz="1800" dirty="0"/>
              <a:t> </a:t>
            </a:r>
            <a:r>
              <a:rPr lang="de-DE" sz="1800" dirty="0" err="1"/>
              <a:t>another</a:t>
            </a:r>
            <a:r>
              <a:rPr lang="de-DE" sz="1800" dirty="0"/>
              <a:t> </a:t>
            </a:r>
            <a:r>
              <a:rPr lang="de-DE" sz="1800" dirty="0" err="1"/>
              <a:t>person</a:t>
            </a:r>
            <a:r>
              <a:rPr lang="de-DE" sz="1800" dirty="0"/>
              <a:t>, </a:t>
            </a:r>
            <a:r>
              <a:rPr lang="de-DE" sz="1800" dirty="0" err="1"/>
              <a:t>you</a:t>
            </a:r>
            <a:r>
              <a:rPr lang="de-DE" sz="1800" dirty="0"/>
              <a:t> </a:t>
            </a:r>
            <a:r>
              <a:rPr lang="de-DE" sz="1800" dirty="0" err="1"/>
              <a:t>should</a:t>
            </a:r>
            <a:r>
              <a:rPr lang="de-DE" sz="1800" dirty="0"/>
              <a:t> </a:t>
            </a:r>
            <a:r>
              <a:rPr lang="de-DE" sz="1800" dirty="0" err="1"/>
              <a:t>generally</a:t>
            </a:r>
            <a:r>
              <a:rPr lang="de-DE" sz="1800" dirty="0"/>
              <a:t> </a:t>
            </a:r>
            <a:r>
              <a:rPr lang="de-DE" sz="1800" dirty="0" err="1"/>
              <a:t>provide</a:t>
            </a:r>
            <a:r>
              <a:rPr lang="de-DE" sz="1800" dirty="0"/>
              <a:t> a </a:t>
            </a:r>
            <a:r>
              <a:rPr lang="de-DE" sz="1800" dirty="0" err="1"/>
              <a:t>citation</a:t>
            </a:r>
            <a:r>
              <a:rPr lang="de-DE" sz="1800" dirty="0"/>
              <a:t> in </a:t>
            </a:r>
            <a:r>
              <a:rPr lang="de-DE" sz="1800" dirty="0" err="1"/>
              <a:t>the</a:t>
            </a:r>
            <a:r>
              <a:rPr lang="de-DE" sz="1800" dirty="0"/>
              <a:t> </a:t>
            </a:r>
            <a:r>
              <a:rPr lang="de-DE" sz="1800" dirty="0" err="1"/>
              <a:t>text</a:t>
            </a:r>
            <a:r>
              <a:rPr lang="de-DE" sz="1800" dirty="0"/>
              <a:t> and a </a:t>
            </a:r>
            <a:r>
              <a:rPr lang="de-DE" sz="1800" dirty="0" err="1"/>
              <a:t>complete</a:t>
            </a:r>
            <a:r>
              <a:rPr lang="de-DE" sz="1800" dirty="0"/>
              <a:t> </a:t>
            </a:r>
            <a:r>
              <a:rPr lang="de-DE" sz="1800" dirty="0" err="1"/>
              <a:t>list</a:t>
            </a:r>
            <a:r>
              <a:rPr lang="de-DE" sz="1800" dirty="0"/>
              <a:t> </a:t>
            </a:r>
            <a:r>
              <a:rPr lang="de-DE" sz="1800" dirty="0" err="1"/>
              <a:t>of</a:t>
            </a:r>
            <a:r>
              <a:rPr lang="de-DE" sz="1800" dirty="0"/>
              <a:t> </a:t>
            </a:r>
            <a:r>
              <a:rPr lang="de-DE" sz="1800" dirty="0" err="1"/>
              <a:t>sources</a:t>
            </a:r>
            <a:r>
              <a:rPr lang="de-DE" sz="1800" dirty="0"/>
              <a:t> at </a:t>
            </a:r>
            <a:r>
              <a:rPr lang="de-DE" sz="1800" dirty="0" err="1"/>
              <a:t>the</a:t>
            </a:r>
            <a:r>
              <a:rPr lang="de-DE" sz="1800" dirty="0"/>
              <a:t> end </a:t>
            </a:r>
            <a:r>
              <a:rPr lang="de-DE" sz="1800" dirty="0" err="1"/>
              <a:t>of</a:t>
            </a:r>
            <a:r>
              <a:rPr lang="de-DE" sz="1800" dirty="0"/>
              <a:t> </a:t>
            </a:r>
            <a:r>
              <a:rPr lang="de-DE" sz="1800" dirty="0" err="1"/>
              <a:t>the</a:t>
            </a:r>
            <a:r>
              <a:rPr lang="de-DE" sz="1800" dirty="0"/>
              <a:t> </a:t>
            </a:r>
            <a:r>
              <a:rPr lang="de-DE" sz="1800" dirty="0" err="1"/>
              <a:t>work</a:t>
            </a:r>
            <a:r>
              <a:rPr lang="de-DE" sz="1800" dirty="0"/>
              <a:t>. </a:t>
            </a:r>
          </a:p>
          <a:p>
            <a:pPr marL="285750" indent="-285750">
              <a:spcAft>
                <a:spcPts val="1200"/>
              </a:spcAft>
              <a:buFont typeface="Arial"/>
              <a:buChar char="•"/>
              <a:defRPr/>
            </a:pPr>
            <a:r>
              <a:rPr lang="de-DE" sz="1800" dirty="0"/>
              <a:t>The </a:t>
            </a:r>
            <a:r>
              <a:rPr lang="de-DE" sz="1800" dirty="0" err="1"/>
              <a:t>format</a:t>
            </a:r>
            <a:r>
              <a:rPr lang="de-DE" sz="1800" dirty="0"/>
              <a:t> </a:t>
            </a:r>
            <a:r>
              <a:rPr lang="de-DE" sz="1800" dirty="0" err="1"/>
              <a:t>of</a:t>
            </a:r>
            <a:r>
              <a:rPr lang="de-DE" sz="1800" dirty="0"/>
              <a:t> in-text </a:t>
            </a:r>
            <a:r>
              <a:rPr lang="de-DE" sz="1800" dirty="0" err="1"/>
              <a:t>citations</a:t>
            </a:r>
            <a:r>
              <a:rPr lang="de-DE" sz="1800" dirty="0"/>
              <a:t> and </a:t>
            </a:r>
            <a:r>
              <a:rPr lang="de-DE" sz="1800" dirty="0" err="1"/>
              <a:t>references</a:t>
            </a:r>
            <a:r>
              <a:rPr lang="de-DE" sz="1800" dirty="0"/>
              <a:t> </a:t>
            </a:r>
            <a:r>
              <a:rPr lang="de-DE" sz="1800" dirty="0" err="1"/>
              <a:t>depends</a:t>
            </a:r>
            <a:r>
              <a:rPr lang="de-DE" sz="1800" dirty="0"/>
              <a:t> on </a:t>
            </a:r>
            <a:r>
              <a:rPr lang="de-DE" sz="1800" dirty="0" err="1"/>
              <a:t>the</a:t>
            </a:r>
            <a:r>
              <a:rPr lang="de-DE" sz="1800" dirty="0"/>
              <a:t> </a:t>
            </a:r>
            <a:r>
              <a:rPr lang="de-DE" sz="1800" dirty="0" err="1"/>
              <a:t>citation</a:t>
            </a:r>
            <a:r>
              <a:rPr lang="de-DE" sz="1800" dirty="0"/>
              <a:t> style </a:t>
            </a:r>
            <a:r>
              <a:rPr lang="de-DE" sz="1800" dirty="0" err="1"/>
              <a:t>used</a:t>
            </a:r>
            <a:r>
              <a:rPr lang="de-DE" sz="1800" dirty="0"/>
              <a:t>. </a:t>
            </a:r>
          </a:p>
          <a:p>
            <a:pPr marL="285750" indent="-285750">
              <a:spcAft>
                <a:spcPts val="1200"/>
              </a:spcAft>
              <a:buFont typeface="Arial"/>
              <a:buChar char="•"/>
              <a:defRPr/>
            </a:pPr>
            <a:r>
              <a:rPr lang="de-DE" sz="1800" dirty="0" err="1"/>
              <a:t>Essentially</a:t>
            </a:r>
            <a:r>
              <a:rPr lang="de-DE" sz="1800" dirty="0"/>
              <a:t>, a </a:t>
            </a:r>
            <a:r>
              <a:rPr lang="de-DE" sz="1800" dirty="0" err="1"/>
              <a:t>distinction</a:t>
            </a:r>
            <a:r>
              <a:rPr lang="de-DE" sz="1800" dirty="0"/>
              <a:t> </a:t>
            </a:r>
            <a:r>
              <a:rPr lang="de-DE" sz="1800" dirty="0" err="1"/>
              <a:t>is</a:t>
            </a:r>
            <a:r>
              <a:rPr lang="de-DE" sz="1800" dirty="0"/>
              <a:t> </a:t>
            </a:r>
            <a:r>
              <a:rPr lang="de-DE" sz="1800" dirty="0" err="1"/>
              <a:t>made</a:t>
            </a:r>
            <a:r>
              <a:rPr lang="de-DE" sz="1800" dirty="0"/>
              <a:t> </a:t>
            </a:r>
            <a:r>
              <a:rPr lang="de-DE" sz="1800" dirty="0" err="1"/>
              <a:t>between</a:t>
            </a:r>
            <a:r>
              <a:rPr lang="de-DE" sz="1800" dirty="0"/>
              <a:t> in-text </a:t>
            </a:r>
            <a:r>
              <a:rPr lang="de-DE" sz="1800" dirty="0" err="1"/>
              <a:t>citations</a:t>
            </a:r>
            <a:r>
              <a:rPr lang="de-DE" sz="1800" dirty="0"/>
              <a:t> in </a:t>
            </a:r>
            <a:r>
              <a:rPr lang="de-DE" sz="1800" dirty="0" err="1"/>
              <a:t>brackets</a:t>
            </a:r>
            <a:r>
              <a:rPr lang="de-DE" sz="1800" dirty="0"/>
              <a:t> and </a:t>
            </a:r>
            <a:r>
              <a:rPr lang="de-DE" sz="1800" dirty="0" err="1"/>
              <a:t>footnotes</a:t>
            </a:r>
            <a:endParaRPr lang="de-DE"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de-DE" dirty="0" err="1"/>
              <a:t>How</a:t>
            </a:r>
            <a:r>
              <a:rPr lang="de-DE" dirty="0"/>
              <a:t> </a:t>
            </a:r>
            <a:r>
              <a:rPr lang="de-DE" dirty="0" err="1"/>
              <a:t>to</a:t>
            </a:r>
            <a:r>
              <a:rPr lang="de-DE" dirty="0"/>
              <a:t> </a:t>
            </a:r>
            <a:r>
              <a:rPr lang="de-DE" dirty="0" err="1"/>
              <a:t>cite</a:t>
            </a:r>
            <a:r>
              <a:rPr lang="de-DE" dirty="0"/>
              <a:t> </a:t>
            </a:r>
            <a:r>
              <a:rPr lang="de-DE" dirty="0" err="1"/>
              <a:t>correctly</a:t>
            </a:r>
            <a:r>
              <a:rPr lang="de-DE" dirty="0"/>
              <a:t>?</a:t>
            </a:r>
            <a:endParaRPr lang="en-GB" dirty="0"/>
          </a:p>
        </p:txBody>
      </p:sp>
      <p:sp>
        <p:nvSpPr>
          <p:cNvPr id="3" name="Slide Number Placeholder 3">
            <a:extLst>
              <a:ext uri="{FF2B5EF4-FFF2-40B4-BE49-F238E27FC236}">
                <a16:creationId xmlns:a16="http://schemas.microsoft.com/office/drawing/2014/main" id="{7A0FCBF6-11E0-AB32-BA53-5139FAE95985}"/>
              </a:ext>
            </a:extLst>
          </p:cNvPr>
          <p:cNvSpPr txBox="1">
            <a:spLocks/>
          </p:cNvSpPr>
          <p:nvPr/>
        </p:nvSpPr>
        <p:spPr>
          <a:xfrm>
            <a:off x="8634674" y="4823540"/>
            <a:ext cx="548700" cy="393600"/>
          </a:xfrm>
          <a:prstGeom prst="rect">
            <a:avLst/>
          </a:prstGeom>
        </p:spPr>
        <p:txBody>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fld id="{00000000-1234-1234-1234-123412341234}" type="slidenum">
              <a:rPr lang="de-DE" smtClean="0"/>
              <a:pPr/>
              <a:t>7</a:t>
            </a:fld>
            <a:endParaRPr lang="de-DE" dirty="0"/>
          </a:p>
        </p:txBody>
      </p:sp>
      <p:sp>
        <p:nvSpPr>
          <p:cNvPr id="5" name="TextBox 4">
            <a:extLst>
              <a:ext uri="{FF2B5EF4-FFF2-40B4-BE49-F238E27FC236}">
                <a16:creationId xmlns:a16="http://schemas.microsoft.com/office/drawing/2014/main" id="{366A9469-A65D-8A2E-835F-B0E89FDA54C0}"/>
              </a:ext>
            </a:extLst>
          </p:cNvPr>
          <p:cNvSpPr txBox="1"/>
          <p:nvPr/>
        </p:nvSpPr>
        <p:spPr>
          <a:xfrm>
            <a:off x="165449" y="1047218"/>
            <a:ext cx="5482046" cy="769441"/>
          </a:xfrm>
          <a:prstGeom prst="rect">
            <a:avLst/>
          </a:prstGeom>
          <a:noFill/>
        </p:spPr>
        <p:txBody>
          <a:bodyPr wrap="square" rtlCol="0">
            <a:spAutoFit/>
          </a:bodyPr>
          <a:lstStyle/>
          <a:p>
            <a:pPr algn="ctr"/>
            <a:r>
              <a:rPr lang="en-GB" sz="1600" b="1" dirty="0">
                <a:solidFill>
                  <a:srgbClr val="7C0E31"/>
                </a:solidFill>
              </a:rPr>
              <a:t>APA 7</a:t>
            </a:r>
            <a:r>
              <a:rPr lang="en-GB" sz="1600" b="1" baseline="30000" dirty="0">
                <a:solidFill>
                  <a:srgbClr val="7C0E31"/>
                </a:solidFill>
              </a:rPr>
              <a:t>th</a:t>
            </a:r>
            <a:r>
              <a:rPr lang="en-GB" sz="1600" b="1" dirty="0">
                <a:solidFill>
                  <a:srgbClr val="7C0E31"/>
                </a:solidFill>
              </a:rPr>
              <a:t> Edition examples</a:t>
            </a:r>
          </a:p>
          <a:p>
            <a:pPr algn="ctr"/>
            <a:endParaRPr lang="en-GB" b="1" dirty="0">
              <a:solidFill>
                <a:srgbClr val="7C0E31"/>
              </a:solidFill>
            </a:endParaRPr>
          </a:p>
          <a:p>
            <a:pPr algn="ctr"/>
            <a:r>
              <a:rPr lang="en-GB" b="1" dirty="0">
                <a:solidFill>
                  <a:srgbClr val="7C0E31"/>
                </a:solidFill>
              </a:rPr>
              <a:t>In-text Citation vs Reference entry </a:t>
            </a:r>
          </a:p>
        </p:txBody>
      </p:sp>
      <p:pic>
        <p:nvPicPr>
          <p:cNvPr id="7" name="Picture 6">
            <a:extLst>
              <a:ext uri="{FF2B5EF4-FFF2-40B4-BE49-F238E27FC236}">
                <a16:creationId xmlns:a16="http://schemas.microsoft.com/office/drawing/2014/main" id="{A147E755-94CE-5B7E-3100-F52A2BFFEDBB}"/>
              </a:ext>
            </a:extLst>
          </p:cNvPr>
          <p:cNvPicPr>
            <a:picLocks noChangeAspect="1"/>
          </p:cNvPicPr>
          <p:nvPr/>
        </p:nvPicPr>
        <p:blipFill>
          <a:blip r:embed="rId3"/>
          <a:stretch>
            <a:fillRect/>
          </a:stretch>
        </p:blipFill>
        <p:spPr>
          <a:xfrm>
            <a:off x="392947" y="3230985"/>
            <a:ext cx="4751729" cy="1115722"/>
          </a:xfrm>
          <a:prstGeom prst="rect">
            <a:avLst/>
          </a:prstGeom>
        </p:spPr>
      </p:pic>
      <p:sp>
        <p:nvSpPr>
          <p:cNvPr id="10" name="TextBox 9">
            <a:extLst>
              <a:ext uri="{FF2B5EF4-FFF2-40B4-BE49-F238E27FC236}">
                <a16:creationId xmlns:a16="http://schemas.microsoft.com/office/drawing/2014/main" id="{113DE18C-A485-1ADB-9867-5ECFCDF9D1DF}"/>
              </a:ext>
            </a:extLst>
          </p:cNvPr>
          <p:cNvSpPr txBox="1"/>
          <p:nvPr/>
        </p:nvSpPr>
        <p:spPr>
          <a:xfrm>
            <a:off x="622148" y="4342696"/>
            <a:ext cx="4293326" cy="246221"/>
          </a:xfrm>
          <a:prstGeom prst="rect">
            <a:avLst/>
          </a:prstGeom>
          <a:noFill/>
        </p:spPr>
        <p:txBody>
          <a:bodyPr wrap="square" rtlCol="0">
            <a:spAutoFit/>
          </a:bodyPr>
          <a:lstStyle/>
          <a:p>
            <a:r>
              <a:rPr lang="en-GB" sz="1000" dirty="0"/>
              <a:t>Image source: https://www.scribbr.com/citing-sources/citation-styles/</a:t>
            </a:r>
          </a:p>
        </p:txBody>
      </p:sp>
      <p:pic>
        <p:nvPicPr>
          <p:cNvPr id="11" name="Picture 10">
            <a:extLst>
              <a:ext uri="{FF2B5EF4-FFF2-40B4-BE49-F238E27FC236}">
                <a16:creationId xmlns:a16="http://schemas.microsoft.com/office/drawing/2014/main" id="{9CB59575-F483-3E74-99B4-36903244A842}"/>
              </a:ext>
            </a:extLst>
          </p:cNvPr>
          <p:cNvPicPr>
            <a:picLocks noChangeAspect="1"/>
          </p:cNvPicPr>
          <p:nvPr/>
        </p:nvPicPr>
        <p:blipFill>
          <a:blip r:embed="rId4"/>
          <a:stretch>
            <a:fillRect/>
          </a:stretch>
        </p:blipFill>
        <p:spPr>
          <a:xfrm>
            <a:off x="3894307" y="1847306"/>
            <a:ext cx="4751728" cy="1209221"/>
          </a:xfrm>
          <a:prstGeom prst="rect">
            <a:avLst/>
          </a:prstGeom>
        </p:spPr>
      </p:pic>
      <p:pic>
        <p:nvPicPr>
          <p:cNvPr id="17" name="Picture 16" descr="Icon&#10;&#10;Description automatically generated">
            <a:extLst>
              <a:ext uri="{FF2B5EF4-FFF2-40B4-BE49-F238E27FC236}">
                <a16:creationId xmlns:a16="http://schemas.microsoft.com/office/drawing/2014/main" id="{73F9BA0D-0988-DDCF-175D-F7608E325385}"/>
              </a:ext>
            </a:extLst>
          </p:cNvPr>
          <p:cNvPicPr>
            <a:picLocks noChangeAspect="1"/>
          </p:cNvPicPr>
          <p:nvPr/>
        </p:nvPicPr>
        <p:blipFill>
          <a:blip r:embed="rId5"/>
          <a:stretch>
            <a:fillRect/>
          </a:stretch>
        </p:blipFill>
        <p:spPr>
          <a:xfrm rot="689338">
            <a:off x="5639295" y="3205980"/>
            <a:ext cx="1771354" cy="1771354"/>
          </a:xfrm>
          <a:prstGeom prst="rect">
            <a:avLst/>
          </a:prstGeom>
        </p:spPr>
      </p:pic>
      <p:sp>
        <p:nvSpPr>
          <p:cNvPr id="19" name="TextBox 18">
            <a:extLst>
              <a:ext uri="{FF2B5EF4-FFF2-40B4-BE49-F238E27FC236}">
                <a16:creationId xmlns:a16="http://schemas.microsoft.com/office/drawing/2014/main" id="{922CB497-6F67-68EF-ECEC-3967521C30F6}"/>
              </a:ext>
            </a:extLst>
          </p:cNvPr>
          <p:cNvSpPr txBox="1"/>
          <p:nvPr/>
        </p:nvSpPr>
        <p:spPr>
          <a:xfrm>
            <a:off x="6036630" y="1730579"/>
            <a:ext cx="3339723" cy="230832"/>
          </a:xfrm>
          <a:prstGeom prst="rect">
            <a:avLst/>
          </a:prstGeom>
          <a:noFill/>
        </p:spPr>
        <p:txBody>
          <a:bodyPr wrap="square" rtlCol="0">
            <a:spAutoFit/>
          </a:bodyPr>
          <a:lstStyle/>
          <a:p>
            <a:r>
              <a:rPr lang="en-GB" sz="900" dirty="0"/>
              <a:t>Image source: https://www.scribbr.com/category/apa-style/</a:t>
            </a:r>
          </a:p>
        </p:txBody>
      </p:sp>
      <p:sp>
        <p:nvSpPr>
          <p:cNvPr id="20" name="TextBox 19">
            <a:extLst>
              <a:ext uri="{FF2B5EF4-FFF2-40B4-BE49-F238E27FC236}">
                <a16:creationId xmlns:a16="http://schemas.microsoft.com/office/drawing/2014/main" id="{4D19EF3A-38C3-7772-81D5-BF08146B7049}"/>
              </a:ext>
            </a:extLst>
          </p:cNvPr>
          <p:cNvSpPr txBox="1"/>
          <p:nvPr/>
        </p:nvSpPr>
        <p:spPr>
          <a:xfrm rot="542335">
            <a:off x="5701017" y="3226876"/>
            <a:ext cx="1645989" cy="1277273"/>
          </a:xfrm>
          <a:prstGeom prst="rect">
            <a:avLst/>
          </a:prstGeom>
          <a:noFill/>
        </p:spPr>
        <p:txBody>
          <a:bodyPr wrap="square" rtlCol="0">
            <a:spAutoFit/>
          </a:bodyPr>
          <a:lstStyle/>
          <a:p>
            <a:r>
              <a:rPr lang="en-GB" sz="1050" b="1" dirty="0">
                <a:latin typeface="Bradley Hand ITC" panose="03070402050302030203" pitchFamily="66" charset="0"/>
              </a:rPr>
              <a:t>Tip:</a:t>
            </a:r>
          </a:p>
          <a:p>
            <a:r>
              <a:rPr lang="en-GB" sz="1050" b="1" dirty="0">
                <a:latin typeface="Bradley Hand ITC" panose="03070402050302030203" pitchFamily="66" charset="0"/>
              </a:rPr>
              <a:t>Try out different citation entries on </a:t>
            </a:r>
            <a:r>
              <a:rPr lang="en-GB" sz="1050" b="1" dirty="0" err="1">
                <a:latin typeface="Bradley Hand ITC" panose="03070402050302030203" pitchFamily="66" charset="0"/>
                <a:hlinkClick r:id="rId6"/>
              </a:rPr>
              <a:t>Scribbr</a:t>
            </a:r>
            <a:r>
              <a:rPr lang="en-GB" sz="1050" b="1" dirty="0">
                <a:latin typeface="Bradley Hand ITC" panose="03070402050302030203" pitchFamily="66" charset="0"/>
              </a:rPr>
              <a:t> webpage. It will provide you with different examples depending on the options you choose</a:t>
            </a:r>
            <a:r>
              <a:rPr lang="en-GB" b="1" dirty="0">
                <a:latin typeface="Bradley Hand ITC" panose="03070402050302030203" pitchFamily="66" charset="0"/>
              </a:rPr>
              <a:t>.</a:t>
            </a:r>
          </a:p>
        </p:txBody>
      </p:sp>
      <p:pic>
        <p:nvPicPr>
          <p:cNvPr id="21" name="Graphic 20" descr="Line arrow: Clockwise curve outline">
            <a:extLst>
              <a:ext uri="{FF2B5EF4-FFF2-40B4-BE49-F238E27FC236}">
                <a16:creationId xmlns:a16="http://schemas.microsoft.com/office/drawing/2014/main" id="{E1D67DB9-4E9D-C4F2-63D5-698270241BD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20717079">
            <a:off x="4437724" y="2532831"/>
            <a:ext cx="1289602" cy="128960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de-DE" dirty="0" err="1"/>
              <a:t>How</a:t>
            </a:r>
            <a:r>
              <a:rPr lang="de-DE" dirty="0"/>
              <a:t> </a:t>
            </a:r>
            <a:r>
              <a:rPr lang="de-DE" dirty="0" err="1"/>
              <a:t>to</a:t>
            </a:r>
            <a:r>
              <a:rPr lang="de-DE" dirty="0"/>
              <a:t> </a:t>
            </a:r>
            <a:r>
              <a:rPr lang="de-DE" dirty="0" err="1"/>
              <a:t>cite</a:t>
            </a:r>
            <a:r>
              <a:rPr lang="de-DE" dirty="0"/>
              <a:t> </a:t>
            </a:r>
            <a:r>
              <a:rPr lang="de-DE" dirty="0" err="1"/>
              <a:t>correctly</a:t>
            </a:r>
            <a:r>
              <a:rPr lang="de-DE" dirty="0"/>
              <a:t>?</a:t>
            </a:r>
            <a:endParaRPr lang="en-GB" dirty="0"/>
          </a:p>
        </p:txBody>
      </p:sp>
      <p:sp>
        <p:nvSpPr>
          <p:cNvPr id="3" name="Slide Number Placeholder 3">
            <a:extLst>
              <a:ext uri="{FF2B5EF4-FFF2-40B4-BE49-F238E27FC236}">
                <a16:creationId xmlns:a16="http://schemas.microsoft.com/office/drawing/2014/main" id="{A91AE3CC-5D76-D260-B980-8BF1D4FD2C36}"/>
              </a:ext>
            </a:extLst>
          </p:cNvPr>
          <p:cNvSpPr txBox="1">
            <a:spLocks/>
          </p:cNvSpPr>
          <p:nvPr/>
        </p:nvSpPr>
        <p:spPr>
          <a:xfrm>
            <a:off x="8634674" y="4823540"/>
            <a:ext cx="548700" cy="393600"/>
          </a:xfrm>
          <a:prstGeom prst="rect">
            <a:avLst/>
          </a:prstGeom>
        </p:spPr>
        <p:txBody>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fld id="{00000000-1234-1234-1234-123412341234}" type="slidenum">
              <a:rPr lang="de-DE" smtClean="0"/>
              <a:pPr/>
              <a:t>8</a:t>
            </a:fld>
            <a:endParaRPr lang="de-DE" dirty="0"/>
          </a:p>
        </p:txBody>
      </p:sp>
      <p:sp>
        <p:nvSpPr>
          <p:cNvPr id="5" name="TextBox 4">
            <a:extLst>
              <a:ext uri="{FF2B5EF4-FFF2-40B4-BE49-F238E27FC236}">
                <a16:creationId xmlns:a16="http://schemas.microsoft.com/office/drawing/2014/main" id="{0BF08524-DB84-800C-A027-9E33DF303DE4}"/>
              </a:ext>
            </a:extLst>
          </p:cNvPr>
          <p:cNvSpPr txBox="1"/>
          <p:nvPr/>
        </p:nvSpPr>
        <p:spPr>
          <a:xfrm>
            <a:off x="2442769" y="1080943"/>
            <a:ext cx="4593770" cy="338554"/>
          </a:xfrm>
          <a:prstGeom prst="rect">
            <a:avLst/>
          </a:prstGeom>
          <a:noFill/>
        </p:spPr>
        <p:txBody>
          <a:bodyPr wrap="square">
            <a:spAutoFit/>
          </a:bodyPr>
          <a:lstStyle/>
          <a:p>
            <a:pPr algn="ctr"/>
            <a:r>
              <a:rPr lang="en-GB" sz="1600" b="1" dirty="0">
                <a:solidFill>
                  <a:srgbClr val="7C0E31"/>
                </a:solidFill>
              </a:rPr>
              <a:t>APA 7</a:t>
            </a:r>
            <a:r>
              <a:rPr lang="en-GB" sz="1600" b="1" baseline="30000" dirty="0">
                <a:solidFill>
                  <a:srgbClr val="7C0E31"/>
                </a:solidFill>
              </a:rPr>
              <a:t>th</a:t>
            </a:r>
            <a:r>
              <a:rPr lang="en-GB" sz="1600" b="1" dirty="0">
                <a:solidFill>
                  <a:srgbClr val="7C0E31"/>
                </a:solidFill>
              </a:rPr>
              <a:t> Edition examples</a:t>
            </a:r>
          </a:p>
        </p:txBody>
      </p:sp>
      <p:sp>
        <p:nvSpPr>
          <p:cNvPr id="9" name="TextBox 8">
            <a:extLst>
              <a:ext uri="{FF2B5EF4-FFF2-40B4-BE49-F238E27FC236}">
                <a16:creationId xmlns:a16="http://schemas.microsoft.com/office/drawing/2014/main" id="{3572145E-1613-FCC4-AB4C-0E42B18AE160}"/>
              </a:ext>
            </a:extLst>
          </p:cNvPr>
          <p:cNvSpPr txBox="1"/>
          <p:nvPr/>
        </p:nvSpPr>
        <p:spPr>
          <a:xfrm>
            <a:off x="795772" y="1755878"/>
            <a:ext cx="3766443" cy="307777"/>
          </a:xfrm>
          <a:prstGeom prst="rect">
            <a:avLst/>
          </a:prstGeom>
          <a:noFill/>
        </p:spPr>
        <p:txBody>
          <a:bodyPr wrap="square" rtlCol="0">
            <a:spAutoFit/>
          </a:bodyPr>
          <a:lstStyle/>
          <a:p>
            <a:r>
              <a:rPr lang="en-GB" b="1" dirty="0">
                <a:solidFill>
                  <a:srgbClr val="7E0D31"/>
                </a:solidFill>
              </a:rPr>
              <a:t>Parenthetical citation vs Narrative citation</a:t>
            </a:r>
          </a:p>
        </p:txBody>
      </p:sp>
      <p:sp>
        <p:nvSpPr>
          <p:cNvPr id="10" name="TextBox 9">
            <a:extLst>
              <a:ext uri="{FF2B5EF4-FFF2-40B4-BE49-F238E27FC236}">
                <a16:creationId xmlns:a16="http://schemas.microsoft.com/office/drawing/2014/main" id="{A2A8BF62-5D6D-FDAC-5AFB-467151283BD6}"/>
              </a:ext>
            </a:extLst>
          </p:cNvPr>
          <p:cNvSpPr txBox="1"/>
          <p:nvPr/>
        </p:nvSpPr>
        <p:spPr>
          <a:xfrm>
            <a:off x="953857" y="2178657"/>
            <a:ext cx="3320975" cy="954107"/>
          </a:xfrm>
          <a:prstGeom prst="rect">
            <a:avLst/>
          </a:prstGeom>
          <a:noFill/>
        </p:spPr>
        <p:txBody>
          <a:bodyPr wrap="square" rtlCol="0">
            <a:spAutoFit/>
          </a:bodyPr>
          <a:lstStyle/>
          <a:p>
            <a:r>
              <a:rPr lang="en-GB" b="1" dirty="0">
                <a:solidFill>
                  <a:srgbClr val="7E0D31"/>
                </a:solidFill>
              </a:rPr>
              <a:t>Parenthetical citation</a:t>
            </a:r>
          </a:p>
          <a:p>
            <a:endParaRPr lang="en-GB" dirty="0"/>
          </a:p>
          <a:p>
            <a:r>
              <a:rPr lang="en-GB" dirty="0"/>
              <a:t>It is important to cite correctly (</a:t>
            </a:r>
            <a:r>
              <a:rPr lang="en-GB" dirty="0">
                <a:solidFill>
                  <a:srgbClr val="F6C782"/>
                </a:solidFill>
              </a:rPr>
              <a:t>Last name</a:t>
            </a:r>
            <a:r>
              <a:rPr lang="en-GB" dirty="0"/>
              <a:t>, </a:t>
            </a:r>
            <a:r>
              <a:rPr lang="en-GB" dirty="0">
                <a:solidFill>
                  <a:srgbClr val="65979C"/>
                </a:solidFill>
              </a:rPr>
              <a:t>year</a:t>
            </a:r>
            <a:r>
              <a:rPr lang="en-GB" dirty="0"/>
              <a:t>, </a:t>
            </a:r>
            <a:r>
              <a:rPr lang="en-GB" dirty="0">
                <a:solidFill>
                  <a:srgbClr val="7E0D31"/>
                </a:solidFill>
              </a:rPr>
              <a:t>page</a:t>
            </a:r>
            <a:r>
              <a:rPr lang="en-GB" dirty="0"/>
              <a:t>).</a:t>
            </a:r>
          </a:p>
        </p:txBody>
      </p:sp>
      <p:sp>
        <p:nvSpPr>
          <p:cNvPr id="14" name="TextBox 13">
            <a:extLst>
              <a:ext uri="{FF2B5EF4-FFF2-40B4-BE49-F238E27FC236}">
                <a16:creationId xmlns:a16="http://schemas.microsoft.com/office/drawing/2014/main" id="{AF049093-0638-FF70-FABC-63236B99031B}"/>
              </a:ext>
            </a:extLst>
          </p:cNvPr>
          <p:cNvSpPr txBox="1"/>
          <p:nvPr/>
        </p:nvSpPr>
        <p:spPr>
          <a:xfrm>
            <a:off x="953856" y="3132764"/>
            <a:ext cx="3320975" cy="954107"/>
          </a:xfrm>
          <a:prstGeom prst="rect">
            <a:avLst/>
          </a:prstGeom>
          <a:noFill/>
        </p:spPr>
        <p:txBody>
          <a:bodyPr wrap="square" rtlCol="0">
            <a:spAutoFit/>
          </a:bodyPr>
          <a:lstStyle/>
          <a:p>
            <a:r>
              <a:rPr lang="en-GB" b="1" dirty="0">
                <a:solidFill>
                  <a:srgbClr val="7E0D31"/>
                </a:solidFill>
              </a:rPr>
              <a:t>Narrative citation</a:t>
            </a:r>
          </a:p>
          <a:p>
            <a:endParaRPr lang="en-GB" dirty="0"/>
          </a:p>
          <a:p>
            <a:r>
              <a:rPr lang="en-GB" dirty="0">
                <a:solidFill>
                  <a:srgbClr val="F6C782"/>
                </a:solidFill>
              </a:rPr>
              <a:t>Last name </a:t>
            </a:r>
            <a:r>
              <a:rPr lang="en-GB" dirty="0"/>
              <a:t>(</a:t>
            </a:r>
            <a:r>
              <a:rPr lang="en-GB" dirty="0">
                <a:solidFill>
                  <a:srgbClr val="65979C"/>
                </a:solidFill>
              </a:rPr>
              <a:t>year</a:t>
            </a:r>
            <a:r>
              <a:rPr lang="en-GB" dirty="0"/>
              <a:t>, </a:t>
            </a:r>
            <a:r>
              <a:rPr lang="en-GB" dirty="0">
                <a:solidFill>
                  <a:srgbClr val="7E0D31"/>
                </a:solidFill>
              </a:rPr>
              <a:t>page</a:t>
            </a:r>
            <a:r>
              <a:rPr lang="en-GB" dirty="0"/>
              <a:t>) states that it is important to cite correctly. </a:t>
            </a:r>
          </a:p>
        </p:txBody>
      </p:sp>
      <p:sp>
        <p:nvSpPr>
          <p:cNvPr id="15" name="TextBox 14">
            <a:extLst>
              <a:ext uri="{FF2B5EF4-FFF2-40B4-BE49-F238E27FC236}">
                <a16:creationId xmlns:a16="http://schemas.microsoft.com/office/drawing/2014/main" id="{A54EA6EA-0D18-FEFE-B1DA-2749C66DECE0}"/>
              </a:ext>
            </a:extLst>
          </p:cNvPr>
          <p:cNvSpPr txBox="1"/>
          <p:nvPr/>
        </p:nvSpPr>
        <p:spPr>
          <a:xfrm>
            <a:off x="4797856" y="1755878"/>
            <a:ext cx="3766443" cy="307777"/>
          </a:xfrm>
          <a:prstGeom prst="rect">
            <a:avLst/>
          </a:prstGeom>
          <a:noFill/>
        </p:spPr>
        <p:txBody>
          <a:bodyPr wrap="square" rtlCol="0">
            <a:spAutoFit/>
          </a:bodyPr>
          <a:lstStyle/>
          <a:p>
            <a:r>
              <a:rPr lang="en-GB" b="1" dirty="0">
                <a:solidFill>
                  <a:srgbClr val="7E0D31"/>
                </a:solidFill>
              </a:rPr>
              <a:t>Combining citations</a:t>
            </a:r>
          </a:p>
        </p:txBody>
      </p:sp>
      <p:pic>
        <p:nvPicPr>
          <p:cNvPr id="17" name="Picture 16">
            <a:extLst>
              <a:ext uri="{FF2B5EF4-FFF2-40B4-BE49-F238E27FC236}">
                <a16:creationId xmlns:a16="http://schemas.microsoft.com/office/drawing/2014/main" id="{0EB6DED7-F2FA-70DF-313D-229FB8D8344F}"/>
              </a:ext>
            </a:extLst>
          </p:cNvPr>
          <p:cNvPicPr>
            <a:picLocks noChangeAspect="1"/>
          </p:cNvPicPr>
          <p:nvPr/>
        </p:nvPicPr>
        <p:blipFill>
          <a:blip r:embed="rId3"/>
          <a:stretch>
            <a:fillRect/>
          </a:stretch>
        </p:blipFill>
        <p:spPr>
          <a:xfrm>
            <a:off x="4948071" y="2154856"/>
            <a:ext cx="3466011" cy="1097009"/>
          </a:xfrm>
          <a:prstGeom prst="rect">
            <a:avLst/>
          </a:prstGeom>
        </p:spPr>
      </p:pic>
      <p:sp>
        <p:nvSpPr>
          <p:cNvPr id="18" name="TextBox 17">
            <a:extLst>
              <a:ext uri="{FF2B5EF4-FFF2-40B4-BE49-F238E27FC236}">
                <a16:creationId xmlns:a16="http://schemas.microsoft.com/office/drawing/2014/main" id="{D579B4F6-19FD-F5C3-2102-E332F5AEDE4A}"/>
              </a:ext>
            </a:extLst>
          </p:cNvPr>
          <p:cNvSpPr txBox="1"/>
          <p:nvPr/>
        </p:nvSpPr>
        <p:spPr>
          <a:xfrm>
            <a:off x="4884943" y="3205698"/>
            <a:ext cx="3766444" cy="253916"/>
          </a:xfrm>
          <a:prstGeom prst="rect">
            <a:avLst/>
          </a:prstGeom>
          <a:noFill/>
        </p:spPr>
        <p:txBody>
          <a:bodyPr wrap="square" rtlCol="0">
            <a:spAutoFit/>
          </a:bodyPr>
          <a:lstStyle/>
          <a:p>
            <a:r>
              <a:rPr lang="en-GB" sz="1050" dirty="0"/>
              <a:t>Image source: https://www.scribbr.com/category/apa-style/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de-DE" dirty="0" err="1"/>
              <a:t>How</a:t>
            </a:r>
            <a:r>
              <a:rPr lang="de-DE" dirty="0"/>
              <a:t> </a:t>
            </a:r>
            <a:r>
              <a:rPr lang="de-DE" dirty="0" err="1"/>
              <a:t>to</a:t>
            </a:r>
            <a:r>
              <a:rPr lang="de-DE" dirty="0"/>
              <a:t> </a:t>
            </a:r>
            <a:r>
              <a:rPr lang="de-DE" dirty="0" err="1"/>
              <a:t>cite</a:t>
            </a:r>
            <a:r>
              <a:rPr lang="de-DE" dirty="0"/>
              <a:t> </a:t>
            </a:r>
            <a:r>
              <a:rPr lang="de-DE" dirty="0" err="1"/>
              <a:t>correctly</a:t>
            </a:r>
            <a:r>
              <a:rPr lang="de-DE" dirty="0"/>
              <a:t>?</a:t>
            </a:r>
            <a:endParaRPr lang="en-GB" dirty="0"/>
          </a:p>
        </p:txBody>
      </p:sp>
      <p:sp>
        <p:nvSpPr>
          <p:cNvPr id="19" name="Slide Number Placeholder 3">
            <a:extLst>
              <a:ext uri="{FF2B5EF4-FFF2-40B4-BE49-F238E27FC236}">
                <a16:creationId xmlns:a16="http://schemas.microsoft.com/office/drawing/2014/main" id="{7F8F300A-77B3-0C63-A549-9429AA18704D}"/>
              </a:ext>
            </a:extLst>
          </p:cNvPr>
          <p:cNvSpPr txBox="1">
            <a:spLocks/>
          </p:cNvSpPr>
          <p:nvPr/>
        </p:nvSpPr>
        <p:spPr>
          <a:xfrm>
            <a:off x="8634674" y="4823540"/>
            <a:ext cx="548700" cy="393600"/>
          </a:xfrm>
          <a:prstGeom prst="rect">
            <a:avLst/>
          </a:prstGeom>
        </p:spPr>
        <p:txBody>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fld id="{00000000-1234-1234-1234-123412341234}" type="slidenum">
              <a:rPr lang="de-DE" smtClean="0"/>
              <a:pPr/>
              <a:t>9</a:t>
            </a:fld>
            <a:endParaRPr lang="de-DE" dirty="0"/>
          </a:p>
        </p:txBody>
      </p:sp>
      <p:sp>
        <p:nvSpPr>
          <p:cNvPr id="20" name="TextBox 19">
            <a:extLst>
              <a:ext uri="{FF2B5EF4-FFF2-40B4-BE49-F238E27FC236}">
                <a16:creationId xmlns:a16="http://schemas.microsoft.com/office/drawing/2014/main" id="{D04C964F-5622-E6FC-F166-0BD5A9445BF9}"/>
              </a:ext>
            </a:extLst>
          </p:cNvPr>
          <p:cNvSpPr txBox="1"/>
          <p:nvPr/>
        </p:nvSpPr>
        <p:spPr>
          <a:xfrm>
            <a:off x="2442769" y="1080943"/>
            <a:ext cx="4593770" cy="338554"/>
          </a:xfrm>
          <a:prstGeom prst="rect">
            <a:avLst/>
          </a:prstGeom>
          <a:noFill/>
        </p:spPr>
        <p:txBody>
          <a:bodyPr wrap="square">
            <a:spAutoFit/>
          </a:bodyPr>
          <a:lstStyle/>
          <a:p>
            <a:pPr algn="ctr"/>
            <a:r>
              <a:rPr lang="en-GB" sz="1600" b="1" dirty="0">
                <a:solidFill>
                  <a:srgbClr val="7C0E31"/>
                </a:solidFill>
              </a:rPr>
              <a:t>APA 7</a:t>
            </a:r>
            <a:r>
              <a:rPr lang="en-GB" sz="1600" b="1" baseline="30000" dirty="0">
                <a:solidFill>
                  <a:srgbClr val="7C0E31"/>
                </a:solidFill>
              </a:rPr>
              <a:t>th</a:t>
            </a:r>
            <a:r>
              <a:rPr lang="en-GB" sz="1600" b="1" dirty="0">
                <a:solidFill>
                  <a:srgbClr val="7C0E31"/>
                </a:solidFill>
              </a:rPr>
              <a:t> Edition examples</a:t>
            </a:r>
          </a:p>
        </p:txBody>
      </p:sp>
      <p:sp>
        <p:nvSpPr>
          <p:cNvPr id="21" name="TextBox 20">
            <a:extLst>
              <a:ext uri="{FF2B5EF4-FFF2-40B4-BE49-F238E27FC236}">
                <a16:creationId xmlns:a16="http://schemas.microsoft.com/office/drawing/2014/main" id="{82FD6D2E-AECE-C0C4-E7F1-34335BDB4F95}"/>
              </a:ext>
            </a:extLst>
          </p:cNvPr>
          <p:cNvSpPr txBox="1"/>
          <p:nvPr/>
        </p:nvSpPr>
        <p:spPr>
          <a:xfrm>
            <a:off x="800863" y="1586436"/>
            <a:ext cx="3709852" cy="307777"/>
          </a:xfrm>
          <a:prstGeom prst="rect">
            <a:avLst/>
          </a:prstGeom>
          <a:noFill/>
        </p:spPr>
        <p:txBody>
          <a:bodyPr wrap="square" rtlCol="0">
            <a:spAutoFit/>
          </a:bodyPr>
          <a:lstStyle/>
          <a:p>
            <a:pPr algn="ctr"/>
            <a:r>
              <a:rPr lang="en-GB" b="1" dirty="0">
                <a:solidFill>
                  <a:srgbClr val="7E0D31"/>
                </a:solidFill>
              </a:rPr>
              <a:t>Direct quote</a:t>
            </a:r>
          </a:p>
        </p:txBody>
      </p:sp>
      <p:pic>
        <p:nvPicPr>
          <p:cNvPr id="22" name="Picture 21">
            <a:extLst>
              <a:ext uri="{FF2B5EF4-FFF2-40B4-BE49-F238E27FC236}">
                <a16:creationId xmlns:a16="http://schemas.microsoft.com/office/drawing/2014/main" id="{ABCBCD7E-6E6A-9C13-BD21-2957822B6ACB}"/>
              </a:ext>
            </a:extLst>
          </p:cNvPr>
          <p:cNvPicPr>
            <a:picLocks noChangeAspect="1"/>
          </p:cNvPicPr>
          <p:nvPr/>
        </p:nvPicPr>
        <p:blipFill>
          <a:blip r:embed="rId3"/>
          <a:stretch>
            <a:fillRect/>
          </a:stretch>
        </p:blipFill>
        <p:spPr>
          <a:xfrm>
            <a:off x="800865" y="1972391"/>
            <a:ext cx="4369253" cy="810030"/>
          </a:xfrm>
          <a:prstGeom prst="rect">
            <a:avLst/>
          </a:prstGeom>
        </p:spPr>
      </p:pic>
      <p:pic>
        <p:nvPicPr>
          <p:cNvPr id="23" name="Picture 22">
            <a:extLst>
              <a:ext uri="{FF2B5EF4-FFF2-40B4-BE49-F238E27FC236}">
                <a16:creationId xmlns:a16="http://schemas.microsoft.com/office/drawing/2014/main" id="{BA137E84-9A85-2BB6-27E0-59FEF29CBF1C}"/>
              </a:ext>
            </a:extLst>
          </p:cNvPr>
          <p:cNvPicPr>
            <a:picLocks noChangeAspect="1"/>
          </p:cNvPicPr>
          <p:nvPr/>
        </p:nvPicPr>
        <p:blipFill>
          <a:blip r:embed="rId4"/>
          <a:stretch>
            <a:fillRect/>
          </a:stretch>
        </p:blipFill>
        <p:spPr>
          <a:xfrm>
            <a:off x="800863" y="2920524"/>
            <a:ext cx="4491217" cy="864082"/>
          </a:xfrm>
          <a:prstGeom prst="rect">
            <a:avLst/>
          </a:prstGeom>
        </p:spPr>
      </p:pic>
      <p:sp>
        <p:nvSpPr>
          <p:cNvPr id="24" name="TextBox 23">
            <a:extLst>
              <a:ext uri="{FF2B5EF4-FFF2-40B4-BE49-F238E27FC236}">
                <a16:creationId xmlns:a16="http://schemas.microsoft.com/office/drawing/2014/main" id="{D7AEF046-3B40-F21D-2CEE-82060F096C97}"/>
              </a:ext>
            </a:extLst>
          </p:cNvPr>
          <p:cNvSpPr txBox="1"/>
          <p:nvPr/>
        </p:nvSpPr>
        <p:spPr>
          <a:xfrm>
            <a:off x="1139648" y="3837697"/>
            <a:ext cx="4030470" cy="246221"/>
          </a:xfrm>
          <a:prstGeom prst="rect">
            <a:avLst/>
          </a:prstGeom>
          <a:noFill/>
        </p:spPr>
        <p:txBody>
          <a:bodyPr wrap="square" rtlCol="0">
            <a:spAutoFit/>
          </a:bodyPr>
          <a:lstStyle/>
          <a:p>
            <a:r>
              <a:rPr lang="en-GB" sz="1000" dirty="0"/>
              <a:t>Image source: https://www.scribbr.com/apa-style/direct-quotes/</a:t>
            </a:r>
          </a:p>
        </p:txBody>
      </p:sp>
      <p:sp>
        <p:nvSpPr>
          <p:cNvPr id="25" name="TextBox 24">
            <a:extLst>
              <a:ext uri="{FF2B5EF4-FFF2-40B4-BE49-F238E27FC236}">
                <a16:creationId xmlns:a16="http://schemas.microsoft.com/office/drawing/2014/main" id="{50ACD9E8-7A0E-99D0-4C7D-464CE24DD3B8}"/>
              </a:ext>
            </a:extLst>
          </p:cNvPr>
          <p:cNvSpPr txBox="1"/>
          <p:nvPr/>
        </p:nvSpPr>
        <p:spPr>
          <a:xfrm>
            <a:off x="5118733" y="1565074"/>
            <a:ext cx="3709852" cy="307777"/>
          </a:xfrm>
          <a:prstGeom prst="rect">
            <a:avLst/>
          </a:prstGeom>
          <a:noFill/>
        </p:spPr>
        <p:txBody>
          <a:bodyPr wrap="square" rtlCol="0">
            <a:spAutoFit/>
          </a:bodyPr>
          <a:lstStyle/>
          <a:p>
            <a:pPr algn="ctr"/>
            <a:r>
              <a:rPr lang="en-GB" b="1" dirty="0">
                <a:solidFill>
                  <a:srgbClr val="7E0D31"/>
                </a:solidFill>
              </a:rPr>
              <a:t>APA block quote</a:t>
            </a:r>
          </a:p>
        </p:txBody>
      </p:sp>
      <p:sp>
        <p:nvSpPr>
          <p:cNvPr id="26" name="TextBox 25">
            <a:extLst>
              <a:ext uri="{FF2B5EF4-FFF2-40B4-BE49-F238E27FC236}">
                <a16:creationId xmlns:a16="http://schemas.microsoft.com/office/drawing/2014/main" id="{0D196B8E-71BA-284F-CC94-E51235405C69}"/>
              </a:ext>
            </a:extLst>
          </p:cNvPr>
          <p:cNvSpPr txBox="1"/>
          <p:nvPr/>
        </p:nvSpPr>
        <p:spPr>
          <a:xfrm>
            <a:off x="5203437" y="1872851"/>
            <a:ext cx="3396343" cy="523220"/>
          </a:xfrm>
          <a:prstGeom prst="rect">
            <a:avLst/>
          </a:prstGeom>
          <a:noFill/>
        </p:spPr>
        <p:txBody>
          <a:bodyPr wrap="square" rtlCol="0">
            <a:spAutoFit/>
          </a:bodyPr>
          <a:lstStyle/>
          <a:p>
            <a:pPr marL="285750" indent="-285750">
              <a:buFont typeface="Arial" panose="020B0604020202020204" pitchFamily="34" charset="0"/>
              <a:buChar char="•"/>
            </a:pPr>
            <a:r>
              <a:rPr lang="en-GB" dirty="0"/>
              <a:t>In case the quote contains 40 words or more.</a:t>
            </a:r>
          </a:p>
        </p:txBody>
      </p:sp>
      <p:pic>
        <p:nvPicPr>
          <p:cNvPr id="27" name="Picture 26">
            <a:extLst>
              <a:ext uri="{FF2B5EF4-FFF2-40B4-BE49-F238E27FC236}">
                <a16:creationId xmlns:a16="http://schemas.microsoft.com/office/drawing/2014/main" id="{5E21B5C5-06F7-7578-1C3A-EE532DBE415B}"/>
              </a:ext>
            </a:extLst>
          </p:cNvPr>
          <p:cNvPicPr>
            <a:picLocks noChangeAspect="1"/>
          </p:cNvPicPr>
          <p:nvPr/>
        </p:nvPicPr>
        <p:blipFill>
          <a:blip r:embed="rId5"/>
          <a:stretch>
            <a:fillRect/>
          </a:stretch>
        </p:blipFill>
        <p:spPr>
          <a:xfrm>
            <a:off x="5371856" y="2396071"/>
            <a:ext cx="3426536" cy="2068851"/>
          </a:xfrm>
          <a:prstGeom prst="rect">
            <a:avLst/>
          </a:prstGeom>
        </p:spPr>
      </p:pic>
      <p:sp>
        <p:nvSpPr>
          <p:cNvPr id="28" name="TextBox 27">
            <a:extLst>
              <a:ext uri="{FF2B5EF4-FFF2-40B4-BE49-F238E27FC236}">
                <a16:creationId xmlns:a16="http://schemas.microsoft.com/office/drawing/2014/main" id="{940FCA7D-8F54-AC00-D8E8-DA46D056D366}"/>
              </a:ext>
            </a:extLst>
          </p:cNvPr>
          <p:cNvSpPr txBox="1"/>
          <p:nvPr/>
        </p:nvSpPr>
        <p:spPr>
          <a:xfrm>
            <a:off x="5663306" y="4464922"/>
            <a:ext cx="3135086" cy="461665"/>
          </a:xfrm>
          <a:prstGeom prst="rect">
            <a:avLst/>
          </a:prstGeom>
          <a:noFill/>
        </p:spPr>
        <p:txBody>
          <a:bodyPr wrap="square" rtlCol="0">
            <a:spAutoFit/>
          </a:bodyPr>
          <a:lstStyle/>
          <a:p>
            <a:r>
              <a:rPr lang="en-GB" sz="800" dirty="0"/>
              <a:t>Image source: https://owl.purdue.edu/owl/research_and_citation/apa_style/apa_formatting_and_style_guide/in_text_citations_the_basics.html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972000" y="440752"/>
            <a:ext cx="7200000" cy="630000"/>
          </a:xfrm>
        </p:spPr>
        <p:txBody>
          <a:bodyPr/>
          <a:lstStyle/>
          <a:p>
            <a:pPr>
              <a:defRPr/>
            </a:pPr>
            <a:r>
              <a:rPr lang="en-US" dirty="0"/>
              <a:t>Paraphrasing</a:t>
            </a:r>
            <a:endParaRPr lang="en-GB" dirty="0"/>
          </a:p>
        </p:txBody>
      </p:sp>
      <p:sp>
        <p:nvSpPr>
          <p:cNvPr id="3" name="Slide Number Placeholder 3">
            <a:extLst>
              <a:ext uri="{FF2B5EF4-FFF2-40B4-BE49-F238E27FC236}">
                <a16:creationId xmlns:a16="http://schemas.microsoft.com/office/drawing/2014/main" id="{8FE03189-2EB9-BF26-7D89-AD6F6EF94112}"/>
              </a:ext>
            </a:extLst>
          </p:cNvPr>
          <p:cNvSpPr txBox="1">
            <a:spLocks/>
          </p:cNvSpPr>
          <p:nvPr/>
        </p:nvSpPr>
        <p:spPr>
          <a:xfrm>
            <a:off x="8634674" y="4823540"/>
            <a:ext cx="548700" cy="393600"/>
          </a:xfrm>
          <a:prstGeom prst="rect">
            <a:avLst/>
          </a:prstGeom>
        </p:spPr>
        <p:txBody>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fld id="{00000000-1234-1234-1234-123412341234}" type="slidenum">
              <a:rPr lang="de-DE" smtClean="0"/>
              <a:pPr/>
              <a:t>10</a:t>
            </a:fld>
            <a:endParaRPr lang="de-DE" dirty="0"/>
          </a:p>
        </p:txBody>
      </p:sp>
      <p:sp>
        <p:nvSpPr>
          <p:cNvPr id="5" name="TextBox 4">
            <a:extLst>
              <a:ext uri="{FF2B5EF4-FFF2-40B4-BE49-F238E27FC236}">
                <a16:creationId xmlns:a16="http://schemas.microsoft.com/office/drawing/2014/main" id="{CBE2DAA4-20BD-1375-2AB4-1F3602ECC4EA}"/>
              </a:ext>
            </a:extLst>
          </p:cNvPr>
          <p:cNvSpPr txBox="1"/>
          <p:nvPr/>
        </p:nvSpPr>
        <p:spPr>
          <a:xfrm>
            <a:off x="1892709" y="990670"/>
            <a:ext cx="5358581" cy="338554"/>
          </a:xfrm>
          <a:prstGeom prst="rect">
            <a:avLst/>
          </a:prstGeom>
          <a:noFill/>
        </p:spPr>
        <p:txBody>
          <a:bodyPr wrap="square" rtlCol="0">
            <a:spAutoFit/>
          </a:bodyPr>
          <a:lstStyle/>
          <a:p>
            <a:pPr algn="ctr"/>
            <a:r>
              <a:rPr lang="en-GB" sz="1600" b="1" dirty="0">
                <a:solidFill>
                  <a:srgbClr val="7E0D31"/>
                </a:solidFill>
              </a:rPr>
              <a:t>Quoting vs Paraphrasing</a:t>
            </a:r>
          </a:p>
        </p:txBody>
      </p:sp>
      <p:sp>
        <p:nvSpPr>
          <p:cNvPr id="10" name="TextBox 9">
            <a:extLst>
              <a:ext uri="{FF2B5EF4-FFF2-40B4-BE49-F238E27FC236}">
                <a16:creationId xmlns:a16="http://schemas.microsoft.com/office/drawing/2014/main" id="{A2B72EE8-40FF-ECA9-372D-8F8B7D7B98E5}"/>
              </a:ext>
            </a:extLst>
          </p:cNvPr>
          <p:cNvSpPr txBox="1"/>
          <p:nvPr/>
        </p:nvSpPr>
        <p:spPr>
          <a:xfrm>
            <a:off x="836745" y="1341092"/>
            <a:ext cx="3837617" cy="1815882"/>
          </a:xfrm>
          <a:prstGeom prst="rect">
            <a:avLst/>
          </a:prstGeom>
          <a:noFill/>
        </p:spPr>
        <p:txBody>
          <a:bodyPr wrap="square" rtlCol="0">
            <a:spAutoFit/>
          </a:bodyPr>
          <a:lstStyle/>
          <a:p>
            <a:pPr marL="285750" indent="-285750">
              <a:buFont typeface="Arial" panose="020B0604020202020204" pitchFamily="34" charset="0"/>
              <a:buChar char="•"/>
            </a:pPr>
            <a:r>
              <a:rPr lang="en-GB" dirty="0"/>
              <a:t>Copying passage of someone else’s work and crediting the source.</a:t>
            </a:r>
          </a:p>
          <a:p>
            <a:pPr marL="285750" indent="-285750">
              <a:buFont typeface="Arial" panose="020B0604020202020204" pitchFamily="34" charset="0"/>
              <a:buChar char="•"/>
            </a:pPr>
            <a:r>
              <a:rPr lang="en-GB" b="1" dirty="0"/>
              <a:t>Must have: </a:t>
            </a:r>
            <a:r>
              <a:rPr lang="en-GB" dirty="0"/>
              <a:t>quotation marks; original author correctly cited; the text is identical to the original.</a:t>
            </a:r>
          </a:p>
          <a:p>
            <a:pPr marL="285750" indent="-285750">
              <a:buFont typeface="Arial" panose="020B0604020202020204" pitchFamily="34" charset="0"/>
              <a:buChar char="•"/>
            </a:pPr>
            <a:r>
              <a:rPr lang="en-GB" b="1" dirty="0"/>
              <a:t>When to quote? </a:t>
            </a:r>
          </a:p>
          <a:p>
            <a:pPr lvl="2"/>
            <a:r>
              <a:rPr lang="en-GB" b="1" dirty="0"/>
              <a:t>	</a:t>
            </a:r>
            <a:r>
              <a:rPr lang="en-GB" dirty="0"/>
              <a:t>To give precise information;</a:t>
            </a:r>
          </a:p>
          <a:p>
            <a:pPr lvl="2"/>
            <a:r>
              <a:rPr lang="en-GB" dirty="0"/>
              <a:t>	To criticise</a:t>
            </a:r>
            <a:r>
              <a:rPr lang="en-GB" dirty="0">
                <a:sym typeface="Symbol" panose="05050102010706020507" pitchFamily="18" charset="2"/>
              </a:rPr>
              <a:t> analyse specific claim.</a:t>
            </a:r>
            <a:endParaRPr lang="en-GB" dirty="0"/>
          </a:p>
        </p:txBody>
      </p:sp>
      <p:sp>
        <p:nvSpPr>
          <p:cNvPr id="11" name="TextBox 10">
            <a:extLst>
              <a:ext uri="{FF2B5EF4-FFF2-40B4-BE49-F238E27FC236}">
                <a16:creationId xmlns:a16="http://schemas.microsoft.com/office/drawing/2014/main" id="{E13F9F4A-D703-0040-2F61-E43B3D214B71}"/>
              </a:ext>
            </a:extLst>
          </p:cNvPr>
          <p:cNvSpPr txBox="1"/>
          <p:nvPr/>
        </p:nvSpPr>
        <p:spPr>
          <a:xfrm>
            <a:off x="4751447" y="1329224"/>
            <a:ext cx="4049423" cy="1600438"/>
          </a:xfrm>
          <a:prstGeom prst="rect">
            <a:avLst/>
          </a:prstGeom>
          <a:noFill/>
        </p:spPr>
        <p:txBody>
          <a:bodyPr wrap="square" rtlCol="0">
            <a:spAutoFit/>
          </a:bodyPr>
          <a:lstStyle/>
          <a:p>
            <a:pPr marL="285750" indent="-285750">
              <a:buFont typeface="Arial" panose="020B0604020202020204" pitchFamily="34" charset="0"/>
              <a:buChar char="•"/>
            </a:pPr>
            <a:r>
              <a:rPr lang="en-GB" dirty="0"/>
              <a:t>Formulating someone else’s ideas in your own words.</a:t>
            </a:r>
          </a:p>
          <a:p>
            <a:pPr marL="285750" indent="-285750">
              <a:buFont typeface="Arial" panose="020B0604020202020204" pitchFamily="34" charset="0"/>
              <a:buChar char="•"/>
            </a:pPr>
            <a:r>
              <a:rPr lang="en-GB" b="1" dirty="0"/>
              <a:t>Must have: </a:t>
            </a:r>
            <a:r>
              <a:rPr lang="en-GB" dirty="0"/>
              <a:t>original source; do not use the same wording.</a:t>
            </a:r>
          </a:p>
          <a:p>
            <a:pPr marL="285750" indent="-285750">
              <a:buFont typeface="Arial" panose="020B0604020202020204" pitchFamily="34" charset="0"/>
              <a:buChar char="•"/>
            </a:pPr>
            <a:r>
              <a:rPr lang="en-GB" b="1" dirty="0"/>
              <a:t>When to paraphrase?</a:t>
            </a:r>
          </a:p>
          <a:p>
            <a:pPr lvl="1"/>
            <a:r>
              <a:rPr lang="en-GB" b="1" dirty="0"/>
              <a:t>	</a:t>
            </a:r>
            <a:r>
              <a:rPr lang="en-GB" dirty="0"/>
              <a:t>To show understanding of the text;</a:t>
            </a:r>
          </a:p>
          <a:p>
            <a:pPr lvl="1"/>
            <a:r>
              <a:rPr lang="en-GB" dirty="0"/>
              <a:t>	To improve readability of your text.</a:t>
            </a:r>
          </a:p>
        </p:txBody>
      </p:sp>
      <p:pic>
        <p:nvPicPr>
          <p:cNvPr id="15" name="Picture 14">
            <a:extLst>
              <a:ext uri="{FF2B5EF4-FFF2-40B4-BE49-F238E27FC236}">
                <a16:creationId xmlns:a16="http://schemas.microsoft.com/office/drawing/2014/main" id="{CBBF1202-4994-C69E-F906-E2036A97CE82}"/>
              </a:ext>
            </a:extLst>
          </p:cNvPr>
          <p:cNvPicPr>
            <a:picLocks noChangeAspect="1"/>
          </p:cNvPicPr>
          <p:nvPr/>
        </p:nvPicPr>
        <p:blipFill>
          <a:blip r:embed="rId3"/>
          <a:stretch>
            <a:fillRect/>
          </a:stretch>
        </p:blipFill>
        <p:spPr>
          <a:xfrm>
            <a:off x="2338888" y="3140670"/>
            <a:ext cx="4466223" cy="1885267"/>
          </a:xfrm>
          <a:prstGeom prst="rect">
            <a:avLst/>
          </a:prstGeom>
        </p:spPr>
      </p:pic>
      <p:pic>
        <p:nvPicPr>
          <p:cNvPr id="16" name="Picture 15" descr="Icon&#10;&#10;Description automatically generated">
            <a:extLst>
              <a:ext uri="{FF2B5EF4-FFF2-40B4-BE49-F238E27FC236}">
                <a16:creationId xmlns:a16="http://schemas.microsoft.com/office/drawing/2014/main" id="{629C77D6-13DC-6636-1D47-6C14391D28EF}"/>
              </a:ext>
            </a:extLst>
          </p:cNvPr>
          <p:cNvPicPr>
            <a:picLocks noChangeAspect="1"/>
          </p:cNvPicPr>
          <p:nvPr/>
        </p:nvPicPr>
        <p:blipFill>
          <a:blip r:embed="rId4"/>
          <a:stretch>
            <a:fillRect/>
          </a:stretch>
        </p:blipFill>
        <p:spPr>
          <a:xfrm rot="20862953">
            <a:off x="417542" y="3438809"/>
            <a:ext cx="1415876" cy="1415876"/>
          </a:xfrm>
          <a:prstGeom prst="rect">
            <a:avLst/>
          </a:prstGeom>
        </p:spPr>
      </p:pic>
      <p:sp>
        <p:nvSpPr>
          <p:cNvPr id="17" name="TextBox 16">
            <a:extLst>
              <a:ext uri="{FF2B5EF4-FFF2-40B4-BE49-F238E27FC236}">
                <a16:creationId xmlns:a16="http://schemas.microsoft.com/office/drawing/2014/main" id="{BFD2AFC0-C7B9-143E-997D-F65438D0CA8F}"/>
              </a:ext>
            </a:extLst>
          </p:cNvPr>
          <p:cNvSpPr txBox="1"/>
          <p:nvPr/>
        </p:nvSpPr>
        <p:spPr>
          <a:xfrm rot="20761558">
            <a:off x="436704" y="3593879"/>
            <a:ext cx="1388011" cy="738664"/>
          </a:xfrm>
          <a:prstGeom prst="rect">
            <a:avLst/>
          </a:prstGeom>
          <a:noFill/>
        </p:spPr>
        <p:txBody>
          <a:bodyPr wrap="square" rtlCol="0">
            <a:spAutoFit/>
          </a:bodyPr>
          <a:lstStyle/>
          <a:p>
            <a:r>
              <a:rPr lang="en-GB" b="1" dirty="0">
                <a:latin typeface="Bradley Hand ITC" panose="03070402050302030203" pitchFamily="66" charset="0"/>
              </a:rPr>
              <a:t>You can check more examples on </a:t>
            </a:r>
            <a:r>
              <a:rPr lang="en-GB" b="1" dirty="0" err="1">
                <a:latin typeface="Bradley Hand ITC" panose="03070402050302030203" pitchFamily="66" charset="0"/>
                <a:hlinkClick r:id="rId5"/>
              </a:rPr>
              <a:t>Scribbr</a:t>
            </a:r>
            <a:r>
              <a:rPr lang="en-GB" b="1" dirty="0">
                <a:latin typeface="Bradley Hand ITC" panose="03070402050302030203" pitchFamily="66" charset="0"/>
              </a:rPr>
              <a:t>.</a:t>
            </a:r>
          </a:p>
        </p:txBody>
      </p:sp>
      <p:sp>
        <p:nvSpPr>
          <p:cNvPr id="18" name="TextBox 17">
            <a:extLst>
              <a:ext uri="{FF2B5EF4-FFF2-40B4-BE49-F238E27FC236}">
                <a16:creationId xmlns:a16="http://schemas.microsoft.com/office/drawing/2014/main" id="{06DF73E3-1760-1FEC-E5C0-D85224C37DB1}"/>
              </a:ext>
            </a:extLst>
          </p:cNvPr>
          <p:cNvSpPr txBox="1"/>
          <p:nvPr/>
        </p:nvSpPr>
        <p:spPr>
          <a:xfrm>
            <a:off x="2438400" y="4823540"/>
            <a:ext cx="5574890" cy="230832"/>
          </a:xfrm>
          <a:prstGeom prst="rect">
            <a:avLst/>
          </a:prstGeom>
          <a:noFill/>
        </p:spPr>
        <p:txBody>
          <a:bodyPr wrap="square" rtlCol="0">
            <a:spAutoFit/>
          </a:bodyPr>
          <a:lstStyle/>
          <a:p>
            <a:r>
              <a:rPr lang="en-GB" sz="900" dirty="0"/>
              <a:t>Image source: https://www.scribbr.com/working-with-sources/how-to-paraphrase/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 name="Content Placeholder 7">
            <a:extLst>
              <a:ext uri="{FF2B5EF4-FFF2-40B4-BE49-F238E27FC236}">
                <a16:creationId xmlns:a16="http://schemas.microsoft.com/office/drawing/2014/main" id="{B7328C8A-F1CC-40E0-7CA4-6B3F6923E2CE}"/>
              </a:ext>
            </a:extLst>
          </p:cNvPr>
          <p:cNvSpPr>
            <a:spLocks noGrp="1"/>
          </p:cNvSpPr>
          <p:nvPr>
            <p:ph idx="1"/>
          </p:nvPr>
        </p:nvSpPr>
        <p:spPr/>
        <p:txBody>
          <a:bodyPr/>
          <a:lstStyle/>
          <a:p>
            <a:endParaRPr lang="de-DE" dirty="0"/>
          </a:p>
        </p:txBody>
      </p:sp>
      <p:sp>
        <p:nvSpPr>
          <p:cNvPr id="3" name="Slide Number Placeholder 2"/>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11</a:t>
            </a:fld>
            <a:endParaRPr lang="de-DE"/>
          </a:p>
        </p:txBody>
      </p:sp>
      <p:sp>
        <p:nvSpPr>
          <p:cNvPr id="4" name="TextBox 3"/>
          <p:cNvSpPr txBox="1"/>
          <p:nvPr/>
        </p:nvSpPr>
        <p:spPr bwMode="auto">
          <a:xfrm>
            <a:off x="1649788" y="693654"/>
            <a:ext cx="6225481" cy="369332"/>
          </a:xfrm>
          <a:prstGeom prst="rect">
            <a:avLst/>
          </a:prstGeom>
          <a:noFill/>
        </p:spPr>
        <p:txBody>
          <a:bodyPr wrap="square" rtlCol="0">
            <a:spAutoFit/>
          </a:bodyPr>
          <a:lstStyle/>
          <a:p>
            <a:pPr algn="ctr"/>
            <a:r>
              <a:rPr lang="en-GB" sz="1800" b="1" dirty="0">
                <a:solidFill>
                  <a:srgbClr val="7C0E31"/>
                </a:solidFill>
              </a:rPr>
              <a:t>Activity – writing </a:t>
            </a:r>
            <a:r>
              <a:rPr lang="en-GB" sz="1800" b="1" dirty="0" err="1">
                <a:solidFill>
                  <a:srgbClr val="7C0E31"/>
                </a:solidFill>
              </a:rPr>
              <a:t>center</a:t>
            </a:r>
            <a:r>
              <a:rPr lang="en-GB" sz="1800" b="1" dirty="0">
                <a:solidFill>
                  <a:srgbClr val="7C0E31"/>
                </a:solidFill>
              </a:rPr>
              <a:t> material “</a:t>
            </a:r>
            <a:r>
              <a:rPr lang="en-GB" sz="1800" b="1" dirty="0" err="1">
                <a:solidFill>
                  <a:srgbClr val="7C0E31"/>
                </a:solidFill>
              </a:rPr>
              <a:t>Wer</a:t>
            </a:r>
            <a:r>
              <a:rPr lang="en-GB" sz="1800" b="1" dirty="0">
                <a:solidFill>
                  <a:srgbClr val="7C0E31"/>
                </a:solidFill>
              </a:rPr>
              <a:t> </a:t>
            </a:r>
            <a:r>
              <a:rPr lang="en-GB" sz="1800" b="1" dirty="0" err="1">
                <a:solidFill>
                  <a:srgbClr val="7C0E31"/>
                </a:solidFill>
              </a:rPr>
              <a:t>spricht</a:t>
            </a:r>
            <a:r>
              <a:rPr lang="en-GB" sz="1800" b="1" dirty="0">
                <a:solidFill>
                  <a:srgbClr val="7C0E31"/>
                </a:solidFill>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p:txBody>
          <a:bodyPr/>
          <a:lstStyle/>
          <a:p>
            <a:pPr>
              <a:defRPr/>
            </a:pPr>
            <a:r>
              <a:rPr lang="en-US" dirty="0"/>
              <a:t>Conclusion and Next Session</a:t>
            </a:r>
            <a:endParaRPr lang="en-GB" dirty="0"/>
          </a:p>
        </p:txBody>
      </p:sp>
      <p:sp>
        <p:nvSpPr>
          <p:cNvPr id="4" name="Slide Number Placehold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12</a:t>
            </a:fld>
            <a:endParaRPr lang="de-DE"/>
          </a:p>
        </p:txBody>
      </p:sp>
      <p:sp>
        <p:nvSpPr>
          <p:cNvPr id="5" name="Textfeld 7"/>
          <p:cNvSpPr txBox="1"/>
          <p:nvPr/>
        </p:nvSpPr>
        <p:spPr bwMode="auto">
          <a:xfrm>
            <a:off x="467254" y="627386"/>
            <a:ext cx="397933" cy="369332"/>
          </a:xfrm>
          <a:prstGeom prst="rect">
            <a:avLst/>
          </a:prstGeom>
          <a:noFill/>
        </p:spPr>
        <p:txBody>
          <a:bodyPr wrap="square" rtlCol="0">
            <a:spAutoFit/>
          </a:bodyPr>
          <a:lstStyle/>
          <a:p>
            <a:pPr>
              <a:defRPr/>
            </a:pPr>
            <a:r>
              <a:rPr lang="de-DE" sz="1800" b="1">
                <a:solidFill>
                  <a:schemeClr val="bg1"/>
                </a:solidFill>
                <a:latin typeface="Arial Narrow"/>
              </a:rPr>
              <a:t>6.</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a:extLst>
              <a:ext uri="{FF2B5EF4-FFF2-40B4-BE49-F238E27FC236}">
                <a16:creationId xmlns:a16="http://schemas.microsoft.com/office/drawing/2014/main" id="{8D0B9A9C-D37E-D861-D2A7-B9908293B827}"/>
              </a:ext>
            </a:extLst>
          </p:cNvPr>
          <p:cNvSpPr>
            <a:spLocks noGrp="1"/>
          </p:cNvSpPr>
          <p:nvPr>
            <p:ph type="ctrTitle"/>
          </p:nvPr>
        </p:nvSpPr>
        <p:spPr/>
        <p:txBody>
          <a:bodyPr/>
          <a:lstStyle/>
          <a:p>
            <a:r>
              <a:rPr lang="de-DE" dirty="0"/>
              <a:t>Any Questions?</a:t>
            </a: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13</a:t>
            </a:fld>
            <a:endParaRPr lang="de-DE"/>
          </a:p>
        </p:txBody>
      </p:sp>
      <p:pic>
        <p:nvPicPr>
          <p:cNvPr id="6" name="Grafik 5"/>
          <p:cNvPicPr>
            <a:picLocks noChangeAspect="1"/>
          </p:cNvPicPr>
          <p:nvPr/>
        </p:nvPicPr>
        <p:blipFill>
          <a:blip r:embed="rId3"/>
          <a:stretch/>
        </p:blipFill>
        <p:spPr bwMode="auto">
          <a:xfrm>
            <a:off x="7035182" y="1201377"/>
            <a:ext cx="1019670" cy="740507"/>
          </a:xfrm>
          <a:prstGeom prst="rect">
            <a:avLst/>
          </a:prstGeom>
          <a:effectLst>
            <a:outerShdw blurRad="50800" dist="38100" dir="5400000" algn="t" rotWithShape="0">
              <a:prstClr val="black">
                <a:alpha val="40000"/>
              </a:prstClr>
            </a:outerShdw>
          </a:effectLst>
        </p:spPr>
      </p:pic>
      <p:pic>
        <p:nvPicPr>
          <p:cNvPr id="11" name="Grafik 10" descr="Marke Fragezeichen"/>
          <p:cNvPicPr>
            <a:picLocks noChangeAspect="1"/>
          </p:cNvPicPr>
          <p:nvPr/>
        </p:nvPicPr>
        <p:blipFill>
          <a:blip r:embed="rId4"/>
          <a:stretch/>
        </p:blipFill>
        <p:spPr bwMode="auto">
          <a:xfrm>
            <a:off x="738312" y="880335"/>
            <a:ext cx="457200" cy="457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a:extLst>
              <a:ext uri="{FF2B5EF4-FFF2-40B4-BE49-F238E27FC236}">
                <a16:creationId xmlns:a16="http://schemas.microsoft.com/office/drawing/2014/main" id="{B1727B87-7500-ADA1-DEDA-BD63E2082C7E}"/>
              </a:ext>
            </a:extLst>
          </p:cNvPr>
          <p:cNvSpPr>
            <a:spLocks noGrp="1"/>
          </p:cNvSpPr>
          <p:nvPr>
            <p:ph type="title"/>
          </p:nvPr>
        </p:nvSpPr>
        <p:spPr/>
        <p:txBody>
          <a:bodyPr/>
          <a:lstStyle/>
          <a:p>
            <a:r>
              <a:rPr lang="de-DE" dirty="0"/>
              <a:t>Quellen</a:t>
            </a:r>
          </a:p>
        </p:txBody>
      </p:sp>
      <p:sp>
        <p:nvSpPr>
          <p:cNvPr id="4" name="Textplatzhalter 3"/>
          <p:cNvSpPr>
            <a:spLocks noGrp="1"/>
          </p:cNvSpPr>
          <p:nvPr>
            <p:ph idx="1"/>
          </p:nvPr>
        </p:nvSpPr>
        <p:spPr bwMode="auto"/>
        <p:txBody>
          <a:bodyPr>
            <a:normAutofit fontScale="92500" lnSpcReduction="10000"/>
          </a:bodyPr>
          <a:lstStyle/>
          <a:p>
            <a:pPr>
              <a:defRPr/>
            </a:pPr>
            <a:r>
              <a:rPr lang="en-GB" dirty="0"/>
              <a:t>Caulfield, J. (2022). Citation Styles Guide | Examples for All Major Styles. </a:t>
            </a:r>
            <a:r>
              <a:rPr lang="en-GB" dirty="0" err="1"/>
              <a:t>Scribbr</a:t>
            </a:r>
            <a:r>
              <a:rPr lang="en-GB" dirty="0"/>
              <a:t>. Retrieved July 31, 2022, from </a:t>
            </a:r>
            <a:r>
              <a:rPr lang="en-GB" u="sng" dirty="0">
                <a:hlinkClick r:id="rId2" tooltip="https://www.scribbr.com/citing-sources/citation-styles/"/>
              </a:rPr>
              <a:t>https://www.scribbr.com/citing-sources/citation-styles/</a:t>
            </a:r>
            <a:endParaRPr lang="en-GB" dirty="0"/>
          </a:p>
          <a:p>
            <a:pPr>
              <a:defRPr/>
            </a:pPr>
            <a:r>
              <a:rPr lang="en-US" dirty="0" err="1"/>
              <a:t>Flandorfer</a:t>
            </a:r>
            <a:r>
              <a:rPr lang="en-US" dirty="0"/>
              <a:t>, P. (2022). </a:t>
            </a:r>
            <a:r>
              <a:rPr lang="en-US" dirty="0" err="1"/>
              <a:t>Arten</a:t>
            </a:r>
            <a:r>
              <a:rPr lang="en-US" dirty="0"/>
              <a:t> von </a:t>
            </a:r>
            <a:r>
              <a:rPr lang="en-US" dirty="0" err="1"/>
              <a:t>plagiat</a:t>
            </a:r>
            <a:r>
              <a:rPr lang="en-US" dirty="0"/>
              <a:t>.</a:t>
            </a:r>
            <a:r>
              <a:rPr lang="en-GB" dirty="0"/>
              <a:t> </a:t>
            </a:r>
            <a:r>
              <a:rPr lang="en-US" dirty="0" err="1"/>
              <a:t>Scribbr</a:t>
            </a:r>
            <a:r>
              <a:rPr lang="en-US" dirty="0"/>
              <a:t>. </a:t>
            </a:r>
            <a:r>
              <a:rPr lang="en-GB" dirty="0"/>
              <a:t>Retrieved August 19, 2024, from</a:t>
            </a:r>
            <a:r>
              <a:rPr lang="en-US" dirty="0"/>
              <a:t> </a:t>
            </a:r>
            <a:r>
              <a:rPr lang="en-US" dirty="0">
                <a:hlinkClick r:id="rId3"/>
              </a:rPr>
              <a:t>https://www.scribbr.de/plagiat/arten/</a:t>
            </a:r>
            <a:r>
              <a:rPr lang="en-US" dirty="0"/>
              <a:t> </a:t>
            </a:r>
            <a:endParaRPr lang="en-GB" dirty="0"/>
          </a:p>
          <a:p>
            <a:pPr>
              <a:defRPr/>
            </a:pPr>
            <a:r>
              <a:rPr lang="en-GB" dirty="0"/>
              <a:t>Lab, P. W. (n.d.). In-Text Citations: The Basics //. Purdue Writing Lab. Retrieved July 31, 2022, from </a:t>
            </a:r>
            <a:r>
              <a:rPr lang="en-GB" u="sng" dirty="0">
                <a:hlinkClick r:id="rId4" tooltip="https://owl.purdue.edu/owl/research_and_citation/apa_style/apa_formatting_and_style_guide/in_text_citations_the_basics.html"/>
              </a:rPr>
              <a:t>https://owl.purdue.edu/owl/research_and_citation/apa_style/apa_formatting_and_style_guide/in_text_citations_the_basics.html</a:t>
            </a:r>
            <a:endParaRPr lang="en-GB" u="sng" dirty="0"/>
          </a:p>
          <a:p>
            <a:pPr>
              <a:defRPr/>
            </a:pPr>
            <a:r>
              <a:rPr lang="en-GB" dirty="0"/>
              <a:t>Pfeiffer, F. (2022). </a:t>
            </a:r>
            <a:r>
              <a:rPr lang="en-GB" dirty="0" err="1"/>
              <a:t>Paraphrasieren</a:t>
            </a:r>
            <a:r>
              <a:rPr lang="en-GB" dirty="0"/>
              <a:t> + </a:t>
            </a:r>
            <a:r>
              <a:rPr lang="en-GB" dirty="0" err="1"/>
              <a:t>Regeln</a:t>
            </a:r>
            <a:r>
              <a:rPr lang="en-GB" dirty="0"/>
              <a:t> und </a:t>
            </a:r>
            <a:r>
              <a:rPr lang="en-GB" dirty="0" err="1"/>
              <a:t>Formulierungshilfen</a:t>
            </a:r>
            <a:r>
              <a:rPr lang="en-GB" dirty="0"/>
              <a:t>. </a:t>
            </a:r>
            <a:r>
              <a:rPr lang="en-GB" dirty="0" err="1"/>
              <a:t>Scribbr</a:t>
            </a:r>
            <a:r>
              <a:rPr lang="en-GB" dirty="0"/>
              <a:t>. Retrieved September 4, 2022, from </a:t>
            </a:r>
            <a:r>
              <a:rPr lang="en-GB" u="sng" dirty="0">
                <a:hlinkClick r:id="rId5" tooltip="https://www.scribbr.de/richtig-zitieren/paraphrasieren/"/>
              </a:rPr>
              <a:t>https://www.scribbr.de/richtig-zitieren/paraphrasieren/</a:t>
            </a:r>
            <a:endParaRPr lang="en-GB" dirty="0"/>
          </a:p>
          <a:p>
            <a:pPr>
              <a:defRPr/>
            </a:pPr>
            <a:r>
              <a:rPr lang="en-GB" sz="1400" dirty="0" err="1"/>
              <a:t>Scribbr</a:t>
            </a:r>
            <a:r>
              <a:rPr lang="en-GB" sz="1400" dirty="0"/>
              <a:t>. (2022). APA-</a:t>
            </a:r>
            <a:r>
              <a:rPr lang="en-GB" sz="1400" dirty="0" err="1"/>
              <a:t>Richtlinien</a:t>
            </a:r>
            <a:r>
              <a:rPr lang="en-GB" sz="1400" dirty="0"/>
              <a:t> </a:t>
            </a:r>
            <a:r>
              <a:rPr lang="en-GB" sz="1400" dirty="0" err="1"/>
              <a:t>Archieven</a:t>
            </a:r>
            <a:r>
              <a:rPr lang="en-GB" sz="1400" dirty="0"/>
              <a:t>. Retrieved September 4, 2022, from </a:t>
            </a:r>
            <a:r>
              <a:rPr lang="en-GB" sz="1400" u="sng" dirty="0">
                <a:hlinkClick r:id="rId6" tooltip="https://www.scribbr.de/category/apa-standard/"/>
              </a:rPr>
              <a:t>https://www.scribbr.de/category/apa-standard/</a:t>
            </a:r>
            <a:endParaRPr lang="en-GB" sz="1400" u="sng" dirty="0"/>
          </a:p>
          <a:p>
            <a:pPr>
              <a:defRPr/>
            </a:pPr>
            <a:r>
              <a:rPr lang="en-US" dirty="0" err="1"/>
              <a:t>Scribbr</a:t>
            </a:r>
            <a:r>
              <a:rPr lang="en-US" dirty="0"/>
              <a:t>. (o. D.). </a:t>
            </a:r>
            <a:r>
              <a:rPr lang="en-US" dirty="0" err="1"/>
              <a:t>Anleitung</a:t>
            </a:r>
            <a:r>
              <a:rPr lang="en-US" dirty="0"/>
              <a:t> &amp; </a:t>
            </a:r>
            <a:r>
              <a:rPr lang="en-US" dirty="0" err="1"/>
              <a:t>Vorlesungsfolien</a:t>
            </a:r>
            <a:r>
              <a:rPr lang="en-US" dirty="0"/>
              <a:t> | APA-</a:t>
            </a:r>
            <a:r>
              <a:rPr lang="en-US" dirty="0" err="1"/>
              <a:t>Richtlinien</a:t>
            </a:r>
            <a:r>
              <a:rPr lang="en-US" dirty="0"/>
              <a:t>. </a:t>
            </a:r>
            <a:r>
              <a:rPr lang="en-GB" sz="1400" dirty="0"/>
              <a:t> Retrieved August 19, 2024, from </a:t>
            </a:r>
            <a:r>
              <a:rPr lang="en-US" dirty="0">
                <a:hlinkClick r:id="rId6"/>
              </a:rPr>
              <a:t>https://www.scribbr.de/category/apa-standard/</a:t>
            </a:r>
            <a:endParaRPr lang="en-GB" dirty="0"/>
          </a:p>
          <a:p>
            <a:pPr>
              <a:defRPr/>
            </a:pPr>
            <a:r>
              <a:rPr lang="en-GB" dirty="0"/>
              <a:t>University of Oxford. (2022). University of Oxford. Retrieved July 31, 2022, from </a:t>
            </a:r>
            <a:r>
              <a:rPr lang="en-GB" u="sng" dirty="0">
                <a:hlinkClick r:id="rId7" tooltip="https://www.ox.ac.uk/students/academic/guidance/skills/plagiarism"/>
              </a:rPr>
              <a:t>https://www.ox.ac.uk/students/academic/guidance/skills/plagiarism</a:t>
            </a:r>
            <a:endParaRPr lang="en-GB" dirty="0"/>
          </a:p>
          <a:p>
            <a:pPr>
              <a:defRPr/>
            </a:pPr>
            <a:endParaRPr lang="en-GB" sz="1400" dirty="0"/>
          </a:p>
          <a:p>
            <a:pPr>
              <a:defRPr/>
            </a:pPr>
            <a:endParaRPr lang="en-GB" sz="1600" dirty="0"/>
          </a:p>
          <a:p>
            <a:pPr>
              <a:defRPr/>
            </a:pPr>
            <a:endParaRPr lang="en-GB" dirty="0"/>
          </a:p>
          <a:p>
            <a:pPr>
              <a:defRPr/>
            </a:pPr>
            <a:endParaRPr lang="en-GB" dirty="0"/>
          </a:p>
          <a:p>
            <a:pPr>
              <a:defRPr/>
            </a:pPr>
            <a:endParaRPr lang="en-GB" dirty="0"/>
          </a:p>
          <a:p>
            <a:pPr>
              <a:defRPr/>
            </a:pPr>
            <a:endParaRPr lang="de-DE" dirty="0"/>
          </a:p>
        </p:txBody>
      </p:sp>
      <p:sp>
        <p:nvSpPr>
          <p:cNvPr id="3" name="Foliennummernplatzhalter 2"/>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14</a:t>
            </a:fld>
            <a:endParaRPr lang="de-DE"/>
          </a:p>
        </p:txBody>
      </p:sp>
    </p:spTree>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Streamline">
  <a:themeElements>
    <a:clrScheme name="Benutzerdefiniert 3">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4A8F084-1228-4343-983D-CA189E70AE93}"/>
</file>

<file path=customXml/itemProps2.xml><?xml version="1.0" encoding="utf-8"?>
<ds:datastoreItem xmlns:ds="http://schemas.openxmlformats.org/officeDocument/2006/customXml" ds:itemID="{C3073DB0-C1C2-4790-8059-22A06879C032}"/>
</file>

<file path=customXml/itemProps3.xml><?xml version="1.0" encoding="utf-8"?>
<ds:datastoreItem xmlns:ds="http://schemas.openxmlformats.org/officeDocument/2006/customXml" ds:itemID="{EFEF3561-C8EB-4B5C-9B39-B530D6074FEB}"/>
</file>

<file path=docProps/app.xml><?xml version="1.0" encoding="utf-8"?>
<Properties xmlns="http://schemas.openxmlformats.org/officeDocument/2006/extended-properties" xmlns:vt="http://schemas.openxmlformats.org/officeDocument/2006/docPropsVTypes">
  <Template/>
  <TotalTime>113</TotalTime>
  <Words>1661</Words>
  <Application>Microsoft Macintosh PowerPoint</Application>
  <DocSecurity>0</DocSecurity>
  <PresentationFormat>On-screen Show (16:9)</PresentationFormat>
  <Paragraphs>149</Paragraphs>
  <Slides>14</Slides>
  <Notes>13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14</vt:i4>
      </vt:variant>
    </vt:vector>
  </HeadingPairs>
  <TitlesOfParts>
    <vt:vector size="24" baseType="lpstr">
      <vt:lpstr>Arial</vt:lpstr>
      <vt:lpstr>Raleway</vt:lpstr>
      <vt:lpstr>Lora</vt:lpstr>
      <vt:lpstr>Arial Narrow</vt:lpstr>
      <vt:lpstr>Bradley Hand ITC</vt:lpstr>
      <vt:lpstr>Quattrocento Sans</vt:lpstr>
      <vt:lpstr>Symbol</vt:lpstr>
      <vt:lpstr>Lato</vt:lpstr>
      <vt:lpstr>Benutzerdefiniertes Design</vt:lpstr>
      <vt:lpstr>1_Streamline</vt:lpstr>
      <vt:lpstr>Academic Writing – Citations and References</vt:lpstr>
      <vt:lpstr>Agenda</vt:lpstr>
      <vt:lpstr>Getting Started</vt:lpstr>
      <vt:lpstr>Why and when?</vt:lpstr>
      <vt:lpstr>Plagiarism</vt:lpstr>
      <vt:lpstr>How to cite correctly?</vt:lpstr>
      <vt:lpstr>How to cite correctly?</vt:lpstr>
      <vt:lpstr>How to cite correctly?</vt:lpstr>
      <vt:lpstr>How to cite correctly?</vt:lpstr>
      <vt:lpstr>Paraphrasing</vt:lpstr>
      <vt:lpstr>PowerPoint Presentation</vt:lpstr>
      <vt:lpstr>Conclusion and Next Session</vt:lpstr>
      <vt:lpstr>Any Questions?</vt:lpstr>
      <vt:lpstr>Quellen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subject/>
  <dc:creator>Mai Huong Crämer</dc:creator>
  <cp:keywords/>
  <dc:description/>
  <cp:lastModifiedBy>Carlo Kruegermeier</cp:lastModifiedBy>
  <cp:revision>354</cp:revision>
  <dcterms:modified xsi:type="dcterms:W3CDTF">2024-09-15T12:50:45Z</dcterms:modified>
  <cp:category/>
  <dc:identifier/>
  <cp:contentStatus/>
  <dc:language/>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