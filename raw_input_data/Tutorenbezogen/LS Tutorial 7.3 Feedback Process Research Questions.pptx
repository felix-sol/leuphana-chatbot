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1"/>
  </p:notesMasterIdLst>
  <p:sldIdLst>
    <p:sldId id="256" r:id="rId5"/>
    <p:sldId id="272" r:id="rId6"/>
    <p:sldId id="273" r:id="rId7"/>
    <p:sldId id="274" r:id="rId8"/>
    <p:sldId id="275" r:id="rId9"/>
    <p:sldId id="276" r:id="rId10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51"/>
    <p:restoredTop sz="94629"/>
  </p:normalViewPr>
  <p:slideViewPr>
    <p:cSldViewPr>
      <p:cViewPr varScale="1">
        <p:scale>
          <a:sx n="91" d="100"/>
          <a:sy n="91" d="100"/>
        </p:scale>
        <p:origin x="126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8AB545-A7A2-C64E-BEC8-51F178C6B1AA}" type="datetimeFigureOut">
              <a:rPr lang="de-DE"/>
              <a:t>22.06.2026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C7837A-BE0C-8E44-AC6E-3BD867A160FB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767FD-6736-D867-BBF3-045B5A3E4C3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Tutor*in: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Untertitel 2"/>
          <p:cNvSpPr txBox="1"/>
          <p:nvPr userDrawn="1"/>
        </p:nvSpPr>
        <p:spPr bwMode="auto"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5" name="Untertitel 2"/>
          <p:cNvSpPr txBox="1"/>
          <p:nvPr userDrawn="1"/>
        </p:nvSpPr>
        <p:spPr bwMode="auto"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Datum: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366738" y="782145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01860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1944000" y="2738828"/>
            <a:ext cx="14400000" cy="648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811537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66765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19440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2202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653257" y="-539706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174623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1944000" y="3757613"/>
            <a:ext cx="7052362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9258301" y="3757613"/>
            <a:ext cx="7085700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296953" y="7886423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17027787" y="496651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619918" y="699121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2970519" y="3831315"/>
            <a:ext cx="1196899" cy="839754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4514349" y="3536997"/>
            <a:ext cx="1005134" cy="1005134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769110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7.3 Feedback </a:t>
            </a:r>
            <a:r>
              <a:rPr lang="de-DE" dirty="0" err="1"/>
              <a:t>Process</a:t>
            </a:r>
            <a:r>
              <a:rPr lang="de-DE" dirty="0"/>
              <a:t> Research Questions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Tutor*in: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F78B7A1-25A0-DDE6-681C-6615620064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000" y="3390900"/>
            <a:ext cx="14400000" cy="42672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de-DE" sz="4400" dirty="0" err="1"/>
              <a:t>Briefly</a:t>
            </a:r>
            <a:r>
              <a:rPr lang="de-DE" sz="4400" dirty="0"/>
              <a:t> </a:t>
            </a:r>
            <a:r>
              <a:rPr lang="de-DE" sz="4400" dirty="0" err="1"/>
              <a:t>present</a:t>
            </a:r>
            <a:r>
              <a:rPr lang="de-DE" sz="4400" dirty="0"/>
              <a:t>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planned</a:t>
            </a:r>
            <a:r>
              <a:rPr lang="de-DE" sz="4400" dirty="0"/>
              <a:t> </a:t>
            </a:r>
            <a:r>
              <a:rPr lang="de-DE" sz="4400" dirty="0" err="1"/>
              <a:t>topic</a:t>
            </a:r>
            <a:r>
              <a:rPr lang="de-DE" sz="4400" dirty="0"/>
              <a:t> of </a:t>
            </a:r>
            <a:r>
              <a:rPr lang="de-DE" sz="4400" dirty="0" err="1"/>
              <a:t>your</a:t>
            </a:r>
            <a:r>
              <a:rPr lang="de-DE" sz="4400" dirty="0"/>
              <a:t> </a:t>
            </a:r>
            <a:r>
              <a:rPr lang="de-DE" sz="4400" dirty="0" err="1"/>
              <a:t>portfolio</a:t>
            </a:r>
            <a:r>
              <a:rPr lang="de-DE" sz="4400" dirty="0"/>
              <a:t> and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current</a:t>
            </a:r>
            <a:r>
              <a:rPr lang="de-DE" sz="4400" dirty="0"/>
              <a:t> </a:t>
            </a:r>
            <a:r>
              <a:rPr lang="de-DE" sz="4400" dirty="0" err="1"/>
              <a:t>status</a:t>
            </a:r>
            <a:r>
              <a:rPr lang="de-DE" sz="4400" dirty="0"/>
              <a:t> of </a:t>
            </a:r>
            <a:r>
              <a:rPr lang="de-DE" sz="4400" dirty="0" err="1"/>
              <a:t>your</a:t>
            </a:r>
            <a:r>
              <a:rPr lang="de-DE" sz="4400" dirty="0"/>
              <a:t> </a:t>
            </a:r>
            <a:r>
              <a:rPr lang="de-DE" sz="4400" dirty="0" err="1"/>
              <a:t>research</a:t>
            </a:r>
            <a:r>
              <a:rPr lang="de-DE" sz="4400" dirty="0"/>
              <a:t> </a:t>
            </a:r>
            <a:r>
              <a:rPr lang="de-DE" sz="4400" dirty="0" err="1"/>
              <a:t>question</a:t>
            </a:r>
            <a:r>
              <a:rPr lang="de-DE" sz="4400" dirty="0"/>
              <a:t>. </a:t>
            </a:r>
            <a:br>
              <a:rPr lang="de-DE" sz="4400" dirty="0"/>
            </a:br>
            <a:br>
              <a:rPr lang="de-DE" sz="4400" dirty="0"/>
            </a:br>
            <a:r>
              <a:rPr lang="de-DE" sz="4400" dirty="0"/>
              <a:t>2 </a:t>
            </a:r>
            <a:r>
              <a:rPr lang="de-DE" sz="4400" dirty="0" err="1"/>
              <a:t>minutes</a:t>
            </a:r>
            <a:r>
              <a:rPr lang="de-DE" sz="4400" dirty="0"/>
              <a:t> per </a:t>
            </a:r>
            <a:r>
              <a:rPr lang="de-DE" sz="4400" dirty="0" err="1"/>
              <a:t>person</a:t>
            </a:r>
            <a:r>
              <a:rPr lang="de-DE" sz="4400" dirty="0"/>
              <a:t>.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4232267-5683-1B7C-3694-5DAFBC4A568E}"/>
              </a:ext>
            </a:extLst>
          </p:cNvPr>
          <p:cNvSpPr txBox="1">
            <a:spLocks/>
          </p:cNvSpPr>
          <p:nvPr/>
        </p:nvSpPr>
        <p:spPr bwMode="auto">
          <a:xfrm>
            <a:off x="1944000" y="1301860"/>
            <a:ext cx="14400000" cy="1260000"/>
          </a:xfrm>
          <a:prstGeom prst="rect">
            <a:avLst/>
          </a:prstGeom>
        </p:spPr>
        <p:txBody>
          <a:bodyPr vert="horz" lIns="90000" tIns="45720" rIns="91440" bIns="45720" rtlCol="0" anchor="b" anchorCtr="1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5400" dirty="0" err="1"/>
              <a:t>Presentation</a:t>
            </a:r>
            <a:r>
              <a:rPr lang="de-DE" sz="5400" dirty="0"/>
              <a:t> of </a:t>
            </a:r>
            <a:r>
              <a:rPr lang="de-DE" sz="5400" dirty="0" err="1"/>
              <a:t>the</a:t>
            </a:r>
            <a:r>
              <a:rPr lang="de-DE" sz="5400" dirty="0"/>
              <a:t> Research Question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412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D0426-AF9D-F6FB-C1B7-FBC1E88102CB}"/>
              </a:ext>
            </a:extLst>
          </p:cNvPr>
          <p:cNvSpPr txBox="1">
            <a:spLocks/>
          </p:cNvSpPr>
          <p:nvPr/>
        </p:nvSpPr>
        <p:spPr>
          <a:xfrm>
            <a:off x="1944000" y="1301860"/>
            <a:ext cx="14400000" cy="1260000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dirty="0"/>
              <a:t>Self-</a:t>
            </a:r>
            <a:r>
              <a:rPr lang="de-DE" sz="5400" dirty="0" err="1"/>
              <a:t>Reflection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91AB98-E8D1-B5A7-7405-CD8514CAE28F}"/>
              </a:ext>
            </a:extLst>
          </p:cNvPr>
          <p:cNvSpPr txBox="1">
            <a:spLocks/>
          </p:cNvSpPr>
          <p:nvPr/>
        </p:nvSpPr>
        <p:spPr>
          <a:xfrm>
            <a:off x="1944000" y="2738828"/>
            <a:ext cx="14400000" cy="648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de-DE" sz="4000" dirty="0" err="1"/>
              <a:t>How</a:t>
            </a:r>
            <a:r>
              <a:rPr lang="de-DE" sz="4000" dirty="0"/>
              <a:t> </a:t>
            </a:r>
            <a:r>
              <a:rPr lang="de-DE" sz="4000" dirty="0" err="1"/>
              <a:t>did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formulation</a:t>
            </a:r>
            <a:r>
              <a:rPr lang="de-DE" sz="4000" dirty="0"/>
              <a:t> of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research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 </a:t>
            </a:r>
            <a:r>
              <a:rPr lang="de-DE" sz="4000" dirty="0" err="1"/>
              <a:t>work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endParaRPr lang="de-DE" sz="4000" dirty="0"/>
          </a:p>
          <a:p>
            <a:pPr algn="ctr">
              <a:lnSpc>
                <a:spcPct val="150000"/>
              </a:lnSpc>
            </a:pPr>
            <a:r>
              <a:rPr lang="de-DE" sz="4000" dirty="0" err="1"/>
              <a:t>How</a:t>
            </a:r>
            <a:r>
              <a:rPr lang="de-DE" sz="4000" dirty="0"/>
              <a:t> </a:t>
            </a:r>
            <a:r>
              <a:rPr lang="de-DE" sz="4000" dirty="0" err="1"/>
              <a:t>could</a:t>
            </a:r>
            <a:r>
              <a:rPr lang="de-DE" sz="4000" dirty="0"/>
              <a:t> </a:t>
            </a:r>
            <a:r>
              <a:rPr lang="de-DE" sz="4000" dirty="0" err="1"/>
              <a:t>you</a:t>
            </a:r>
            <a:r>
              <a:rPr lang="de-DE" sz="4000" dirty="0"/>
              <a:t> </a:t>
            </a:r>
            <a:r>
              <a:rPr lang="de-DE" sz="4000" dirty="0" err="1"/>
              <a:t>use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6 </a:t>
            </a:r>
            <a:r>
              <a:rPr lang="de-DE" sz="4000" dirty="0" err="1"/>
              <a:t>tips</a:t>
            </a:r>
            <a:r>
              <a:rPr lang="de-DE" sz="4000" dirty="0"/>
              <a:t> </a:t>
            </a:r>
            <a:r>
              <a:rPr lang="de-DE" sz="4000" dirty="0" err="1"/>
              <a:t>from</a:t>
            </a:r>
            <a:r>
              <a:rPr lang="de-DE" sz="4000" dirty="0"/>
              <a:t> </a:t>
            </a:r>
            <a:r>
              <a:rPr lang="de-DE" sz="4000" dirty="0" err="1"/>
              <a:t>section</a:t>
            </a:r>
            <a:r>
              <a:rPr lang="de-DE" sz="4000" dirty="0"/>
              <a:t> 7.2 </a:t>
            </a:r>
            <a:r>
              <a:rPr lang="de-DE" sz="4000" dirty="0" err="1"/>
              <a:t>to</a:t>
            </a:r>
            <a:r>
              <a:rPr lang="de-DE" sz="4000" dirty="0"/>
              <a:t> </a:t>
            </a:r>
            <a:r>
              <a:rPr lang="de-DE" sz="4000" dirty="0" err="1"/>
              <a:t>refine</a:t>
            </a:r>
            <a:r>
              <a:rPr lang="de-DE" sz="4000" dirty="0"/>
              <a:t> </a:t>
            </a:r>
            <a:r>
              <a:rPr lang="de-DE" sz="4000" dirty="0" err="1"/>
              <a:t>or</a:t>
            </a:r>
            <a:r>
              <a:rPr lang="de-DE" sz="4000" dirty="0"/>
              <a:t> </a:t>
            </a:r>
            <a:r>
              <a:rPr lang="de-DE" sz="4000" dirty="0" err="1"/>
              <a:t>further</a:t>
            </a:r>
            <a:r>
              <a:rPr lang="de-DE" sz="4000" dirty="0"/>
              <a:t> </a:t>
            </a:r>
            <a:r>
              <a:rPr lang="de-DE" sz="4000" dirty="0" err="1"/>
              <a:t>develop</a:t>
            </a:r>
            <a:r>
              <a:rPr lang="de-DE" sz="4000" dirty="0"/>
              <a:t>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?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52671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978F7CA-FC51-831E-1EDE-04153C095E9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000" y="2857500"/>
            <a:ext cx="14400000" cy="6127640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Present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portfolio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topic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current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status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research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question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a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partner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. 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3-5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minutes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per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person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Why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did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choose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this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topic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Which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aspects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have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already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explored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detail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What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open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questions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or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challenges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remain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endParaRPr lang="de-DE" sz="4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166EC02-DEC3-459A-DB71-4240B1B5EE38}"/>
              </a:ext>
            </a:extLst>
          </p:cNvPr>
          <p:cNvSpPr txBox="1">
            <a:spLocks/>
          </p:cNvSpPr>
          <p:nvPr/>
        </p:nvSpPr>
        <p:spPr bwMode="auto">
          <a:xfrm>
            <a:off x="1944000" y="1301860"/>
            <a:ext cx="14400000" cy="1260000"/>
          </a:xfrm>
          <a:prstGeom prst="rect">
            <a:avLst/>
          </a:prstGeom>
        </p:spPr>
        <p:txBody>
          <a:bodyPr vert="horz" lIns="90000" tIns="45720" rIns="91440" bIns="45720" rtlCol="0" anchor="b" anchorCtr="1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5400" dirty="0" err="1"/>
              <a:t>Presentation</a:t>
            </a:r>
            <a:r>
              <a:rPr lang="de-DE" sz="5400" dirty="0"/>
              <a:t> of </a:t>
            </a:r>
            <a:r>
              <a:rPr lang="de-DE" sz="5400" dirty="0" err="1"/>
              <a:t>the</a:t>
            </a:r>
            <a:r>
              <a:rPr lang="de-DE" sz="5400" dirty="0"/>
              <a:t>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7536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4A6E0DEB-0F8D-3B40-9C62-3702CC74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01860"/>
            <a:ext cx="14400000" cy="1260000"/>
          </a:xfrm>
        </p:spPr>
        <p:txBody>
          <a:bodyPr>
            <a:normAutofit/>
          </a:bodyPr>
          <a:lstStyle/>
          <a:p>
            <a:r>
              <a:rPr lang="de-DE" sz="5400" dirty="0"/>
              <a:t>Partner Feedback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8581B20-CA7D-30FC-71C0-23017EF6C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clear</a:t>
            </a:r>
            <a:r>
              <a:rPr lang="de-DE" dirty="0"/>
              <a:t> and well-</a:t>
            </a:r>
            <a:r>
              <a:rPr lang="de-DE" dirty="0" err="1"/>
              <a:t>formulated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fit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portfolio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broad</a:t>
            </a:r>
            <a:r>
              <a:rPr lang="de-DE" dirty="0"/>
              <a:t>,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address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on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time and </a:t>
            </a:r>
            <a:r>
              <a:rPr lang="de-DE" dirty="0" err="1"/>
              <a:t>resources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/>
              <a:t>Are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</a:t>
            </a:r>
            <a:r>
              <a:rPr lang="de-DE" dirty="0" err="1"/>
              <a:t>accessible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encourage</a:t>
            </a:r>
            <a:r>
              <a:rPr lang="de-DE" dirty="0"/>
              <a:t> </a:t>
            </a:r>
            <a:r>
              <a:rPr lang="de-DE" dirty="0" err="1"/>
              <a:t>critical</a:t>
            </a:r>
            <a:r>
              <a:rPr lang="de-DE" dirty="0"/>
              <a:t> and in-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reflection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offer</a:t>
            </a:r>
            <a:r>
              <a:rPr lang="de-DE" dirty="0"/>
              <a:t> </a:t>
            </a:r>
            <a:r>
              <a:rPr lang="de-DE" dirty="0" err="1"/>
              <a:t>opportunities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connect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483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5286F-160A-0DF7-3E97-090F80E7C458}"/>
              </a:ext>
            </a:extLst>
          </p:cNvPr>
          <p:cNvSpPr txBox="1">
            <a:spLocks/>
          </p:cNvSpPr>
          <p:nvPr/>
        </p:nvSpPr>
        <p:spPr>
          <a:xfrm>
            <a:off x="1944000" y="1301860"/>
            <a:ext cx="14400000" cy="126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dirty="0"/>
              <a:t>Im Plenum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88D95E-E1B5-B7DB-5E91-2DC966012B08}"/>
              </a:ext>
            </a:extLst>
          </p:cNvPr>
          <p:cNvSpPr txBox="1">
            <a:spLocks/>
          </p:cNvSpPr>
          <p:nvPr/>
        </p:nvSpPr>
        <p:spPr>
          <a:xfrm>
            <a:off x="1944000" y="2738828"/>
            <a:ext cx="14400000" cy="6480000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does</a:t>
            </a:r>
            <a:r>
              <a:rPr lang="de-DE" sz="4000" dirty="0"/>
              <a:t>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 </a:t>
            </a:r>
            <a:r>
              <a:rPr lang="de-DE" sz="4000" dirty="0" err="1"/>
              <a:t>currently</a:t>
            </a:r>
            <a:r>
              <a:rPr lang="de-DE" sz="4000" dirty="0"/>
              <a:t> </a:t>
            </a:r>
            <a:r>
              <a:rPr lang="de-DE" sz="4000" dirty="0" err="1"/>
              <a:t>look</a:t>
            </a:r>
            <a:r>
              <a:rPr lang="de-DE" sz="4000" dirty="0"/>
              <a:t> like?</a:t>
            </a:r>
          </a:p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is</a:t>
            </a:r>
            <a:r>
              <a:rPr lang="de-DE" sz="4000" dirty="0"/>
              <a:t> still </a:t>
            </a:r>
            <a:r>
              <a:rPr lang="de-DE" sz="4000" dirty="0" err="1"/>
              <a:t>unclear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feedback</a:t>
            </a:r>
            <a:r>
              <a:rPr lang="de-DE" sz="4000" dirty="0"/>
              <a:t> </a:t>
            </a:r>
            <a:r>
              <a:rPr lang="de-DE" sz="4000" dirty="0" err="1"/>
              <a:t>did</a:t>
            </a:r>
            <a:r>
              <a:rPr lang="de-DE" sz="4000" dirty="0"/>
              <a:t> </a:t>
            </a:r>
            <a:r>
              <a:rPr lang="de-DE" sz="4000" dirty="0" err="1"/>
              <a:t>you</a:t>
            </a:r>
            <a:r>
              <a:rPr lang="de-DE" sz="4000" dirty="0"/>
              <a:t> </a:t>
            </a:r>
            <a:r>
              <a:rPr lang="de-DE" sz="4000" dirty="0" err="1"/>
              <a:t>receive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r>
              <a:rPr lang="de-DE" sz="4000" dirty="0"/>
              <a:t>Any </a:t>
            </a:r>
            <a:r>
              <a:rPr lang="de-DE" sz="4000" dirty="0" err="1"/>
              <a:t>other</a:t>
            </a:r>
            <a:r>
              <a:rPr lang="de-DE" sz="4000" dirty="0"/>
              <a:t> open </a:t>
            </a:r>
            <a:r>
              <a:rPr lang="de-DE" sz="4000" dirty="0" err="1"/>
              <a:t>questions</a:t>
            </a:r>
            <a:r>
              <a:rPr lang="de-DE" sz="4000" dirty="0"/>
              <a:t> </a:t>
            </a:r>
            <a:r>
              <a:rPr lang="de-DE" sz="4000" dirty="0" err="1"/>
              <a:t>about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topic</a:t>
            </a:r>
            <a:r>
              <a:rPr lang="de-DE" sz="4000" dirty="0"/>
              <a:t> </a:t>
            </a:r>
            <a:br>
              <a:rPr lang="de-DE" sz="4000" dirty="0"/>
            </a:br>
            <a:r>
              <a:rPr lang="de-DE" sz="4000" dirty="0" err="1"/>
              <a:t>or</a:t>
            </a:r>
            <a:r>
              <a:rPr lang="de-DE" sz="4000" dirty="0"/>
              <a:t> </a:t>
            </a:r>
            <a:r>
              <a:rPr lang="de-DE" sz="4000" dirty="0" err="1"/>
              <a:t>research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314625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805198-C88C-47E3-BD6E-76C4AE8083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DCD25A-D399-42B1-84AA-7CA689523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CA0EFF-B706-489C-9F7D-04327889BF2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240</Words>
  <Application>Microsoft Office PowerPoint</Application>
  <DocSecurity>0</DocSecurity>
  <PresentationFormat>Benutzerdefiniert</PresentationFormat>
  <Paragraphs>25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Aptos</vt:lpstr>
      <vt:lpstr>Arial</vt:lpstr>
      <vt:lpstr>Benutzerdefiniertes Design</vt:lpstr>
      <vt:lpstr>7.3 Feedback Process Research Questions</vt:lpstr>
      <vt:lpstr>Briefly present the planned topic of your portfolio and the current status of your research question.   2 minutes per person.</vt:lpstr>
      <vt:lpstr>PowerPoint-Präsentation</vt:lpstr>
      <vt:lpstr>Present your portfolio topic and the current status of your research question to a partner.  3-5 minutes per person.  Why did you choose this topic? Which aspects have you already explored in more detail? What open questions or challenges remain? </vt:lpstr>
      <vt:lpstr>Partner Feedback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Felix Soltau</cp:lastModifiedBy>
  <cp:revision>9</cp:revision>
  <dcterms:created xsi:type="dcterms:W3CDTF">2006-08-16T00:00:00Z</dcterms:created>
  <dcterms:modified xsi:type="dcterms:W3CDTF">2026-06-22T20:38:10Z</dcterms:modified>
  <cp:category/>
  <dc:identifier>DAGKdR2DXUk</dc:identifier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