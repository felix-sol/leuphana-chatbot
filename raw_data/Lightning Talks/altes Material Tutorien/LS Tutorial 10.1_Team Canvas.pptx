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9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CE70F-394C-4ADF-9984-78DD27C4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84F510-1430-4B19-A480-B2C3D8BD5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467B45-A084-4764-8CF0-4AB8B54B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EA94F-A047-4DAF-BC7A-82FFF552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731E95-4E54-4412-8B82-1F13C4D3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7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269C6-1D59-4B76-9C59-6E7870C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31AFDC-73B8-4B41-8B4A-A532C5D6D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3930FB-7535-46D0-9ECA-B50CFC3F4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200EF3-7D2D-43FF-8025-B1A75624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0C07F-4B54-4886-935F-75F6ECFA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86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60B07B-8F4E-41C8-86A2-8387C8E8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62807B-DCD8-43CD-96FF-5263FB1CF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6C4BF7-3821-42A0-B95E-6BAA5BA6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544ABF-3940-4271-BEF0-5B1E8763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A745E7-F942-4B3B-A8BD-AB6987F7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9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A4631-56DD-443D-BE9C-5BC3D66A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32936B-4BB1-488F-884F-65EC62326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684881-58CA-4C18-B39A-7EBDC9EF9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85C525-6405-4EAF-8AFB-897ECB2C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892F96-8BDF-4C6F-8CDA-37C622BB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505CB-1831-4FC8-8316-3953E6DD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38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DEA894-CA37-4530-827C-E245B32C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16A79B-F54E-4C93-AF03-0094EB78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6667B2-A47F-4D88-B536-66E28A26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500279-56F6-475A-9383-9D4E03F8C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52C1B6-8657-4CE1-AFB9-FEBAAA515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35673D-B3C6-48BA-A604-D438AA9D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192DCE-3EFE-44DF-BFC1-67D95E24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D321768-F96A-40B9-BD36-81A60CEB4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75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B8170D-028F-4AA2-91F7-E3331FE1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6C78C49-058D-41EF-A3E1-E4EF3062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B0F55B-F017-448D-B3D4-D0E0EB3F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5EA053-23F1-4F73-8DA8-4AF78F2B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08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A91FE8-289E-4550-985E-C5789029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5C07DD-3B2A-4419-88F2-2076A4D3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5380E1-325C-4B81-94AE-D9939F23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688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053A5-9CA0-40F0-9165-EFEEF947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53E7F1-FDCF-48C3-99DF-6071500C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2D65B5-1AF5-4F5B-92EE-011265687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1D76DB-9B2E-430A-9B05-C87A55DF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1D2570-5C11-483A-876A-E47981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A68FCF-F6A0-4EDF-A0D9-2E1A431D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05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5A210-92EF-4CC6-85C6-57F93160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31E953-ECCD-4113-A4A1-5E976374B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8324F7-C8D2-417C-A8B8-8CF8AD17F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326DB7-EBFF-40D6-B384-A34A32AC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12B546-C414-4D68-B837-CD2F6988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872D76-D2CD-41FF-9965-0A6A6B54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7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0FA90-71B3-4C29-B047-A04E6179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B9FF0E-9403-4998-80E5-AD5E06233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D25821-6EC4-40EF-A2EC-56D71EB5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91541D-BC20-4A4E-ACE6-1BC44E5B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AA3EED-D514-45D4-939E-FE957367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98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05A52B-D528-4A74-B996-013348FD1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D5ED8A-CEA3-48CB-B8C3-0E801EBBD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169956-5509-419E-B0CE-046BD37E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7D90B2-233B-46CF-9212-C72B0D15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A75F0-C38B-418D-B081-91209D3E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9DAAF-33BC-4E75-91A2-3DDF3A1F2F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94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901BCB-D8A1-44C5-BC45-9A664F99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E415BD-8BD3-4C71-A13E-E2CD76E10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39B71B-BCCF-46B6-9B5F-EC3F03FC9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EE25-B5D2-46C8-BB58-CEAD04E5DDCB}" type="datetimeFigureOut">
              <a:rPr lang="de-DE" smtClean="0"/>
              <a:t>26.09.2020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451DE-8263-4506-B946-73352E2F0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9A01C5-5A1C-4A41-87A5-BC528CE06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9DAAF-33BC-4E75-91A2-3DDF3A1F2FCA}" type="slidenum">
              <a:rPr lang="de-DE" smtClean="0"/>
              <a:t>'No.'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37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7C0AEB0-9F41-484F-84B9-B354A927BB6D}"/>
              </a:ext>
            </a:extLst>
          </p:cNvPr>
          <p:cNvGrpSpPr/>
          <p:nvPr/>
        </p:nvGrpSpPr>
        <p:grpSpPr>
          <a:xfrm>
            <a:off x="2253400" y="505921"/>
            <a:ext cx="7460220" cy="5016908"/>
            <a:chOff x="2253400" y="173415"/>
            <a:chExt cx="7460220" cy="5016908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49C43B9D-82E6-4333-8270-F73784B94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400" y="714191"/>
              <a:ext cx="7460220" cy="4476132"/>
            </a:xfrm>
            <a:prstGeom prst="rect">
              <a:avLst/>
            </a:prstGeom>
          </p:spPr>
        </p:pic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87596AF3-43D3-4759-A160-038ABCE11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091" y="173415"/>
              <a:ext cx="6615617" cy="662475"/>
            </a:xfrm>
            <a:prstGeom prst="rect">
              <a:avLst/>
            </a:prstGeom>
          </p:spPr>
        </p:pic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B7D529BA-1D69-47B8-9CE4-CBDB44F2C108}"/>
              </a:ext>
            </a:extLst>
          </p:cNvPr>
          <p:cNvSpPr txBox="1"/>
          <p:nvPr/>
        </p:nvSpPr>
        <p:spPr>
          <a:xfrm>
            <a:off x="9521629" y="3513534"/>
            <a:ext cx="2455652" cy="1446550"/>
          </a:xfrm>
          <a:prstGeom prst="wedgeRectCallout">
            <a:avLst>
              <a:gd name="adj1" fmla="val -57854"/>
              <a:gd name="adj2" fmla="val -31241"/>
            </a:avLst>
          </a:prstGeom>
          <a:noFill/>
          <a:ln>
            <a:solidFill>
              <a:srgbClr val="7B0D3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 and activities</a:t>
            </a:r>
          </a:p>
          <a:p>
            <a:endParaRPr lang="de-DE" sz="1100" b="1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10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are the ground rules you want to agree on? How will you communicate? How will you make decisions? How will you plan, execute and evaluate?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10D0BE4-3AB9-4A16-AC53-AD0D339BB1A1}"/>
              </a:ext>
            </a:extLst>
          </p:cNvPr>
          <p:cNvSpPr txBox="1"/>
          <p:nvPr/>
        </p:nvSpPr>
        <p:spPr>
          <a:xfrm>
            <a:off x="214719" y="1544579"/>
            <a:ext cx="2244437" cy="938719"/>
          </a:xfrm>
          <a:prstGeom prst="wedgeRectCallout">
            <a:avLst>
              <a:gd name="adj1" fmla="val 59491"/>
              <a:gd name="adj2" fmla="val 13795"/>
            </a:avLst>
          </a:prstGeom>
          <a:noFill/>
          <a:ln>
            <a:solidFill>
              <a:srgbClr val="7B0D3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endParaRPr lang="de-DE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100" b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are the goals for the entire team and for each team member?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3A194D-A02A-435B-B47A-CB6FC513E7C6}"/>
              </a:ext>
            </a:extLst>
          </p:cNvPr>
          <p:cNvSpPr txBox="1"/>
          <p:nvPr/>
        </p:nvSpPr>
        <p:spPr>
          <a:xfrm>
            <a:off x="9521629" y="1544579"/>
            <a:ext cx="2455652" cy="1107996"/>
          </a:xfrm>
          <a:prstGeom prst="wedgeRectCallout">
            <a:avLst>
              <a:gd name="adj1" fmla="val -58627"/>
              <a:gd name="adj2" fmla="val 14348"/>
            </a:avLst>
          </a:prstGeom>
          <a:noFill/>
          <a:ln>
            <a:solidFill>
              <a:srgbClr val="7B0D30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Roles </a:t>
            </a:r>
            <a:r>
              <a:rPr lang="en-US" dirty="0"/>
              <a:t>&amp; </a:t>
            </a:r>
            <a:r>
              <a:rPr lang="en-US" dirty="0" err="1"/>
              <a:t>competencies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de-DE" b="0" dirty="0"/>
              <a:t>What are the roles and the corresponding skills and </a:t>
            </a:r>
            <a:r>
              <a:rPr lang="de-DE" b="0" dirty="0" err="1"/>
              <a:t>competencies that </a:t>
            </a:r>
            <a:r>
              <a:rPr lang="de-DE" b="0" dirty="0"/>
              <a:t>each member brings to the table?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7A20932-16BA-40B7-AA03-4278060E735C}"/>
              </a:ext>
            </a:extLst>
          </p:cNvPr>
          <p:cNvSpPr txBox="1"/>
          <p:nvPr/>
        </p:nvSpPr>
        <p:spPr>
          <a:xfrm>
            <a:off x="5314089" y="5522829"/>
            <a:ext cx="2104159" cy="938719"/>
          </a:xfrm>
          <a:prstGeom prst="wedgeRectCallout">
            <a:avLst>
              <a:gd name="adj1" fmla="val -18915"/>
              <a:gd name="adj2" fmla="val -217330"/>
            </a:avLst>
          </a:prstGeom>
          <a:noFill/>
          <a:ln>
            <a:solidFill>
              <a:srgbClr val="7B0D3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1100" b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1100" b="1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100" b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the purpose of the team: the </a:t>
            </a:r>
            <a:r>
              <a:rPr lang="de-DE" sz="1100" b="0" i="1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de-DE" sz="1100" b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behind your goals</a:t>
            </a:r>
            <a:r>
              <a:rPr lang="de-DE" sz="1100" b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56C70E-EF54-494C-90F6-94675D226D2F}"/>
              </a:ext>
            </a:extLst>
          </p:cNvPr>
          <p:cNvSpPr txBox="1"/>
          <p:nvPr/>
        </p:nvSpPr>
        <p:spPr>
          <a:xfrm>
            <a:off x="214719" y="3575724"/>
            <a:ext cx="2253926" cy="769441"/>
          </a:xfrm>
          <a:prstGeom prst="wedgeRectCallout">
            <a:avLst>
              <a:gd name="adj1" fmla="val 58521"/>
              <a:gd name="adj2" fmla="val -28655"/>
            </a:avLst>
          </a:prstGeom>
          <a:noFill/>
          <a:ln>
            <a:solidFill>
              <a:srgbClr val="7B0D30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Values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de-DE" b="0" dirty="0"/>
              <a:t>What are the core values that you share as a team?</a:t>
            </a:r>
          </a:p>
        </p:txBody>
      </p:sp>
    </p:spTree>
    <p:extLst>
      <p:ext uri="{BB962C8B-B14F-4D97-AF65-F5344CB8AC3E}">
        <p14:creationId xmlns:p14="http://schemas.microsoft.com/office/powerpoint/2010/main" val="278371096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EFE9A134-EE74-4D52-9969-EFD875496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70" y="203466"/>
            <a:ext cx="9408133" cy="665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2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E84F39-1742-4AA3-95A8-C37DAD975710}"/>
</file>

<file path=customXml/itemProps2.xml><?xml version="1.0" encoding="utf-8"?>
<ds:datastoreItem xmlns:ds="http://schemas.openxmlformats.org/officeDocument/2006/customXml" ds:itemID="{CC2080B5-92E6-4A3C-A9A6-0CE34E6603CA}"/>
</file>

<file path=customXml/itemProps3.xml><?xml version="1.0" encoding="utf-8"?>
<ds:datastoreItem xmlns:ds="http://schemas.openxmlformats.org/officeDocument/2006/customXml" ds:itemID="{4868C417-4211-4828-9E8C-ED8CDBE84E3D}"/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99</ap:Words>
  <ap:Application>Microsoft Office PowerPoint</ap:Application>
  <ap:PresentationFormat>Breitbild</ap:PresentationFormat>
  <ap:Paragraphs>15</ap:Paragraphs>
  <ap:Slides>2</ap:Slides>
  <ap:Notes>0</ap:Notes>
  <ap:HiddenSlides>0</ap:HiddenSlides>
  <ap:MMClips>0</ap:MMClips>
  <ap:ScaleCrop>false</ap:ScaleCrop>
  <ap:HeadingPairs>
    <vt:vector baseType="variant" size="6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ap:HeadingPairs>
  <ap:TitlesOfParts>
    <vt:vector baseType="lpstr" size="6">
      <vt:lpstr>Arial</vt:lpstr>
      <vt:lpstr>Calibri</vt:lpstr>
      <vt:lpstr>Calibri Light</vt:lpstr>
      <vt:lpstr>Office</vt:lpstr>
      <vt:lpstr>PowerPoint-Präsentation</vt:lpstr>
      <vt:lpstr>PowerPoint-Präsentation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Mai Huong Crämer</dc:creator>
  <cp:keywords>, docId:F8302498DA5A29E183B6EECDC037A7D2</cp:keywords>
  <cp:lastModifiedBy>Mai Huong Crämer</cp:lastModifiedBy>
  <cp:revision>4</cp:revision>
  <dcterms:created xsi:type="dcterms:W3CDTF">2020-09-26T11:53:26Z</dcterms:created>
  <dcterms:modified xsi:type="dcterms:W3CDTF">2020-09-26T12:25:37Z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