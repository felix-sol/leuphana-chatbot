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2" Type="http://schemas.openxmlformats.org/officeDocument/2006/relationships/custom-properties" Target="docProps/custom.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6" r:id="rId4"/>
    <p:sldMasterId id="2147483667"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10287000" cx="1828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customXml" Target="../customXml/item1.xml"/><Relationship Id="rId21" Type="http://schemas.openxmlformats.org/officeDocument/2006/relationships/slide" Target="slides/slide15.xml"/><Relationship Id="rId3" Type="http://schemas.openxmlformats.org/officeDocument/2006/relationships/presProps" Target="presProps.xml"/><Relationship Id="rId25" Type="http://schemas.openxmlformats.org/officeDocument/2006/relationships/slide" Target="slides/slide19.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0" Type="http://schemas.openxmlformats.org/officeDocument/2006/relationships/slide" Target="slides/slide14.xml"/><Relationship Id="rId2" Type="http://schemas.openxmlformats.org/officeDocument/2006/relationships/viewProps" Target="viewProps.xml"/><Relationship Id="rId16" Type="http://schemas.openxmlformats.org/officeDocument/2006/relationships/slide" Target="slides/slide10.xml"/><Relationship Id="rId24" Type="http://schemas.openxmlformats.org/officeDocument/2006/relationships/slide" Target="slides/slide18.xml"/><Relationship Id="rId1" Type="http://schemas.openxmlformats.org/officeDocument/2006/relationships/theme" Target="theme/theme2.xml"/><Relationship Id="rId6" Type="http://schemas.openxmlformats.org/officeDocument/2006/relationships/notesMaster" Target="notesMasters/notesMaster1.xml"/><Relationship Id="rId11" Type="http://schemas.openxmlformats.org/officeDocument/2006/relationships/slide" Target="slides/slide5.xml"/><Relationship Id="rId23" Type="http://schemas.openxmlformats.org/officeDocument/2006/relationships/slide" Target="slides/slide17.xml"/><Relationship Id="rId5" Type="http://schemas.openxmlformats.org/officeDocument/2006/relationships/slideMaster" Target="slideMasters/slideMaster2.xml"/><Relationship Id="rId15" Type="http://schemas.openxmlformats.org/officeDocument/2006/relationships/slide" Target="slides/slide9.xml"/><Relationship Id="rId28" Type="http://schemas.openxmlformats.org/officeDocument/2006/relationships/customXml" Target="../customXml/item3.xml"/><Relationship Id="rId10" Type="http://schemas.openxmlformats.org/officeDocument/2006/relationships/slide" Target="slides/slide4.xml"/><Relationship Id="rId19" Type="http://schemas.openxmlformats.org/officeDocument/2006/relationships/slide" Target="slides/slide13.xml"/><Relationship Id="rId22" Type="http://schemas.openxmlformats.org/officeDocument/2006/relationships/slide" Target="slides/slide16.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7"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de-DE"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3" name="Google Shape;29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220828e9436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0" name="Google Shape;300;g220828e9436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317500" lvl="0" marL="457200" rtl="0" algn="l">
              <a:spcBef>
                <a:spcPts val="0"/>
              </a:spcBef>
              <a:spcAft>
                <a:spcPts val="0"/>
              </a:spcAft>
              <a:buClr>
                <a:schemeClr val="dk1"/>
              </a:buClr>
              <a:buSzPts val="1400"/>
              <a:buChar char="●"/>
            </a:pPr>
            <a:r>
              <a:rPr lang="de-DE" sz="1100"/>
              <a:t>Present a strategy for dealing with large texts</a:t>
            </a:r>
            <a:endParaRPr sz="1100"/>
          </a:p>
        </p:txBody>
      </p:sp>
      <p:sp>
        <p:nvSpPr>
          <p:cNvPr id="301" name="Google Shape;301;g220828e9436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2fb2802f970_0_3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8" name="Google Shape;308;g2fb2802f970_0_3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317500" lvl="0" marL="457200" rtl="0" algn="l">
              <a:spcBef>
                <a:spcPts val="0"/>
              </a:spcBef>
              <a:spcAft>
                <a:spcPts val="0"/>
              </a:spcAft>
              <a:buClr>
                <a:schemeClr val="dk1"/>
              </a:buClr>
              <a:buSzPts val="1400"/>
              <a:buChar char="●"/>
            </a:pPr>
            <a:r>
              <a:rPr lang="de-DE" sz="1100"/>
              <a:t>Present a strategy for dealing with large texts</a:t>
            </a:r>
            <a:endParaRPr sz="1100"/>
          </a:p>
        </p:txBody>
      </p:sp>
      <p:sp>
        <p:nvSpPr>
          <p:cNvPr id="309" name="Google Shape;309;g2fb2802f970_0_33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2fb2802f970_0_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5" name="Google Shape;315;g2fb2802f970_0_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317500" lvl="0" marL="457200" rtl="0" algn="l">
              <a:spcBef>
                <a:spcPts val="0"/>
              </a:spcBef>
              <a:spcAft>
                <a:spcPts val="0"/>
              </a:spcAft>
              <a:buClr>
                <a:schemeClr val="dk1"/>
              </a:buClr>
              <a:buSzPts val="1400"/>
              <a:buChar char="●"/>
            </a:pPr>
            <a:r>
              <a:rPr lang="de-DE" sz="1100"/>
              <a:t>Present a strategy for dealing with large texts</a:t>
            </a:r>
            <a:endParaRPr sz="1100"/>
          </a:p>
        </p:txBody>
      </p:sp>
      <p:sp>
        <p:nvSpPr>
          <p:cNvPr id="316" name="Google Shape;316;g2fb2802f970_0_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2fb2802f970_0_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2" name="Google Shape;322;g2fb2802f970_0_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3" name="Google Shape;323;g2fb2802f970_0_3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2fb2802f970_0_1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9" name="Google Shape;329;g2fb2802f970_0_17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0" name="Google Shape;330;g2fb2802f970_0_17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2fb2802f970_0_1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6" name="Google Shape;336;g2fb2802f970_0_1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7" name="Google Shape;337;g2fb2802f970_0_18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2fb2802f970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3" name="Google Shape;343;g2fb2802f970_0_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317500" lvl="0" marL="457200" rtl="0" algn="l">
              <a:spcBef>
                <a:spcPts val="0"/>
              </a:spcBef>
              <a:spcAft>
                <a:spcPts val="0"/>
              </a:spcAft>
              <a:buClr>
                <a:schemeClr val="dk1"/>
              </a:buClr>
              <a:buSzPts val="1400"/>
              <a:buChar char="●"/>
            </a:pPr>
            <a:r>
              <a:rPr lang="de-DE" sz="1100"/>
              <a:t>Present a strategy for dealing with large texts</a:t>
            </a:r>
            <a:endParaRPr sz="1100"/>
          </a:p>
        </p:txBody>
      </p:sp>
      <p:sp>
        <p:nvSpPr>
          <p:cNvPr id="344" name="Google Shape;344;g2fb2802f970_0_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220828e9436_1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0" name="Google Shape;350;g220828e9436_1_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317500" lvl="0" marL="457200" rtl="0" algn="l">
              <a:spcBef>
                <a:spcPts val="0"/>
              </a:spcBef>
              <a:spcAft>
                <a:spcPts val="0"/>
              </a:spcAft>
              <a:buClr>
                <a:schemeClr val="dk1"/>
              </a:buClr>
              <a:buSzPts val="1400"/>
              <a:buChar char="●"/>
            </a:pPr>
            <a:r>
              <a:rPr lang="de-DE" sz="1100"/>
              <a:t>Präsentation einer Strategie mit schwierigen Texten umzugehen</a:t>
            </a:r>
            <a:endParaRPr sz="1100"/>
          </a:p>
        </p:txBody>
      </p:sp>
      <p:sp>
        <p:nvSpPr>
          <p:cNvPr id="351" name="Google Shape;351;g220828e9436_1_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220828e9436_1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7" name="Google Shape;357;g220828e9436_1_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317500" lvl="0" marL="457200" rtl="0" algn="l">
              <a:spcBef>
                <a:spcPts val="0"/>
              </a:spcBef>
              <a:spcAft>
                <a:spcPts val="0"/>
              </a:spcAft>
              <a:buClr>
                <a:schemeClr val="dk1"/>
              </a:buClr>
              <a:buSzPts val="1400"/>
              <a:buChar char="●"/>
            </a:pPr>
            <a:r>
              <a:rPr lang="de-DE" sz="1100"/>
              <a:t>Präsentation einer Strategie mit schwierigen Texten umzugehen</a:t>
            </a:r>
            <a:endParaRPr sz="1100"/>
          </a:p>
        </p:txBody>
      </p:sp>
      <p:sp>
        <p:nvSpPr>
          <p:cNvPr id="358" name="Google Shape;358;g220828e9436_1_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220828e9436_1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4" name="Google Shape;364;g220828e9436_1_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317500" lvl="0" marL="457200" rtl="0" algn="l">
              <a:spcBef>
                <a:spcPts val="0"/>
              </a:spcBef>
              <a:spcAft>
                <a:spcPts val="0"/>
              </a:spcAft>
              <a:buClr>
                <a:schemeClr val="dk1"/>
              </a:buClr>
              <a:buSzPts val="1400"/>
              <a:buChar char="●"/>
            </a:pPr>
            <a:r>
              <a:rPr lang="de-DE" sz="1100"/>
              <a:t>Präsentation einer Strategie mit schwierigen Texten umzugehen</a:t>
            </a:r>
            <a:endParaRPr sz="1100"/>
          </a:p>
        </p:txBody>
      </p:sp>
      <p:sp>
        <p:nvSpPr>
          <p:cNvPr id="365" name="Google Shape;365;g220828e9436_1_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2fb20564c36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1" name="Google Shape;371;g2fb20564c36_0_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317500" lvl="0" marL="457200" rtl="0" algn="l">
              <a:spcBef>
                <a:spcPts val="0"/>
              </a:spcBef>
              <a:spcAft>
                <a:spcPts val="0"/>
              </a:spcAft>
              <a:buClr>
                <a:schemeClr val="dk1"/>
              </a:buClr>
              <a:buSzPts val="1400"/>
              <a:buChar char="●"/>
            </a:pPr>
            <a:r>
              <a:rPr lang="de-DE" sz="1100"/>
              <a:t>Präsentation einer Strategie mit schwierigen Texten umzugehen</a:t>
            </a:r>
            <a:endParaRPr sz="1100"/>
          </a:p>
        </p:txBody>
      </p:sp>
      <p:sp>
        <p:nvSpPr>
          <p:cNvPr id="372" name="Google Shape;372;g2fb20564c36_0_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220828e9436_1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8" name="Google Shape;378;g220828e9436_1_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317500" lvl="0" marL="457200" rtl="0" algn="l">
              <a:spcBef>
                <a:spcPts val="0"/>
              </a:spcBef>
              <a:spcAft>
                <a:spcPts val="0"/>
              </a:spcAft>
              <a:buClr>
                <a:schemeClr val="dk1"/>
              </a:buClr>
              <a:buSzPts val="1400"/>
              <a:buChar char="●"/>
            </a:pPr>
            <a:r>
              <a:rPr lang="de-DE" sz="1100"/>
              <a:t>Vorstellung bzw im nächsten Schritt Ausprobieren von zwei Strategien mit engl Texten umzugehen</a:t>
            </a:r>
            <a:endParaRPr sz="1100"/>
          </a:p>
          <a:p>
            <a:pPr indent="0" lvl="0" marL="0" rtl="0" algn="l">
              <a:spcBef>
                <a:spcPts val="0"/>
              </a:spcBef>
              <a:spcAft>
                <a:spcPts val="0"/>
              </a:spcAft>
              <a:buNone/>
            </a:pPr>
            <a:r>
              <a:t/>
            </a:r>
            <a:endParaRPr sz="1100"/>
          </a:p>
        </p:txBody>
      </p:sp>
      <p:sp>
        <p:nvSpPr>
          <p:cNvPr id="379" name="Google Shape;379;g220828e9436_1_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220828e9436_1_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5" name="Google Shape;385;g220828e9436_1_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317500" lvl="0" marL="457200" rtl="0" algn="l">
              <a:spcBef>
                <a:spcPts val="0"/>
              </a:spcBef>
              <a:spcAft>
                <a:spcPts val="0"/>
              </a:spcAft>
              <a:buClr>
                <a:schemeClr val="dk1"/>
              </a:buClr>
              <a:buSzPts val="1400"/>
              <a:buChar char="●"/>
            </a:pPr>
            <a:r>
              <a:rPr lang="de-DE" sz="1100"/>
              <a:t>Vorstellung bzw im nächsten Schritt Ausprobieren von zwei Strategien mit engl Texten umzugehen</a:t>
            </a:r>
            <a:endParaRPr sz="1100"/>
          </a:p>
          <a:p>
            <a:pPr indent="0" lvl="0" marL="0" rtl="0" algn="l">
              <a:spcBef>
                <a:spcPts val="0"/>
              </a:spcBef>
              <a:spcAft>
                <a:spcPts val="0"/>
              </a:spcAft>
              <a:buNone/>
            </a:pPr>
            <a:r>
              <a:t/>
            </a:r>
            <a:endParaRPr sz="1100"/>
          </a:p>
        </p:txBody>
      </p:sp>
      <p:sp>
        <p:nvSpPr>
          <p:cNvPr id="386" name="Google Shape;386;g220828e9436_1_3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220828e9436_1_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2" name="Google Shape;392;g220828e9436_1_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317500" lvl="0" marL="457200" rtl="0" algn="l">
              <a:spcBef>
                <a:spcPts val="0"/>
              </a:spcBef>
              <a:spcAft>
                <a:spcPts val="0"/>
              </a:spcAft>
              <a:buClr>
                <a:schemeClr val="dk1"/>
              </a:buClr>
              <a:buSzPts val="1400"/>
              <a:buChar char="●"/>
            </a:pPr>
            <a:r>
              <a:rPr lang="de-DE" sz="1100"/>
              <a:t>Vorstellung bzw im nächsten Schritt Ausprobieren von zwei Strategien mit engl Texten umzugehen</a:t>
            </a:r>
            <a:endParaRPr sz="1100"/>
          </a:p>
          <a:p>
            <a:pPr indent="0" lvl="0" marL="0" rtl="0" algn="l">
              <a:spcBef>
                <a:spcPts val="0"/>
              </a:spcBef>
              <a:spcAft>
                <a:spcPts val="0"/>
              </a:spcAft>
              <a:buNone/>
            </a:pPr>
            <a:r>
              <a:t/>
            </a:r>
            <a:endParaRPr sz="1100"/>
          </a:p>
        </p:txBody>
      </p:sp>
      <p:sp>
        <p:nvSpPr>
          <p:cNvPr id="393" name="Google Shape;393;g220828e9436_1_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2fb20564c36_0_1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9" name="Google Shape;399;g2fb20564c36_0_15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0" name="Google Shape;400;g2fb20564c36_0_15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220828e9436_1_3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5" name="Google Shape;405;g220828e9436_1_3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de-DE"/>
              <a:t>Diese Folie kann in die Präsentation eingefügt werden, falls an einer bestimmten Stelle eine Pause gemacht werden soll.</a:t>
            </a:r>
            <a:endParaRPr/>
          </a:p>
        </p:txBody>
      </p:sp>
      <p:sp>
        <p:nvSpPr>
          <p:cNvPr id="406" name="Google Shape;406;g220828e9436_1_3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2fb6a0a2688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1" name="Google Shape;411;g2fb6a0a2688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lang="de-DE"/>
              <a:t>This slide can be inserted at the beginning in case you want to do a short warm-up exercise</a:t>
            </a:r>
            <a:endParaRPr/>
          </a:p>
        </p:txBody>
      </p:sp>
      <p:sp>
        <p:nvSpPr>
          <p:cNvPr id="412" name="Google Shape;412;g2fb6a0a2688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220828e9436_1_3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7" name="Google Shape;417;g220828e9436_1_3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de-DE"/>
              <a:t>Diese Folie kann an einer Stelle in die Präsentation eingefügt werden an der ein kurzes Spiel gespielt wird oder es eine andere Art von Energizer gibt.</a:t>
            </a:r>
            <a:endParaRPr/>
          </a:p>
        </p:txBody>
      </p:sp>
      <p:sp>
        <p:nvSpPr>
          <p:cNvPr id="418" name="Google Shape;418;g220828e9436_1_3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3.png"/><Relationship Id="rId6" Type="http://schemas.openxmlformats.org/officeDocument/2006/relationships/image" Target="../media/image5.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9.png"/><Relationship Id="rId6" Type="http://schemas.openxmlformats.org/officeDocument/2006/relationships/image" Target="../media/image5.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9.png"/><Relationship Id="rId6" Type="http://schemas.openxmlformats.org/officeDocument/2006/relationships/image" Target="../media/image5.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9.png"/><Relationship Id="rId6"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9.png"/><Relationship Id="rId6" Type="http://schemas.openxmlformats.org/officeDocument/2006/relationships/image" Target="../media/image5.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9.png"/><Relationship Id="rId4" Type="http://schemas.openxmlformats.org/officeDocument/2006/relationships/image" Target="../media/image7.png"/><Relationship Id="rId5" Type="http://schemas.openxmlformats.org/officeDocument/2006/relationships/image" Target="../media/image6.png"/><Relationship Id="rId6"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3.png"/><Relationship Id="rId6" Type="http://schemas.openxmlformats.org/officeDocument/2006/relationships/image" Target="../media/image9.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9.png"/><Relationship Id="rId6" Type="http://schemas.openxmlformats.org/officeDocument/2006/relationships/image" Target="../media/image5.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3.png"/><Relationship Id="rId6" Type="http://schemas.openxmlformats.org/officeDocument/2006/relationships/image" Target="../media/image5.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9.png"/><Relationship Id="rId6" Type="http://schemas.openxmlformats.org/officeDocument/2006/relationships/image" Target="../media/image5.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9.png"/><Relationship Id="rId6" Type="http://schemas.openxmlformats.org/officeDocument/2006/relationships/image" Target="../media/image5.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9.png"/><Relationship Id="rId6" Type="http://schemas.openxmlformats.org/officeDocument/2006/relationships/image" Target="../media/image5.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9.png"/><Relationship Id="rId6" Type="http://schemas.openxmlformats.org/officeDocument/2006/relationships/image" Target="../media/image5.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9.png"/><Relationship Id="rId4" Type="http://schemas.openxmlformats.org/officeDocument/2006/relationships/image" Target="../media/image7.png"/><Relationship Id="rId5" Type="http://schemas.openxmlformats.org/officeDocument/2006/relationships/image" Target="../media/image6.png"/><Relationship Id="rId6"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3.png"/><Relationship Id="rId6" Type="http://schemas.openxmlformats.org/officeDocument/2006/relationships/image" Target="../media/image9.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9.png"/><Relationship Id="rId6" Type="http://schemas.openxmlformats.org/officeDocument/2006/relationships/image" Target="../media/image5.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er" type="blank">
  <p:cSld name="BLANK">
    <p:spTree>
      <p:nvGrpSpPr>
        <p:cNvPr id="13" name="Shape 13"/>
        <p:cNvGrpSpPr/>
        <p:nvPr/>
      </p:nvGrpSpPr>
      <p:grpSpPr>
        <a:xfrm>
          <a:off x="0" y="0"/>
          <a:ext cx="0" cy="0"/>
          <a:chOff x="0" y="0"/>
          <a:chExt cx="0" cy="0"/>
        </a:xfrm>
      </p:grpSpPr>
      <p:sp>
        <p:nvSpPr>
          <p:cNvPr id="14" name="Google Shape;14;p2"/>
          <p:cNvSpPr/>
          <p:nvPr/>
        </p:nvSpPr>
        <p:spPr>
          <a:xfrm rot="-2487859">
            <a:off x="1848993" y="-392157"/>
            <a:ext cx="2100921" cy="2020412"/>
          </a:xfrm>
          <a:custGeom>
            <a:rect b="b" l="l" r="r" t="t"/>
            <a:pathLst>
              <a:path extrusionOk="0" h="1494392" w="1763767">
                <a:moveTo>
                  <a:pt x="0" y="0"/>
                </a:moveTo>
                <a:lnTo>
                  <a:pt x="1763767" y="0"/>
                </a:lnTo>
                <a:lnTo>
                  <a:pt x="1763767" y="1494392"/>
                </a:lnTo>
                <a:lnTo>
                  <a:pt x="0" y="1494392"/>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5" name="Google Shape;15;p2"/>
          <p:cNvSpPr/>
          <p:nvPr/>
        </p:nvSpPr>
        <p:spPr>
          <a:xfrm>
            <a:off x="351158" y="5589207"/>
            <a:ext cx="2499164" cy="2394654"/>
          </a:xfrm>
          <a:custGeom>
            <a:rect b="b" l="l" r="r" t="t"/>
            <a:pathLst>
              <a:path extrusionOk="0" h="2394654" w="2499164">
                <a:moveTo>
                  <a:pt x="0" y="0"/>
                </a:moveTo>
                <a:lnTo>
                  <a:pt x="2499165" y="0"/>
                </a:lnTo>
                <a:lnTo>
                  <a:pt x="2499165" y="2394654"/>
                </a:lnTo>
                <a:lnTo>
                  <a:pt x="0" y="239465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6" name="Google Shape;16;p2"/>
          <p:cNvSpPr/>
          <p:nvPr/>
        </p:nvSpPr>
        <p:spPr>
          <a:xfrm rot="4680788">
            <a:off x="16257418" y="8270982"/>
            <a:ext cx="2635834" cy="2525609"/>
          </a:xfrm>
          <a:custGeom>
            <a:rect b="b" l="l" r="r" t="t"/>
            <a:pathLst>
              <a:path extrusionOk="0" h="2525609" w="2635834">
                <a:moveTo>
                  <a:pt x="0" y="0"/>
                </a:moveTo>
                <a:lnTo>
                  <a:pt x="2635835" y="0"/>
                </a:lnTo>
                <a:lnTo>
                  <a:pt x="2635835" y="2525608"/>
                </a:lnTo>
                <a:lnTo>
                  <a:pt x="0" y="252560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7" name="Google Shape;17;p2"/>
          <p:cNvSpPr/>
          <p:nvPr/>
        </p:nvSpPr>
        <p:spPr>
          <a:xfrm>
            <a:off x="-817599" y="-741417"/>
            <a:ext cx="3505909" cy="3416667"/>
          </a:xfrm>
          <a:custGeom>
            <a:rect b="b" l="l" r="r" t="t"/>
            <a:pathLst>
              <a:path extrusionOk="0" h="3416667" w="3505909">
                <a:moveTo>
                  <a:pt x="0" y="0"/>
                </a:moveTo>
                <a:lnTo>
                  <a:pt x="3505909" y="0"/>
                </a:lnTo>
                <a:lnTo>
                  <a:pt x="3505909" y="3416668"/>
                </a:lnTo>
                <a:lnTo>
                  <a:pt x="0" y="3416668"/>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8" name="Google Shape;18;p2"/>
          <p:cNvSpPr/>
          <p:nvPr/>
        </p:nvSpPr>
        <p:spPr>
          <a:xfrm rot="-5591590">
            <a:off x="15358696" y="2451781"/>
            <a:ext cx="2347587" cy="2305392"/>
          </a:xfrm>
          <a:custGeom>
            <a:rect b="b" l="l" r="r" t="t"/>
            <a:pathLst>
              <a:path extrusionOk="0" h="2032289" w="2085371">
                <a:moveTo>
                  <a:pt x="0" y="0"/>
                </a:moveTo>
                <a:lnTo>
                  <a:pt x="2085371" y="0"/>
                </a:lnTo>
                <a:lnTo>
                  <a:pt x="2085371" y="2032289"/>
                </a:lnTo>
                <a:lnTo>
                  <a:pt x="0" y="2032289"/>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9" name="Google Shape;19;p2"/>
          <p:cNvSpPr/>
          <p:nvPr/>
        </p:nvSpPr>
        <p:spPr>
          <a:xfrm rot="7860677">
            <a:off x="702797" y="5736336"/>
            <a:ext cx="1600955" cy="1490343"/>
          </a:xfrm>
          <a:custGeom>
            <a:rect b="b" l="l" r="r" t="t"/>
            <a:pathLst>
              <a:path extrusionOk="0" h="1490343" w="1600955">
                <a:moveTo>
                  <a:pt x="0" y="0"/>
                </a:moveTo>
                <a:lnTo>
                  <a:pt x="1600954" y="0"/>
                </a:lnTo>
                <a:lnTo>
                  <a:pt x="1600954" y="1490343"/>
                </a:lnTo>
                <a:lnTo>
                  <a:pt x="0" y="1490343"/>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0" name="Google Shape;20;p2"/>
          <p:cNvSpPr/>
          <p:nvPr/>
        </p:nvSpPr>
        <p:spPr>
          <a:xfrm rot="7860677">
            <a:off x="15930678" y="7382404"/>
            <a:ext cx="2243704" cy="2088684"/>
          </a:xfrm>
          <a:custGeom>
            <a:rect b="b" l="l" r="r" t="t"/>
            <a:pathLst>
              <a:path extrusionOk="0" h="2088684" w="2243704">
                <a:moveTo>
                  <a:pt x="0" y="0"/>
                </a:moveTo>
                <a:lnTo>
                  <a:pt x="2243704" y="0"/>
                </a:lnTo>
                <a:lnTo>
                  <a:pt x="2243704" y="2088684"/>
                </a:lnTo>
                <a:lnTo>
                  <a:pt x="0" y="2088684"/>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1" name="Google Shape;21;p2"/>
          <p:cNvSpPr/>
          <p:nvPr/>
        </p:nvSpPr>
        <p:spPr>
          <a:xfrm rot="-458312">
            <a:off x="15741562" y="989320"/>
            <a:ext cx="3155791" cy="3023821"/>
          </a:xfrm>
          <a:custGeom>
            <a:rect b="b" l="l" r="r" t="t"/>
            <a:pathLst>
              <a:path extrusionOk="0" h="3023821" w="3155791">
                <a:moveTo>
                  <a:pt x="0" y="0"/>
                </a:moveTo>
                <a:lnTo>
                  <a:pt x="3155790" y="0"/>
                </a:lnTo>
                <a:lnTo>
                  <a:pt x="3155790" y="3023821"/>
                </a:lnTo>
                <a:lnTo>
                  <a:pt x="0" y="3023821"/>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2" name="Google Shape;22;p2"/>
          <p:cNvSpPr/>
          <p:nvPr/>
        </p:nvSpPr>
        <p:spPr>
          <a:xfrm rot="1296289">
            <a:off x="14830585" y="-257242"/>
            <a:ext cx="2531996" cy="2154648"/>
          </a:xfrm>
          <a:custGeom>
            <a:rect b="b" l="l" r="r" t="t"/>
            <a:pathLst>
              <a:path extrusionOk="0" h="1919581" w="2265599">
                <a:moveTo>
                  <a:pt x="0" y="0"/>
                </a:moveTo>
                <a:lnTo>
                  <a:pt x="2265600" y="0"/>
                </a:lnTo>
                <a:lnTo>
                  <a:pt x="2265600" y="1919581"/>
                </a:lnTo>
                <a:lnTo>
                  <a:pt x="0" y="1919581"/>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3" name="Google Shape;23;p2"/>
          <p:cNvSpPr/>
          <p:nvPr/>
        </p:nvSpPr>
        <p:spPr>
          <a:xfrm rot="-2487859">
            <a:off x="17027787" y="4966511"/>
            <a:ext cx="1763767" cy="1494391"/>
          </a:xfrm>
          <a:custGeom>
            <a:rect b="b" l="l" r="r" t="t"/>
            <a:pathLst>
              <a:path extrusionOk="0" h="1494392" w="1763767">
                <a:moveTo>
                  <a:pt x="0" y="0"/>
                </a:moveTo>
                <a:lnTo>
                  <a:pt x="1763767" y="0"/>
                </a:lnTo>
                <a:lnTo>
                  <a:pt x="1763767" y="1494392"/>
                </a:lnTo>
                <a:lnTo>
                  <a:pt x="0" y="1494392"/>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4" name="Google Shape;24;p2"/>
          <p:cNvSpPr/>
          <p:nvPr/>
        </p:nvSpPr>
        <p:spPr>
          <a:xfrm rot="1296289">
            <a:off x="619918" y="6991212"/>
            <a:ext cx="3294095" cy="2754079"/>
          </a:xfrm>
          <a:custGeom>
            <a:rect b="b" l="l" r="r" t="t"/>
            <a:pathLst>
              <a:path extrusionOk="0" h="2059110" w="2430280">
                <a:moveTo>
                  <a:pt x="0" y="0"/>
                </a:moveTo>
                <a:lnTo>
                  <a:pt x="2430281" y="0"/>
                </a:lnTo>
                <a:lnTo>
                  <a:pt x="2430281" y="2059110"/>
                </a:lnTo>
                <a:lnTo>
                  <a:pt x="0" y="2059110"/>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5" name="Google Shape;25;p2"/>
          <p:cNvSpPr/>
          <p:nvPr/>
        </p:nvSpPr>
        <p:spPr>
          <a:xfrm rot="2046247">
            <a:off x="16212870" y="1083509"/>
            <a:ext cx="2213171" cy="2273738"/>
          </a:xfrm>
          <a:custGeom>
            <a:rect b="b" l="l" r="r" t="t"/>
            <a:pathLst>
              <a:path extrusionOk="0" h="1805189" w="1939168">
                <a:moveTo>
                  <a:pt x="0" y="0"/>
                </a:moveTo>
                <a:lnTo>
                  <a:pt x="1939169" y="0"/>
                </a:lnTo>
                <a:lnTo>
                  <a:pt x="1939169" y="1805189"/>
                </a:lnTo>
                <a:lnTo>
                  <a:pt x="0" y="1805189"/>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6" name="Google Shape;26;p2"/>
          <p:cNvSpPr/>
          <p:nvPr/>
        </p:nvSpPr>
        <p:spPr>
          <a:xfrm>
            <a:off x="7687907" y="30602"/>
            <a:ext cx="2912186" cy="1012162"/>
          </a:xfrm>
          <a:custGeom>
            <a:rect b="b" l="l" r="r" t="t"/>
            <a:pathLst>
              <a:path extrusionOk="0" h="1012162" w="2912186">
                <a:moveTo>
                  <a:pt x="0" y="0"/>
                </a:moveTo>
                <a:lnTo>
                  <a:pt x="2912186" y="0"/>
                </a:lnTo>
                <a:lnTo>
                  <a:pt x="2912186" y="1012162"/>
                </a:lnTo>
                <a:lnTo>
                  <a:pt x="0" y="1012162"/>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folie" type="title">
  <p:cSld name="TITLE">
    <p:spTree>
      <p:nvGrpSpPr>
        <p:cNvPr id="27" name="Shape 27"/>
        <p:cNvGrpSpPr/>
        <p:nvPr/>
      </p:nvGrpSpPr>
      <p:grpSpPr>
        <a:xfrm>
          <a:off x="0" y="0"/>
          <a:ext cx="0" cy="0"/>
          <a:chOff x="0" y="0"/>
          <a:chExt cx="0" cy="0"/>
        </a:xfrm>
      </p:grpSpPr>
      <p:sp>
        <p:nvSpPr>
          <p:cNvPr id="28" name="Google Shape;28;p3"/>
          <p:cNvSpPr txBox="1"/>
          <p:nvPr>
            <p:ph type="ctrTitle"/>
          </p:nvPr>
        </p:nvSpPr>
        <p:spPr>
          <a:xfrm>
            <a:off x="2205643" y="2410767"/>
            <a:ext cx="13716000" cy="35814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
          <p:cNvSpPr txBox="1"/>
          <p:nvPr>
            <p:ph idx="1" type="subTitle"/>
          </p:nvPr>
        </p:nvSpPr>
        <p:spPr>
          <a:xfrm>
            <a:off x="2205643" y="6130279"/>
            <a:ext cx="13716000" cy="248285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0" name="Google Shape;30;p3"/>
          <p:cNvSpPr/>
          <p:nvPr/>
        </p:nvSpPr>
        <p:spPr>
          <a:xfrm>
            <a:off x="-1263092" y="4204093"/>
            <a:ext cx="2499164" cy="5514763"/>
          </a:xfrm>
          <a:custGeom>
            <a:rect b="b" l="l" r="r" t="t"/>
            <a:pathLst>
              <a:path extrusionOk="0" h="2394654" w="2499164">
                <a:moveTo>
                  <a:pt x="0" y="0"/>
                </a:moveTo>
                <a:lnTo>
                  <a:pt x="2499165" y="0"/>
                </a:lnTo>
                <a:lnTo>
                  <a:pt x="2499165" y="2394654"/>
                </a:lnTo>
                <a:lnTo>
                  <a:pt x="0" y="2394654"/>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1" name="Google Shape;31;p3"/>
          <p:cNvSpPr/>
          <p:nvPr/>
        </p:nvSpPr>
        <p:spPr>
          <a:xfrm rot="4680788">
            <a:off x="16257418" y="8270982"/>
            <a:ext cx="2635834" cy="2525609"/>
          </a:xfrm>
          <a:custGeom>
            <a:rect b="b" l="l" r="r" t="t"/>
            <a:pathLst>
              <a:path extrusionOk="0" h="2525609" w="2635834">
                <a:moveTo>
                  <a:pt x="0" y="0"/>
                </a:moveTo>
                <a:lnTo>
                  <a:pt x="2635835" y="0"/>
                </a:lnTo>
                <a:lnTo>
                  <a:pt x="2635835" y="2525608"/>
                </a:lnTo>
                <a:lnTo>
                  <a:pt x="0" y="2525608"/>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2" name="Google Shape;32;p3"/>
          <p:cNvSpPr/>
          <p:nvPr/>
        </p:nvSpPr>
        <p:spPr>
          <a:xfrm>
            <a:off x="15433702" y="7133471"/>
            <a:ext cx="3505909" cy="3416667"/>
          </a:xfrm>
          <a:custGeom>
            <a:rect b="b" l="l" r="r" t="t"/>
            <a:pathLst>
              <a:path extrusionOk="0" h="3416667" w="3505909">
                <a:moveTo>
                  <a:pt x="0" y="0"/>
                </a:moveTo>
                <a:lnTo>
                  <a:pt x="3505909" y="0"/>
                </a:lnTo>
                <a:lnTo>
                  <a:pt x="3505909" y="3416668"/>
                </a:lnTo>
                <a:lnTo>
                  <a:pt x="0" y="341666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3" name="Google Shape;33;p3"/>
          <p:cNvSpPr/>
          <p:nvPr/>
        </p:nvSpPr>
        <p:spPr>
          <a:xfrm>
            <a:off x="-241193" y="146185"/>
            <a:ext cx="2813227" cy="2781862"/>
          </a:xfrm>
          <a:custGeom>
            <a:rect b="b" l="l" r="r" t="t"/>
            <a:pathLst>
              <a:path extrusionOk="0" h="2032289" w="2085371">
                <a:moveTo>
                  <a:pt x="0" y="0"/>
                </a:moveTo>
                <a:lnTo>
                  <a:pt x="2085371" y="0"/>
                </a:lnTo>
                <a:lnTo>
                  <a:pt x="2085371" y="2032289"/>
                </a:lnTo>
                <a:lnTo>
                  <a:pt x="0" y="2032289"/>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4" name="Google Shape;34;p3"/>
          <p:cNvSpPr/>
          <p:nvPr/>
        </p:nvSpPr>
        <p:spPr>
          <a:xfrm rot="7860677">
            <a:off x="63301" y="315707"/>
            <a:ext cx="1600955" cy="1490343"/>
          </a:xfrm>
          <a:custGeom>
            <a:rect b="b" l="l" r="r" t="t"/>
            <a:pathLst>
              <a:path extrusionOk="0" h="1490343" w="1600955">
                <a:moveTo>
                  <a:pt x="0" y="0"/>
                </a:moveTo>
                <a:lnTo>
                  <a:pt x="1600954" y="0"/>
                </a:lnTo>
                <a:lnTo>
                  <a:pt x="1600954" y="1490343"/>
                </a:lnTo>
                <a:lnTo>
                  <a:pt x="0" y="1490343"/>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5" name="Google Shape;35;p3"/>
          <p:cNvSpPr/>
          <p:nvPr/>
        </p:nvSpPr>
        <p:spPr>
          <a:xfrm rot="7860677">
            <a:off x="15930678" y="7382404"/>
            <a:ext cx="2243704" cy="2088684"/>
          </a:xfrm>
          <a:custGeom>
            <a:rect b="b" l="l" r="r" t="t"/>
            <a:pathLst>
              <a:path extrusionOk="0" h="2088684" w="2243704">
                <a:moveTo>
                  <a:pt x="0" y="0"/>
                </a:moveTo>
                <a:lnTo>
                  <a:pt x="2243704" y="0"/>
                </a:lnTo>
                <a:lnTo>
                  <a:pt x="2243704" y="2088684"/>
                </a:lnTo>
                <a:lnTo>
                  <a:pt x="0" y="2088684"/>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6" name="Google Shape;36;p3"/>
          <p:cNvSpPr/>
          <p:nvPr/>
        </p:nvSpPr>
        <p:spPr>
          <a:xfrm rot="-458312">
            <a:off x="16269322" y="-478677"/>
            <a:ext cx="3155791" cy="3023821"/>
          </a:xfrm>
          <a:custGeom>
            <a:rect b="b" l="l" r="r" t="t"/>
            <a:pathLst>
              <a:path extrusionOk="0" h="3023821" w="3155791">
                <a:moveTo>
                  <a:pt x="0" y="0"/>
                </a:moveTo>
                <a:lnTo>
                  <a:pt x="3155790" y="0"/>
                </a:lnTo>
                <a:lnTo>
                  <a:pt x="3155790" y="3023821"/>
                </a:lnTo>
                <a:lnTo>
                  <a:pt x="0" y="3023821"/>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7" name="Google Shape;37;p3"/>
          <p:cNvSpPr/>
          <p:nvPr/>
        </p:nvSpPr>
        <p:spPr>
          <a:xfrm rot="1296289">
            <a:off x="16320004" y="1512598"/>
            <a:ext cx="2265599" cy="1919581"/>
          </a:xfrm>
          <a:custGeom>
            <a:rect b="b" l="l" r="r" t="t"/>
            <a:pathLst>
              <a:path extrusionOk="0" h="1919581" w="2265599">
                <a:moveTo>
                  <a:pt x="0" y="0"/>
                </a:moveTo>
                <a:lnTo>
                  <a:pt x="2265600" y="0"/>
                </a:lnTo>
                <a:lnTo>
                  <a:pt x="2265600" y="1919581"/>
                </a:lnTo>
                <a:lnTo>
                  <a:pt x="0" y="1919581"/>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8" name="Google Shape;38;p3"/>
          <p:cNvSpPr/>
          <p:nvPr/>
        </p:nvSpPr>
        <p:spPr>
          <a:xfrm rot="-2487859">
            <a:off x="1794946" y="-277491"/>
            <a:ext cx="2161751" cy="1802118"/>
          </a:xfrm>
          <a:custGeom>
            <a:rect b="b" l="l" r="r" t="t"/>
            <a:pathLst>
              <a:path extrusionOk="0" h="1494392" w="1763767">
                <a:moveTo>
                  <a:pt x="0" y="0"/>
                </a:moveTo>
                <a:lnTo>
                  <a:pt x="1763767" y="0"/>
                </a:lnTo>
                <a:lnTo>
                  <a:pt x="1763767" y="1494392"/>
                </a:lnTo>
                <a:lnTo>
                  <a:pt x="0" y="149439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9" name="Google Shape;39;p3"/>
          <p:cNvSpPr/>
          <p:nvPr/>
        </p:nvSpPr>
        <p:spPr>
          <a:xfrm rot="1296289">
            <a:off x="-369759" y="7879792"/>
            <a:ext cx="2430280" cy="2059110"/>
          </a:xfrm>
          <a:custGeom>
            <a:rect b="b" l="l" r="r" t="t"/>
            <a:pathLst>
              <a:path extrusionOk="0" h="2059110" w="2430280">
                <a:moveTo>
                  <a:pt x="0" y="0"/>
                </a:moveTo>
                <a:lnTo>
                  <a:pt x="2430281" y="0"/>
                </a:lnTo>
                <a:lnTo>
                  <a:pt x="2430281" y="2059110"/>
                </a:lnTo>
                <a:lnTo>
                  <a:pt x="0" y="205911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0" name="Google Shape;40;p3"/>
          <p:cNvSpPr/>
          <p:nvPr/>
        </p:nvSpPr>
        <p:spPr>
          <a:xfrm rot="7628195">
            <a:off x="15300850" y="559721"/>
            <a:ext cx="1939168" cy="1805189"/>
          </a:xfrm>
          <a:custGeom>
            <a:rect b="b" l="l" r="r" t="t"/>
            <a:pathLst>
              <a:path extrusionOk="0" h="1805189" w="1939168">
                <a:moveTo>
                  <a:pt x="0" y="0"/>
                </a:moveTo>
                <a:lnTo>
                  <a:pt x="1939169" y="0"/>
                </a:lnTo>
                <a:lnTo>
                  <a:pt x="1939169" y="1805189"/>
                </a:lnTo>
                <a:lnTo>
                  <a:pt x="0" y="1805189"/>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 und Inhalt" type="obj">
  <p:cSld name="OBJECT">
    <p:spTree>
      <p:nvGrpSpPr>
        <p:cNvPr id="41" name="Shape 41"/>
        <p:cNvGrpSpPr/>
        <p:nvPr/>
      </p:nvGrpSpPr>
      <p:grpSpPr>
        <a:xfrm>
          <a:off x="0" y="0"/>
          <a:ext cx="0" cy="0"/>
          <a:chOff x="0" y="0"/>
          <a:chExt cx="0" cy="0"/>
        </a:xfrm>
      </p:grpSpPr>
      <p:sp>
        <p:nvSpPr>
          <p:cNvPr id="42" name="Google Shape;42;p4"/>
          <p:cNvSpPr txBox="1"/>
          <p:nvPr>
            <p:ph type="title"/>
          </p:nvPr>
        </p:nvSpPr>
        <p:spPr>
          <a:xfrm>
            <a:off x="1944000" y="1301860"/>
            <a:ext cx="14400000" cy="1260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4"/>
          <p:cNvSpPr txBox="1"/>
          <p:nvPr>
            <p:ph idx="1" type="body"/>
          </p:nvPr>
        </p:nvSpPr>
        <p:spPr>
          <a:xfrm>
            <a:off x="1944000" y="2738828"/>
            <a:ext cx="14400000" cy="64800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4"/>
          <p:cNvSpPr/>
          <p:nvPr/>
        </p:nvSpPr>
        <p:spPr>
          <a:xfrm>
            <a:off x="-806140" y="-803735"/>
            <a:ext cx="2499164" cy="2394654"/>
          </a:xfrm>
          <a:custGeom>
            <a:rect b="b" l="l" r="r" t="t"/>
            <a:pathLst>
              <a:path extrusionOk="0" h="2394654" w="2499164">
                <a:moveTo>
                  <a:pt x="0" y="0"/>
                </a:moveTo>
                <a:lnTo>
                  <a:pt x="2499165" y="0"/>
                </a:lnTo>
                <a:lnTo>
                  <a:pt x="2499165" y="2394654"/>
                </a:lnTo>
                <a:lnTo>
                  <a:pt x="0" y="2394654"/>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5" name="Google Shape;45;p4"/>
          <p:cNvSpPr/>
          <p:nvPr/>
        </p:nvSpPr>
        <p:spPr>
          <a:xfrm rot="4680788">
            <a:off x="16257418" y="8270982"/>
            <a:ext cx="2635834" cy="2525609"/>
          </a:xfrm>
          <a:custGeom>
            <a:rect b="b" l="l" r="r" t="t"/>
            <a:pathLst>
              <a:path extrusionOk="0" h="2525609" w="2635834">
                <a:moveTo>
                  <a:pt x="0" y="0"/>
                </a:moveTo>
                <a:lnTo>
                  <a:pt x="2635835" y="0"/>
                </a:lnTo>
                <a:lnTo>
                  <a:pt x="2635835" y="2525608"/>
                </a:lnTo>
                <a:lnTo>
                  <a:pt x="0" y="2525608"/>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6" name="Google Shape;46;p4"/>
          <p:cNvSpPr/>
          <p:nvPr/>
        </p:nvSpPr>
        <p:spPr>
          <a:xfrm>
            <a:off x="15433702" y="7133471"/>
            <a:ext cx="3505909" cy="3416667"/>
          </a:xfrm>
          <a:custGeom>
            <a:rect b="b" l="l" r="r" t="t"/>
            <a:pathLst>
              <a:path extrusionOk="0" h="3416667" w="3505909">
                <a:moveTo>
                  <a:pt x="0" y="0"/>
                </a:moveTo>
                <a:lnTo>
                  <a:pt x="3505909" y="0"/>
                </a:lnTo>
                <a:lnTo>
                  <a:pt x="3505909" y="3416668"/>
                </a:lnTo>
                <a:lnTo>
                  <a:pt x="0" y="341666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7" name="Google Shape;47;p4"/>
          <p:cNvSpPr/>
          <p:nvPr/>
        </p:nvSpPr>
        <p:spPr>
          <a:xfrm>
            <a:off x="-241193" y="146185"/>
            <a:ext cx="2085371" cy="2032289"/>
          </a:xfrm>
          <a:custGeom>
            <a:rect b="b" l="l" r="r" t="t"/>
            <a:pathLst>
              <a:path extrusionOk="0" h="2032289" w="2085371">
                <a:moveTo>
                  <a:pt x="0" y="0"/>
                </a:moveTo>
                <a:lnTo>
                  <a:pt x="2085371" y="0"/>
                </a:lnTo>
                <a:lnTo>
                  <a:pt x="2085371" y="2032289"/>
                </a:lnTo>
                <a:lnTo>
                  <a:pt x="0" y="2032289"/>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8" name="Google Shape;48;p4"/>
          <p:cNvSpPr/>
          <p:nvPr/>
        </p:nvSpPr>
        <p:spPr>
          <a:xfrm rot="7860677">
            <a:off x="668732" y="930928"/>
            <a:ext cx="1600955" cy="1490343"/>
          </a:xfrm>
          <a:custGeom>
            <a:rect b="b" l="l" r="r" t="t"/>
            <a:pathLst>
              <a:path extrusionOk="0" h="1490343" w="1600955">
                <a:moveTo>
                  <a:pt x="0" y="0"/>
                </a:moveTo>
                <a:lnTo>
                  <a:pt x="1600954" y="0"/>
                </a:lnTo>
                <a:lnTo>
                  <a:pt x="1600954" y="1490343"/>
                </a:lnTo>
                <a:lnTo>
                  <a:pt x="0" y="1490343"/>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9" name="Google Shape;49;p4"/>
          <p:cNvSpPr/>
          <p:nvPr/>
        </p:nvSpPr>
        <p:spPr>
          <a:xfrm rot="7860677">
            <a:off x="15930678" y="7382404"/>
            <a:ext cx="2243704" cy="2088684"/>
          </a:xfrm>
          <a:custGeom>
            <a:rect b="b" l="l" r="r" t="t"/>
            <a:pathLst>
              <a:path extrusionOk="0" h="2088684" w="2243704">
                <a:moveTo>
                  <a:pt x="0" y="0"/>
                </a:moveTo>
                <a:lnTo>
                  <a:pt x="2243704" y="0"/>
                </a:lnTo>
                <a:lnTo>
                  <a:pt x="2243704" y="2088684"/>
                </a:lnTo>
                <a:lnTo>
                  <a:pt x="0" y="2088684"/>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0" name="Google Shape;50;p4"/>
          <p:cNvSpPr/>
          <p:nvPr/>
        </p:nvSpPr>
        <p:spPr>
          <a:xfrm rot="-458312">
            <a:off x="16771767" y="216258"/>
            <a:ext cx="3155791" cy="3023821"/>
          </a:xfrm>
          <a:custGeom>
            <a:rect b="b" l="l" r="r" t="t"/>
            <a:pathLst>
              <a:path extrusionOk="0" h="3023821" w="3155791">
                <a:moveTo>
                  <a:pt x="0" y="0"/>
                </a:moveTo>
                <a:lnTo>
                  <a:pt x="3155790" y="0"/>
                </a:lnTo>
                <a:lnTo>
                  <a:pt x="3155790" y="3023821"/>
                </a:lnTo>
                <a:lnTo>
                  <a:pt x="0" y="3023821"/>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1" name="Google Shape;51;p4"/>
          <p:cNvSpPr/>
          <p:nvPr/>
        </p:nvSpPr>
        <p:spPr>
          <a:xfrm rot="1296289">
            <a:off x="15646620" y="-376703"/>
            <a:ext cx="2265599" cy="1919581"/>
          </a:xfrm>
          <a:custGeom>
            <a:rect b="b" l="l" r="r" t="t"/>
            <a:pathLst>
              <a:path extrusionOk="0" h="1919581" w="2265599">
                <a:moveTo>
                  <a:pt x="0" y="0"/>
                </a:moveTo>
                <a:lnTo>
                  <a:pt x="2265600" y="0"/>
                </a:lnTo>
                <a:lnTo>
                  <a:pt x="2265600" y="1919581"/>
                </a:lnTo>
                <a:lnTo>
                  <a:pt x="0" y="1919581"/>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2" name="Google Shape;52;p4"/>
          <p:cNvSpPr/>
          <p:nvPr/>
        </p:nvSpPr>
        <p:spPr>
          <a:xfrm rot="2310651">
            <a:off x="-811537" y="3739758"/>
            <a:ext cx="2509961" cy="2095591"/>
          </a:xfrm>
          <a:custGeom>
            <a:rect b="b" l="l" r="r" t="t"/>
            <a:pathLst>
              <a:path extrusionOk="0" h="1494392" w="1763767">
                <a:moveTo>
                  <a:pt x="0" y="0"/>
                </a:moveTo>
                <a:lnTo>
                  <a:pt x="1763767" y="0"/>
                </a:lnTo>
                <a:lnTo>
                  <a:pt x="1763767" y="1494392"/>
                </a:lnTo>
                <a:lnTo>
                  <a:pt x="0" y="149439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3" name="Google Shape;53;p4"/>
          <p:cNvSpPr/>
          <p:nvPr/>
        </p:nvSpPr>
        <p:spPr>
          <a:xfrm rot="7628195">
            <a:off x="17318415" y="2283638"/>
            <a:ext cx="1939168" cy="1805189"/>
          </a:xfrm>
          <a:custGeom>
            <a:rect b="b" l="l" r="r" t="t"/>
            <a:pathLst>
              <a:path extrusionOk="0" h="1805189" w="1939168">
                <a:moveTo>
                  <a:pt x="0" y="0"/>
                </a:moveTo>
                <a:lnTo>
                  <a:pt x="1939169" y="0"/>
                </a:lnTo>
                <a:lnTo>
                  <a:pt x="1939169" y="1805189"/>
                </a:lnTo>
                <a:lnTo>
                  <a:pt x="0" y="1805189"/>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4" name="Google Shape;54;p4"/>
          <p:cNvSpPr/>
          <p:nvPr/>
        </p:nvSpPr>
        <p:spPr>
          <a:xfrm>
            <a:off x="7687907" y="30602"/>
            <a:ext cx="2912186" cy="1012162"/>
          </a:xfrm>
          <a:custGeom>
            <a:rect b="b" l="l" r="r" t="t"/>
            <a:pathLst>
              <a:path extrusionOk="0" h="1012162" w="2912186">
                <a:moveTo>
                  <a:pt x="0" y="0"/>
                </a:moveTo>
                <a:lnTo>
                  <a:pt x="2912186" y="0"/>
                </a:lnTo>
                <a:lnTo>
                  <a:pt x="2912186" y="1012162"/>
                </a:lnTo>
                <a:lnTo>
                  <a:pt x="0" y="1012162"/>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bschnitts-&#10;überschrift" type="secHead">
  <p:cSld name="SECTION_HEADER">
    <p:spTree>
      <p:nvGrpSpPr>
        <p:cNvPr id="55" name="Shape 55"/>
        <p:cNvGrpSpPr/>
        <p:nvPr/>
      </p:nvGrpSpPr>
      <p:grpSpPr>
        <a:xfrm>
          <a:off x="0" y="0"/>
          <a:ext cx="0" cy="0"/>
          <a:chOff x="0" y="0"/>
          <a:chExt cx="0" cy="0"/>
        </a:xfrm>
      </p:grpSpPr>
      <p:sp>
        <p:nvSpPr>
          <p:cNvPr id="56" name="Google Shape;56;p5"/>
          <p:cNvSpPr txBox="1"/>
          <p:nvPr>
            <p:ph type="title"/>
          </p:nvPr>
        </p:nvSpPr>
        <p:spPr>
          <a:xfrm>
            <a:off x="1906800" y="2171700"/>
            <a:ext cx="14400000" cy="3955611"/>
          </a:xfrm>
          <a:prstGeom prst="rect">
            <a:avLst/>
          </a:prstGeom>
          <a:noFill/>
          <a:ln>
            <a:noFill/>
          </a:ln>
        </p:spPr>
        <p:txBody>
          <a:bodyPr anchorCtr="0" anchor="b" bIns="45700" lIns="90000" spcFirstLastPara="1" rIns="91425" wrap="square" tIns="45700">
            <a:normAutofit/>
          </a:bodyPr>
          <a:lstStyle>
            <a:lvl1pPr lvl="0" algn="l">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5"/>
          <p:cNvSpPr txBox="1"/>
          <p:nvPr>
            <p:ph idx="1" type="body"/>
          </p:nvPr>
        </p:nvSpPr>
        <p:spPr>
          <a:xfrm>
            <a:off x="1906800" y="6491289"/>
            <a:ext cx="14400000" cy="2079814"/>
          </a:xfrm>
          <a:prstGeom prst="rect">
            <a:avLst/>
          </a:prstGeom>
          <a:noFill/>
          <a:ln>
            <a:noFill/>
          </a:ln>
        </p:spPr>
        <p:txBody>
          <a:bodyPr anchorCtr="0" anchor="t" bIns="45700" lIns="90000"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58" name="Google Shape;58;p5"/>
          <p:cNvSpPr/>
          <p:nvPr/>
        </p:nvSpPr>
        <p:spPr>
          <a:xfrm>
            <a:off x="-988817" y="7307032"/>
            <a:ext cx="2499164" cy="2394654"/>
          </a:xfrm>
          <a:custGeom>
            <a:rect b="b" l="l" r="r" t="t"/>
            <a:pathLst>
              <a:path extrusionOk="0" h="2394654" w="2499164">
                <a:moveTo>
                  <a:pt x="0" y="0"/>
                </a:moveTo>
                <a:lnTo>
                  <a:pt x="2499165" y="0"/>
                </a:lnTo>
                <a:lnTo>
                  <a:pt x="2499165" y="2394654"/>
                </a:lnTo>
                <a:lnTo>
                  <a:pt x="0" y="2394654"/>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9" name="Google Shape;59;p5"/>
          <p:cNvSpPr/>
          <p:nvPr/>
        </p:nvSpPr>
        <p:spPr>
          <a:xfrm rot="4680788">
            <a:off x="16257418" y="8270982"/>
            <a:ext cx="2635834" cy="2525609"/>
          </a:xfrm>
          <a:custGeom>
            <a:rect b="b" l="l" r="r" t="t"/>
            <a:pathLst>
              <a:path extrusionOk="0" h="2525609" w="2635834">
                <a:moveTo>
                  <a:pt x="0" y="0"/>
                </a:moveTo>
                <a:lnTo>
                  <a:pt x="2635835" y="0"/>
                </a:lnTo>
                <a:lnTo>
                  <a:pt x="2635835" y="2525608"/>
                </a:lnTo>
                <a:lnTo>
                  <a:pt x="0" y="2525608"/>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0" name="Google Shape;60;p5"/>
          <p:cNvSpPr/>
          <p:nvPr/>
        </p:nvSpPr>
        <p:spPr>
          <a:xfrm>
            <a:off x="15433702" y="7133471"/>
            <a:ext cx="3505909" cy="3416667"/>
          </a:xfrm>
          <a:custGeom>
            <a:rect b="b" l="l" r="r" t="t"/>
            <a:pathLst>
              <a:path extrusionOk="0" h="3416667" w="3505909">
                <a:moveTo>
                  <a:pt x="0" y="0"/>
                </a:moveTo>
                <a:lnTo>
                  <a:pt x="3505909" y="0"/>
                </a:lnTo>
                <a:lnTo>
                  <a:pt x="3505909" y="3416668"/>
                </a:lnTo>
                <a:lnTo>
                  <a:pt x="0" y="341666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1" name="Google Shape;61;p5"/>
          <p:cNvSpPr/>
          <p:nvPr/>
        </p:nvSpPr>
        <p:spPr>
          <a:xfrm>
            <a:off x="-844430" y="-193109"/>
            <a:ext cx="2311228" cy="2962220"/>
          </a:xfrm>
          <a:custGeom>
            <a:rect b="b" l="l" r="r" t="t"/>
            <a:pathLst>
              <a:path extrusionOk="0" h="2032289" w="2085371">
                <a:moveTo>
                  <a:pt x="0" y="0"/>
                </a:moveTo>
                <a:lnTo>
                  <a:pt x="2085371" y="0"/>
                </a:lnTo>
                <a:lnTo>
                  <a:pt x="2085371" y="2032289"/>
                </a:lnTo>
                <a:lnTo>
                  <a:pt x="0" y="2032289"/>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2" name="Google Shape;62;p5"/>
          <p:cNvSpPr/>
          <p:nvPr/>
        </p:nvSpPr>
        <p:spPr>
          <a:xfrm rot="7860677">
            <a:off x="15930678" y="7382404"/>
            <a:ext cx="2243704" cy="2088684"/>
          </a:xfrm>
          <a:custGeom>
            <a:rect b="b" l="l" r="r" t="t"/>
            <a:pathLst>
              <a:path extrusionOk="0" h="2088684" w="2243704">
                <a:moveTo>
                  <a:pt x="0" y="0"/>
                </a:moveTo>
                <a:lnTo>
                  <a:pt x="2243704" y="0"/>
                </a:lnTo>
                <a:lnTo>
                  <a:pt x="2243704" y="2088684"/>
                </a:lnTo>
                <a:lnTo>
                  <a:pt x="0" y="2088684"/>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3" name="Google Shape;63;p5"/>
          <p:cNvSpPr/>
          <p:nvPr/>
        </p:nvSpPr>
        <p:spPr>
          <a:xfrm rot="-458312">
            <a:off x="16209917" y="184642"/>
            <a:ext cx="3155791" cy="3023821"/>
          </a:xfrm>
          <a:custGeom>
            <a:rect b="b" l="l" r="r" t="t"/>
            <a:pathLst>
              <a:path extrusionOk="0" h="3023821" w="3155791">
                <a:moveTo>
                  <a:pt x="0" y="0"/>
                </a:moveTo>
                <a:lnTo>
                  <a:pt x="3155790" y="0"/>
                </a:lnTo>
                <a:lnTo>
                  <a:pt x="3155790" y="3023821"/>
                </a:lnTo>
                <a:lnTo>
                  <a:pt x="0" y="3023821"/>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4" name="Google Shape;64;p5"/>
          <p:cNvSpPr/>
          <p:nvPr/>
        </p:nvSpPr>
        <p:spPr>
          <a:xfrm rot="1296289">
            <a:off x="15248400" y="253720"/>
            <a:ext cx="2265599" cy="1919581"/>
          </a:xfrm>
          <a:custGeom>
            <a:rect b="b" l="l" r="r" t="t"/>
            <a:pathLst>
              <a:path extrusionOk="0" h="1919581" w="2265599">
                <a:moveTo>
                  <a:pt x="0" y="0"/>
                </a:moveTo>
                <a:lnTo>
                  <a:pt x="2265600" y="0"/>
                </a:lnTo>
                <a:lnTo>
                  <a:pt x="2265600" y="1919581"/>
                </a:lnTo>
                <a:lnTo>
                  <a:pt x="0" y="1919581"/>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5" name="Google Shape;65;p5"/>
          <p:cNvSpPr/>
          <p:nvPr/>
        </p:nvSpPr>
        <p:spPr>
          <a:xfrm rot="-2487859">
            <a:off x="1040125" y="-83341"/>
            <a:ext cx="1763767" cy="1494391"/>
          </a:xfrm>
          <a:custGeom>
            <a:rect b="b" l="l" r="r" t="t"/>
            <a:pathLst>
              <a:path extrusionOk="0" h="1494392" w="1763767">
                <a:moveTo>
                  <a:pt x="0" y="0"/>
                </a:moveTo>
                <a:lnTo>
                  <a:pt x="1763767" y="0"/>
                </a:lnTo>
                <a:lnTo>
                  <a:pt x="1763767" y="1494392"/>
                </a:lnTo>
                <a:lnTo>
                  <a:pt x="0" y="149439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6" name="Google Shape;66;p5"/>
          <p:cNvSpPr/>
          <p:nvPr/>
        </p:nvSpPr>
        <p:spPr>
          <a:xfrm rot="1296289">
            <a:off x="554481" y="8677791"/>
            <a:ext cx="2430280" cy="2059110"/>
          </a:xfrm>
          <a:custGeom>
            <a:rect b="b" l="l" r="r" t="t"/>
            <a:pathLst>
              <a:path extrusionOk="0" h="2059110" w="2430280">
                <a:moveTo>
                  <a:pt x="0" y="0"/>
                </a:moveTo>
                <a:lnTo>
                  <a:pt x="2430281" y="0"/>
                </a:lnTo>
                <a:lnTo>
                  <a:pt x="2430281" y="2059110"/>
                </a:lnTo>
                <a:lnTo>
                  <a:pt x="0" y="205911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7" name="Google Shape;67;p5"/>
          <p:cNvSpPr/>
          <p:nvPr/>
        </p:nvSpPr>
        <p:spPr>
          <a:xfrm rot="7628195">
            <a:off x="15096766" y="-48757"/>
            <a:ext cx="1939168" cy="1805189"/>
          </a:xfrm>
          <a:custGeom>
            <a:rect b="b" l="l" r="r" t="t"/>
            <a:pathLst>
              <a:path extrusionOk="0" h="1805189" w="1939168">
                <a:moveTo>
                  <a:pt x="0" y="0"/>
                </a:moveTo>
                <a:lnTo>
                  <a:pt x="1939169" y="0"/>
                </a:lnTo>
                <a:lnTo>
                  <a:pt x="1939169" y="1805189"/>
                </a:lnTo>
                <a:lnTo>
                  <a:pt x="0" y="1805189"/>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8" name="Google Shape;68;p5"/>
          <p:cNvSpPr/>
          <p:nvPr/>
        </p:nvSpPr>
        <p:spPr>
          <a:xfrm>
            <a:off x="7687907" y="30602"/>
            <a:ext cx="2912186" cy="1012162"/>
          </a:xfrm>
          <a:custGeom>
            <a:rect b="b" l="l" r="r" t="t"/>
            <a:pathLst>
              <a:path extrusionOk="0" h="1012162" w="2912186">
                <a:moveTo>
                  <a:pt x="0" y="0"/>
                </a:moveTo>
                <a:lnTo>
                  <a:pt x="2912186" y="0"/>
                </a:lnTo>
                <a:lnTo>
                  <a:pt x="2912186" y="1012162"/>
                </a:lnTo>
                <a:lnTo>
                  <a:pt x="0" y="1012162"/>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9" name="Google Shape;69;p5"/>
          <p:cNvSpPr/>
          <p:nvPr/>
        </p:nvSpPr>
        <p:spPr>
          <a:xfrm rot="7860677">
            <a:off x="668732" y="930928"/>
            <a:ext cx="1600955" cy="1490343"/>
          </a:xfrm>
          <a:custGeom>
            <a:rect b="b" l="l" r="r" t="t"/>
            <a:pathLst>
              <a:path extrusionOk="0" h="1490343" w="1600955">
                <a:moveTo>
                  <a:pt x="0" y="0"/>
                </a:moveTo>
                <a:lnTo>
                  <a:pt x="1600954" y="0"/>
                </a:lnTo>
                <a:lnTo>
                  <a:pt x="1600954" y="1490343"/>
                </a:lnTo>
                <a:lnTo>
                  <a:pt x="0" y="1490343"/>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wei Inhalte" type="twoObj">
  <p:cSld name="TWO_OBJECTS">
    <p:spTree>
      <p:nvGrpSpPr>
        <p:cNvPr id="70" name="Shape 70"/>
        <p:cNvGrpSpPr/>
        <p:nvPr/>
      </p:nvGrpSpPr>
      <p:grpSpPr>
        <a:xfrm>
          <a:off x="0" y="0"/>
          <a:ext cx="0" cy="0"/>
          <a:chOff x="0" y="0"/>
          <a:chExt cx="0" cy="0"/>
        </a:xfrm>
      </p:grpSpPr>
      <p:sp>
        <p:nvSpPr>
          <p:cNvPr id="71" name="Google Shape;71;p6"/>
          <p:cNvSpPr txBox="1"/>
          <p:nvPr>
            <p:ph type="title"/>
          </p:nvPr>
        </p:nvSpPr>
        <p:spPr>
          <a:xfrm>
            <a:off x="1944000" y="1366765"/>
            <a:ext cx="14400000" cy="1260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6"/>
          <p:cNvSpPr txBox="1"/>
          <p:nvPr>
            <p:ph idx="1" type="body"/>
          </p:nvPr>
        </p:nvSpPr>
        <p:spPr>
          <a:xfrm>
            <a:off x="1944000" y="2738437"/>
            <a:ext cx="7123800" cy="65278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 name="Google Shape;73;p6"/>
          <p:cNvSpPr txBox="1"/>
          <p:nvPr>
            <p:ph idx="2" type="body"/>
          </p:nvPr>
        </p:nvSpPr>
        <p:spPr>
          <a:xfrm>
            <a:off x="9220200" y="2738437"/>
            <a:ext cx="7123800" cy="65278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 name="Google Shape;74;p6"/>
          <p:cNvSpPr/>
          <p:nvPr/>
        </p:nvSpPr>
        <p:spPr>
          <a:xfrm>
            <a:off x="-988817" y="7307032"/>
            <a:ext cx="2499164" cy="2394654"/>
          </a:xfrm>
          <a:custGeom>
            <a:rect b="b" l="l" r="r" t="t"/>
            <a:pathLst>
              <a:path extrusionOk="0" h="2394654" w="2499164">
                <a:moveTo>
                  <a:pt x="0" y="0"/>
                </a:moveTo>
                <a:lnTo>
                  <a:pt x="2499165" y="0"/>
                </a:lnTo>
                <a:lnTo>
                  <a:pt x="2499165" y="2394654"/>
                </a:lnTo>
                <a:lnTo>
                  <a:pt x="0" y="2394654"/>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5" name="Google Shape;75;p6"/>
          <p:cNvSpPr/>
          <p:nvPr/>
        </p:nvSpPr>
        <p:spPr>
          <a:xfrm>
            <a:off x="-241193" y="146185"/>
            <a:ext cx="2085371" cy="2032289"/>
          </a:xfrm>
          <a:custGeom>
            <a:rect b="b" l="l" r="r" t="t"/>
            <a:pathLst>
              <a:path extrusionOk="0" h="2032289" w="2085371">
                <a:moveTo>
                  <a:pt x="0" y="0"/>
                </a:moveTo>
                <a:lnTo>
                  <a:pt x="2085371" y="0"/>
                </a:lnTo>
                <a:lnTo>
                  <a:pt x="2085371" y="2032289"/>
                </a:lnTo>
                <a:lnTo>
                  <a:pt x="0" y="2032289"/>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6" name="Google Shape;76;p6"/>
          <p:cNvSpPr/>
          <p:nvPr/>
        </p:nvSpPr>
        <p:spPr>
          <a:xfrm rot="7860677">
            <a:off x="668732" y="930928"/>
            <a:ext cx="1600955" cy="1490343"/>
          </a:xfrm>
          <a:custGeom>
            <a:rect b="b" l="l" r="r" t="t"/>
            <a:pathLst>
              <a:path extrusionOk="0" h="1490343" w="1600955">
                <a:moveTo>
                  <a:pt x="0" y="0"/>
                </a:moveTo>
                <a:lnTo>
                  <a:pt x="1600954" y="0"/>
                </a:lnTo>
                <a:lnTo>
                  <a:pt x="1600954" y="1490343"/>
                </a:lnTo>
                <a:lnTo>
                  <a:pt x="0" y="1490343"/>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7" name="Google Shape;77;p6"/>
          <p:cNvSpPr/>
          <p:nvPr/>
        </p:nvSpPr>
        <p:spPr>
          <a:xfrm rot="-2487859">
            <a:off x="1653257" y="-539706"/>
            <a:ext cx="1763767" cy="1494391"/>
          </a:xfrm>
          <a:custGeom>
            <a:rect b="b" l="l" r="r" t="t"/>
            <a:pathLst>
              <a:path extrusionOk="0" h="1494392" w="1763767">
                <a:moveTo>
                  <a:pt x="0" y="0"/>
                </a:moveTo>
                <a:lnTo>
                  <a:pt x="1763767" y="0"/>
                </a:lnTo>
                <a:lnTo>
                  <a:pt x="1763767" y="1494392"/>
                </a:lnTo>
                <a:lnTo>
                  <a:pt x="0" y="149439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8" name="Google Shape;78;p6"/>
          <p:cNvSpPr/>
          <p:nvPr/>
        </p:nvSpPr>
        <p:spPr>
          <a:xfrm rot="1296289">
            <a:off x="-407556" y="8504231"/>
            <a:ext cx="2430280" cy="2059110"/>
          </a:xfrm>
          <a:custGeom>
            <a:rect b="b" l="l" r="r" t="t"/>
            <a:pathLst>
              <a:path extrusionOk="0" h="2059110" w="2430280">
                <a:moveTo>
                  <a:pt x="0" y="0"/>
                </a:moveTo>
                <a:lnTo>
                  <a:pt x="2430281" y="0"/>
                </a:lnTo>
                <a:lnTo>
                  <a:pt x="2430281" y="2059110"/>
                </a:lnTo>
                <a:lnTo>
                  <a:pt x="0" y="205911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9" name="Google Shape;79;p6"/>
          <p:cNvSpPr/>
          <p:nvPr/>
        </p:nvSpPr>
        <p:spPr>
          <a:xfrm>
            <a:off x="7687907" y="30602"/>
            <a:ext cx="2912186" cy="1012162"/>
          </a:xfrm>
          <a:custGeom>
            <a:rect b="b" l="l" r="r" t="t"/>
            <a:pathLst>
              <a:path extrusionOk="0" h="1012162" w="2912186">
                <a:moveTo>
                  <a:pt x="0" y="0"/>
                </a:moveTo>
                <a:lnTo>
                  <a:pt x="2912186" y="0"/>
                </a:lnTo>
                <a:lnTo>
                  <a:pt x="2912186" y="1012162"/>
                </a:lnTo>
                <a:lnTo>
                  <a:pt x="0" y="1012162"/>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80" name="Google Shape;80;p6"/>
          <p:cNvSpPr/>
          <p:nvPr/>
        </p:nvSpPr>
        <p:spPr>
          <a:xfrm rot="4680788">
            <a:off x="16257418" y="8270982"/>
            <a:ext cx="2635834" cy="2525609"/>
          </a:xfrm>
          <a:custGeom>
            <a:rect b="b" l="l" r="r" t="t"/>
            <a:pathLst>
              <a:path extrusionOk="0" h="2525609" w="2635834">
                <a:moveTo>
                  <a:pt x="0" y="0"/>
                </a:moveTo>
                <a:lnTo>
                  <a:pt x="2635835" y="0"/>
                </a:lnTo>
                <a:lnTo>
                  <a:pt x="2635835" y="2525608"/>
                </a:lnTo>
                <a:lnTo>
                  <a:pt x="0" y="2525608"/>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81" name="Google Shape;81;p6"/>
          <p:cNvSpPr/>
          <p:nvPr/>
        </p:nvSpPr>
        <p:spPr>
          <a:xfrm rot="-5591590">
            <a:off x="16401541" y="714471"/>
            <a:ext cx="2347587" cy="2305392"/>
          </a:xfrm>
          <a:custGeom>
            <a:rect b="b" l="l" r="r" t="t"/>
            <a:pathLst>
              <a:path extrusionOk="0" h="2032289" w="2085371">
                <a:moveTo>
                  <a:pt x="0" y="0"/>
                </a:moveTo>
                <a:lnTo>
                  <a:pt x="2085371" y="0"/>
                </a:lnTo>
                <a:lnTo>
                  <a:pt x="2085371" y="2032289"/>
                </a:lnTo>
                <a:lnTo>
                  <a:pt x="0" y="2032289"/>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82" name="Google Shape;82;p6"/>
          <p:cNvSpPr/>
          <p:nvPr/>
        </p:nvSpPr>
        <p:spPr>
          <a:xfrm rot="7860677">
            <a:off x="16917043" y="6687679"/>
            <a:ext cx="2243704" cy="2088684"/>
          </a:xfrm>
          <a:custGeom>
            <a:rect b="b" l="l" r="r" t="t"/>
            <a:pathLst>
              <a:path extrusionOk="0" h="2088684" w="2243704">
                <a:moveTo>
                  <a:pt x="0" y="0"/>
                </a:moveTo>
                <a:lnTo>
                  <a:pt x="2243704" y="0"/>
                </a:lnTo>
                <a:lnTo>
                  <a:pt x="2243704" y="2088684"/>
                </a:lnTo>
                <a:lnTo>
                  <a:pt x="0" y="2088684"/>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83" name="Google Shape;83;p6"/>
          <p:cNvSpPr/>
          <p:nvPr/>
        </p:nvSpPr>
        <p:spPr>
          <a:xfrm rot="1296289">
            <a:off x="15384349" y="-545919"/>
            <a:ext cx="2531996" cy="2154648"/>
          </a:xfrm>
          <a:custGeom>
            <a:rect b="b" l="l" r="r" t="t"/>
            <a:pathLst>
              <a:path extrusionOk="0" h="1919581" w="2265599">
                <a:moveTo>
                  <a:pt x="0" y="0"/>
                </a:moveTo>
                <a:lnTo>
                  <a:pt x="2265600" y="0"/>
                </a:lnTo>
                <a:lnTo>
                  <a:pt x="2265600" y="1919581"/>
                </a:lnTo>
                <a:lnTo>
                  <a:pt x="0" y="1919581"/>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84" name="Google Shape;84;p6"/>
          <p:cNvSpPr/>
          <p:nvPr/>
        </p:nvSpPr>
        <p:spPr>
          <a:xfrm rot="-2487859">
            <a:off x="16952453" y="4767483"/>
            <a:ext cx="2033723" cy="1619753"/>
          </a:xfrm>
          <a:custGeom>
            <a:rect b="b" l="l" r="r" t="t"/>
            <a:pathLst>
              <a:path extrusionOk="0" h="1494392" w="1763767">
                <a:moveTo>
                  <a:pt x="0" y="0"/>
                </a:moveTo>
                <a:lnTo>
                  <a:pt x="1763767" y="0"/>
                </a:lnTo>
                <a:lnTo>
                  <a:pt x="1763767" y="1494392"/>
                </a:lnTo>
                <a:lnTo>
                  <a:pt x="0" y="149439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85" name="Google Shape;85;p6"/>
          <p:cNvSpPr/>
          <p:nvPr/>
        </p:nvSpPr>
        <p:spPr>
          <a:xfrm rot="2046247">
            <a:off x="17723193" y="-357480"/>
            <a:ext cx="1707091" cy="1936262"/>
          </a:xfrm>
          <a:custGeom>
            <a:rect b="b" l="l" r="r" t="t"/>
            <a:pathLst>
              <a:path extrusionOk="0" h="1805189" w="1939168">
                <a:moveTo>
                  <a:pt x="0" y="0"/>
                </a:moveTo>
                <a:lnTo>
                  <a:pt x="1939169" y="0"/>
                </a:lnTo>
                <a:lnTo>
                  <a:pt x="1939169" y="1805189"/>
                </a:lnTo>
                <a:lnTo>
                  <a:pt x="0" y="1805189"/>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gleich" type="twoTxTwoObj">
  <p:cSld name="TWO_OBJECTS_WITH_TEXT">
    <p:spTree>
      <p:nvGrpSpPr>
        <p:cNvPr id="86" name="Shape 86"/>
        <p:cNvGrpSpPr/>
        <p:nvPr/>
      </p:nvGrpSpPr>
      <p:grpSpPr>
        <a:xfrm>
          <a:off x="0" y="0"/>
          <a:ext cx="0" cy="0"/>
          <a:chOff x="0" y="0"/>
          <a:chExt cx="0" cy="0"/>
        </a:xfrm>
      </p:grpSpPr>
      <p:sp>
        <p:nvSpPr>
          <p:cNvPr id="87" name="Google Shape;87;p7"/>
          <p:cNvSpPr txBox="1"/>
          <p:nvPr>
            <p:ph type="title"/>
          </p:nvPr>
        </p:nvSpPr>
        <p:spPr>
          <a:xfrm>
            <a:off x="1944000" y="1174623"/>
            <a:ext cx="14400000" cy="1260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7"/>
          <p:cNvSpPr txBox="1"/>
          <p:nvPr>
            <p:ph idx="1" type="body"/>
          </p:nvPr>
        </p:nvSpPr>
        <p:spPr>
          <a:xfrm>
            <a:off x="1944000" y="2522538"/>
            <a:ext cx="7052362" cy="1235075"/>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89" name="Google Shape;89;p7"/>
          <p:cNvSpPr txBox="1"/>
          <p:nvPr>
            <p:ph idx="2" type="body"/>
          </p:nvPr>
        </p:nvSpPr>
        <p:spPr>
          <a:xfrm>
            <a:off x="1944000" y="3757613"/>
            <a:ext cx="7052362" cy="552767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0" name="Google Shape;90;p7"/>
          <p:cNvSpPr txBox="1"/>
          <p:nvPr>
            <p:ph idx="3" type="body"/>
          </p:nvPr>
        </p:nvSpPr>
        <p:spPr>
          <a:xfrm>
            <a:off x="9258301" y="2522538"/>
            <a:ext cx="7085700" cy="1235075"/>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91" name="Google Shape;91;p7"/>
          <p:cNvSpPr txBox="1"/>
          <p:nvPr>
            <p:ph idx="4" type="body"/>
          </p:nvPr>
        </p:nvSpPr>
        <p:spPr>
          <a:xfrm>
            <a:off x="9258301" y="3757613"/>
            <a:ext cx="7085700" cy="552767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2" name="Google Shape;92;p7"/>
          <p:cNvSpPr/>
          <p:nvPr/>
        </p:nvSpPr>
        <p:spPr>
          <a:xfrm rot="4680788">
            <a:off x="16257418" y="8270982"/>
            <a:ext cx="2635834" cy="2525609"/>
          </a:xfrm>
          <a:custGeom>
            <a:rect b="b" l="l" r="r" t="t"/>
            <a:pathLst>
              <a:path extrusionOk="0" h="2525609" w="2635834">
                <a:moveTo>
                  <a:pt x="0" y="0"/>
                </a:moveTo>
                <a:lnTo>
                  <a:pt x="2635835" y="0"/>
                </a:lnTo>
                <a:lnTo>
                  <a:pt x="2635835" y="2525608"/>
                </a:lnTo>
                <a:lnTo>
                  <a:pt x="0" y="2525608"/>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93" name="Google Shape;93;p7"/>
          <p:cNvSpPr/>
          <p:nvPr/>
        </p:nvSpPr>
        <p:spPr>
          <a:xfrm>
            <a:off x="16605940" y="6291738"/>
            <a:ext cx="3505909" cy="3416667"/>
          </a:xfrm>
          <a:custGeom>
            <a:rect b="b" l="l" r="r" t="t"/>
            <a:pathLst>
              <a:path extrusionOk="0" h="3416667" w="3505909">
                <a:moveTo>
                  <a:pt x="0" y="0"/>
                </a:moveTo>
                <a:lnTo>
                  <a:pt x="3505909" y="0"/>
                </a:lnTo>
                <a:lnTo>
                  <a:pt x="3505909" y="3416668"/>
                </a:lnTo>
                <a:lnTo>
                  <a:pt x="0" y="341666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94" name="Google Shape;94;p7"/>
          <p:cNvSpPr/>
          <p:nvPr/>
        </p:nvSpPr>
        <p:spPr>
          <a:xfrm rot="7860677">
            <a:off x="16672693" y="5865697"/>
            <a:ext cx="2243704" cy="2088684"/>
          </a:xfrm>
          <a:custGeom>
            <a:rect b="b" l="l" r="r" t="t"/>
            <a:pathLst>
              <a:path extrusionOk="0" h="2088684" w="2243704">
                <a:moveTo>
                  <a:pt x="0" y="0"/>
                </a:moveTo>
                <a:lnTo>
                  <a:pt x="2243704" y="0"/>
                </a:lnTo>
                <a:lnTo>
                  <a:pt x="2243704" y="2088684"/>
                </a:lnTo>
                <a:lnTo>
                  <a:pt x="0" y="2088684"/>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95" name="Google Shape;95;p7"/>
          <p:cNvSpPr/>
          <p:nvPr/>
        </p:nvSpPr>
        <p:spPr>
          <a:xfrm rot="-458312">
            <a:off x="16710104" y="1053145"/>
            <a:ext cx="3155791" cy="3023821"/>
          </a:xfrm>
          <a:custGeom>
            <a:rect b="b" l="l" r="r" t="t"/>
            <a:pathLst>
              <a:path extrusionOk="0" h="3023821" w="3155791">
                <a:moveTo>
                  <a:pt x="0" y="0"/>
                </a:moveTo>
                <a:lnTo>
                  <a:pt x="3155790" y="0"/>
                </a:lnTo>
                <a:lnTo>
                  <a:pt x="3155790" y="3023821"/>
                </a:lnTo>
                <a:lnTo>
                  <a:pt x="0" y="3023821"/>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96" name="Google Shape;96;p7"/>
          <p:cNvSpPr/>
          <p:nvPr/>
        </p:nvSpPr>
        <p:spPr>
          <a:xfrm rot="1296289">
            <a:off x="15390336" y="-527401"/>
            <a:ext cx="2265599" cy="1919581"/>
          </a:xfrm>
          <a:custGeom>
            <a:rect b="b" l="l" r="r" t="t"/>
            <a:pathLst>
              <a:path extrusionOk="0" h="1919581" w="2265599">
                <a:moveTo>
                  <a:pt x="0" y="0"/>
                </a:moveTo>
                <a:lnTo>
                  <a:pt x="2265600" y="0"/>
                </a:lnTo>
                <a:lnTo>
                  <a:pt x="2265600" y="1919581"/>
                </a:lnTo>
                <a:lnTo>
                  <a:pt x="0" y="1919581"/>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97" name="Google Shape;97;p7"/>
          <p:cNvSpPr/>
          <p:nvPr/>
        </p:nvSpPr>
        <p:spPr>
          <a:xfrm rot="7628195">
            <a:off x="17157286" y="1319324"/>
            <a:ext cx="1939168" cy="1805189"/>
          </a:xfrm>
          <a:custGeom>
            <a:rect b="b" l="l" r="r" t="t"/>
            <a:pathLst>
              <a:path extrusionOk="0" h="1805189" w="1939168">
                <a:moveTo>
                  <a:pt x="0" y="0"/>
                </a:moveTo>
                <a:lnTo>
                  <a:pt x="1939169" y="0"/>
                </a:lnTo>
                <a:lnTo>
                  <a:pt x="1939169" y="1805189"/>
                </a:lnTo>
                <a:lnTo>
                  <a:pt x="0" y="1805189"/>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98" name="Google Shape;98;p7"/>
          <p:cNvSpPr/>
          <p:nvPr/>
        </p:nvSpPr>
        <p:spPr>
          <a:xfrm>
            <a:off x="7687907" y="30602"/>
            <a:ext cx="2912186" cy="1012162"/>
          </a:xfrm>
          <a:custGeom>
            <a:rect b="b" l="l" r="r" t="t"/>
            <a:pathLst>
              <a:path extrusionOk="0" h="1012162" w="2912186">
                <a:moveTo>
                  <a:pt x="0" y="0"/>
                </a:moveTo>
                <a:lnTo>
                  <a:pt x="2912186" y="0"/>
                </a:lnTo>
                <a:lnTo>
                  <a:pt x="2912186" y="1012162"/>
                </a:lnTo>
                <a:lnTo>
                  <a:pt x="0" y="1012162"/>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99" name="Google Shape;99;p7"/>
          <p:cNvSpPr/>
          <p:nvPr/>
        </p:nvSpPr>
        <p:spPr>
          <a:xfrm>
            <a:off x="-1249582" y="4137531"/>
            <a:ext cx="2499164" cy="5514763"/>
          </a:xfrm>
          <a:custGeom>
            <a:rect b="b" l="l" r="r" t="t"/>
            <a:pathLst>
              <a:path extrusionOk="0" h="2394654" w="2499164">
                <a:moveTo>
                  <a:pt x="0" y="0"/>
                </a:moveTo>
                <a:lnTo>
                  <a:pt x="2499165" y="0"/>
                </a:lnTo>
                <a:lnTo>
                  <a:pt x="2499165" y="2394654"/>
                </a:lnTo>
                <a:lnTo>
                  <a:pt x="0" y="2394654"/>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00" name="Google Shape;100;p7"/>
          <p:cNvSpPr/>
          <p:nvPr/>
        </p:nvSpPr>
        <p:spPr>
          <a:xfrm rot="1296289">
            <a:off x="-369759" y="7879792"/>
            <a:ext cx="2430280" cy="2059110"/>
          </a:xfrm>
          <a:custGeom>
            <a:rect b="b" l="l" r="r" t="t"/>
            <a:pathLst>
              <a:path extrusionOk="0" h="2059110" w="2430280">
                <a:moveTo>
                  <a:pt x="0" y="0"/>
                </a:moveTo>
                <a:lnTo>
                  <a:pt x="2430281" y="0"/>
                </a:lnTo>
                <a:lnTo>
                  <a:pt x="2430281" y="2059110"/>
                </a:lnTo>
                <a:lnTo>
                  <a:pt x="0" y="205911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01" name="Google Shape;101;p7"/>
          <p:cNvSpPr/>
          <p:nvPr/>
        </p:nvSpPr>
        <p:spPr>
          <a:xfrm rot="7860677">
            <a:off x="-755376" y="4673141"/>
            <a:ext cx="1600955" cy="1645696"/>
          </a:xfrm>
          <a:custGeom>
            <a:rect b="b" l="l" r="r" t="t"/>
            <a:pathLst>
              <a:path extrusionOk="0" h="1490343" w="1600955">
                <a:moveTo>
                  <a:pt x="0" y="0"/>
                </a:moveTo>
                <a:lnTo>
                  <a:pt x="1600954" y="0"/>
                </a:lnTo>
                <a:lnTo>
                  <a:pt x="1600954" y="1490343"/>
                </a:lnTo>
                <a:lnTo>
                  <a:pt x="0" y="1490343"/>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02" name="Google Shape;102;p7"/>
          <p:cNvSpPr/>
          <p:nvPr/>
        </p:nvSpPr>
        <p:spPr>
          <a:xfrm rot="-2487859">
            <a:off x="754582" y="-207773"/>
            <a:ext cx="1882775" cy="1684956"/>
          </a:xfrm>
          <a:custGeom>
            <a:rect b="b" l="l" r="r" t="t"/>
            <a:pathLst>
              <a:path extrusionOk="0" h="1494392" w="1763767">
                <a:moveTo>
                  <a:pt x="0" y="0"/>
                </a:moveTo>
                <a:lnTo>
                  <a:pt x="1763767" y="0"/>
                </a:lnTo>
                <a:lnTo>
                  <a:pt x="1763767" y="1494392"/>
                </a:lnTo>
                <a:lnTo>
                  <a:pt x="0" y="149439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03" name="Google Shape;103;p7"/>
          <p:cNvSpPr/>
          <p:nvPr/>
        </p:nvSpPr>
        <p:spPr>
          <a:xfrm>
            <a:off x="-613526" y="-932654"/>
            <a:ext cx="2609805" cy="2593397"/>
          </a:xfrm>
          <a:custGeom>
            <a:rect b="b" l="l" r="r" t="t"/>
            <a:pathLst>
              <a:path extrusionOk="0" h="3416667" w="3505909">
                <a:moveTo>
                  <a:pt x="0" y="0"/>
                </a:moveTo>
                <a:lnTo>
                  <a:pt x="3505909" y="0"/>
                </a:lnTo>
                <a:lnTo>
                  <a:pt x="3505909" y="3416668"/>
                </a:lnTo>
                <a:lnTo>
                  <a:pt x="0" y="341666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r Titel" type="titleOnly">
  <p:cSld name="TITLE_ONLY">
    <p:spTree>
      <p:nvGrpSpPr>
        <p:cNvPr id="104" name="Shape 104"/>
        <p:cNvGrpSpPr/>
        <p:nvPr/>
      </p:nvGrpSpPr>
      <p:grpSpPr>
        <a:xfrm>
          <a:off x="0" y="0"/>
          <a:ext cx="0" cy="0"/>
          <a:chOff x="0" y="0"/>
          <a:chExt cx="0" cy="0"/>
        </a:xfrm>
      </p:grpSpPr>
      <p:sp>
        <p:nvSpPr>
          <p:cNvPr id="105" name="Google Shape;105;p8"/>
          <p:cNvSpPr txBox="1"/>
          <p:nvPr>
            <p:ph type="title"/>
          </p:nvPr>
        </p:nvSpPr>
        <p:spPr>
          <a:xfrm>
            <a:off x="1944000" y="1322140"/>
            <a:ext cx="14400000" cy="1260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8"/>
          <p:cNvSpPr/>
          <p:nvPr/>
        </p:nvSpPr>
        <p:spPr>
          <a:xfrm>
            <a:off x="7687907" y="30602"/>
            <a:ext cx="2912186" cy="1012162"/>
          </a:xfrm>
          <a:custGeom>
            <a:rect b="b" l="l" r="r" t="t"/>
            <a:pathLst>
              <a:path extrusionOk="0" h="1012162" w="2912186">
                <a:moveTo>
                  <a:pt x="0" y="0"/>
                </a:moveTo>
                <a:lnTo>
                  <a:pt x="2912186" y="0"/>
                </a:lnTo>
                <a:lnTo>
                  <a:pt x="2912186" y="1012162"/>
                </a:lnTo>
                <a:lnTo>
                  <a:pt x="0" y="1012162"/>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07" name="Google Shape;107;p8"/>
          <p:cNvSpPr/>
          <p:nvPr/>
        </p:nvSpPr>
        <p:spPr>
          <a:xfrm rot="-2487859">
            <a:off x="634233" y="-130796"/>
            <a:ext cx="2100921" cy="2020412"/>
          </a:xfrm>
          <a:custGeom>
            <a:rect b="b" l="l" r="r" t="t"/>
            <a:pathLst>
              <a:path extrusionOk="0" h="1494392" w="1763767">
                <a:moveTo>
                  <a:pt x="0" y="0"/>
                </a:moveTo>
                <a:lnTo>
                  <a:pt x="1763767" y="0"/>
                </a:lnTo>
                <a:lnTo>
                  <a:pt x="1763767" y="1494392"/>
                </a:lnTo>
                <a:lnTo>
                  <a:pt x="0" y="1494392"/>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08" name="Google Shape;108;p8"/>
          <p:cNvSpPr/>
          <p:nvPr/>
        </p:nvSpPr>
        <p:spPr>
          <a:xfrm>
            <a:off x="92944" y="6032092"/>
            <a:ext cx="2499164" cy="2394654"/>
          </a:xfrm>
          <a:custGeom>
            <a:rect b="b" l="l" r="r" t="t"/>
            <a:pathLst>
              <a:path extrusionOk="0" h="2394654" w="2499164">
                <a:moveTo>
                  <a:pt x="0" y="0"/>
                </a:moveTo>
                <a:lnTo>
                  <a:pt x="2499165" y="0"/>
                </a:lnTo>
                <a:lnTo>
                  <a:pt x="2499165" y="2394654"/>
                </a:lnTo>
                <a:lnTo>
                  <a:pt x="0" y="2394654"/>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09" name="Google Shape;109;p8"/>
          <p:cNvSpPr/>
          <p:nvPr/>
        </p:nvSpPr>
        <p:spPr>
          <a:xfrm rot="4680788">
            <a:off x="16257418" y="8270982"/>
            <a:ext cx="2635834" cy="2525609"/>
          </a:xfrm>
          <a:custGeom>
            <a:rect b="b" l="l" r="r" t="t"/>
            <a:pathLst>
              <a:path extrusionOk="0" h="2525609" w="2635834">
                <a:moveTo>
                  <a:pt x="0" y="0"/>
                </a:moveTo>
                <a:lnTo>
                  <a:pt x="2635835" y="0"/>
                </a:lnTo>
                <a:lnTo>
                  <a:pt x="2635835" y="2525608"/>
                </a:lnTo>
                <a:lnTo>
                  <a:pt x="0" y="2525608"/>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10" name="Google Shape;110;p8"/>
          <p:cNvSpPr/>
          <p:nvPr/>
        </p:nvSpPr>
        <p:spPr>
          <a:xfrm>
            <a:off x="-817599" y="-741416"/>
            <a:ext cx="2912187" cy="3109714"/>
          </a:xfrm>
          <a:custGeom>
            <a:rect b="b" l="l" r="r" t="t"/>
            <a:pathLst>
              <a:path extrusionOk="0" h="3416667" w="3505909">
                <a:moveTo>
                  <a:pt x="0" y="0"/>
                </a:moveTo>
                <a:lnTo>
                  <a:pt x="3505909" y="0"/>
                </a:lnTo>
                <a:lnTo>
                  <a:pt x="3505909" y="3416668"/>
                </a:lnTo>
                <a:lnTo>
                  <a:pt x="0" y="3416668"/>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11" name="Google Shape;111;p8"/>
          <p:cNvSpPr/>
          <p:nvPr/>
        </p:nvSpPr>
        <p:spPr>
          <a:xfrm rot="-5591590">
            <a:off x="15833994" y="712804"/>
            <a:ext cx="2347587" cy="2305392"/>
          </a:xfrm>
          <a:custGeom>
            <a:rect b="b" l="l" r="r" t="t"/>
            <a:pathLst>
              <a:path extrusionOk="0" h="2032289" w="2085371">
                <a:moveTo>
                  <a:pt x="0" y="0"/>
                </a:moveTo>
                <a:lnTo>
                  <a:pt x="2085371" y="0"/>
                </a:lnTo>
                <a:lnTo>
                  <a:pt x="2085371" y="2032289"/>
                </a:lnTo>
                <a:lnTo>
                  <a:pt x="0" y="2032289"/>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12" name="Google Shape;112;p8"/>
          <p:cNvSpPr/>
          <p:nvPr/>
        </p:nvSpPr>
        <p:spPr>
          <a:xfrm rot="7860677">
            <a:off x="126546" y="7226320"/>
            <a:ext cx="1600955" cy="1490343"/>
          </a:xfrm>
          <a:custGeom>
            <a:rect b="b" l="l" r="r" t="t"/>
            <a:pathLst>
              <a:path extrusionOk="0" h="1490343" w="1600955">
                <a:moveTo>
                  <a:pt x="0" y="0"/>
                </a:moveTo>
                <a:lnTo>
                  <a:pt x="1600954" y="0"/>
                </a:lnTo>
                <a:lnTo>
                  <a:pt x="1600954" y="1490343"/>
                </a:lnTo>
                <a:lnTo>
                  <a:pt x="0" y="1490343"/>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13" name="Google Shape;113;p8"/>
          <p:cNvSpPr/>
          <p:nvPr/>
        </p:nvSpPr>
        <p:spPr>
          <a:xfrm rot="7860677">
            <a:off x="15930678" y="7382404"/>
            <a:ext cx="2243704" cy="2088684"/>
          </a:xfrm>
          <a:custGeom>
            <a:rect b="b" l="l" r="r" t="t"/>
            <a:pathLst>
              <a:path extrusionOk="0" h="2088684" w="2243704">
                <a:moveTo>
                  <a:pt x="0" y="0"/>
                </a:moveTo>
                <a:lnTo>
                  <a:pt x="2243704" y="0"/>
                </a:lnTo>
                <a:lnTo>
                  <a:pt x="2243704" y="2088684"/>
                </a:lnTo>
                <a:lnTo>
                  <a:pt x="0" y="2088684"/>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14" name="Google Shape;114;p8"/>
          <p:cNvSpPr/>
          <p:nvPr/>
        </p:nvSpPr>
        <p:spPr>
          <a:xfrm rot="1296289">
            <a:off x="15384349" y="-545919"/>
            <a:ext cx="2531996" cy="2154648"/>
          </a:xfrm>
          <a:custGeom>
            <a:rect b="b" l="l" r="r" t="t"/>
            <a:pathLst>
              <a:path extrusionOk="0" h="1919581" w="2265599">
                <a:moveTo>
                  <a:pt x="0" y="0"/>
                </a:moveTo>
                <a:lnTo>
                  <a:pt x="2265600" y="0"/>
                </a:lnTo>
                <a:lnTo>
                  <a:pt x="2265600" y="1919581"/>
                </a:lnTo>
                <a:lnTo>
                  <a:pt x="0" y="1919581"/>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15" name="Google Shape;115;p8"/>
          <p:cNvSpPr/>
          <p:nvPr/>
        </p:nvSpPr>
        <p:spPr>
          <a:xfrm rot="-2487859">
            <a:off x="16952453" y="4767483"/>
            <a:ext cx="2033723" cy="1619753"/>
          </a:xfrm>
          <a:custGeom>
            <a:rect b="b" l="l" r="r" t="t"/>
            <a:pathLst>
              <a:path extrusionOk="0" h="1494392" w="1763767">
                <a:moveTo>
                  <a:pt x="0" y="0"/>
                </a:moveTo>
                <a:lnTo>
                  <a:pt x="1763767" y="0"/>
                </a:lnTo>
                <a:lnTo>
                  <a:pt x="1763767" y="1494392"/>
                </a:lnTo>
                <a:lnTo>
                  <a:pt x="0" y="1494392"/>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16" name="Google Shape;116;p8"/>
          <p:cNvSpPr/>
          <p:nvPr/>
        </p:nvSpPr>
        <p:spPr>
          <a:xfrm rot="1296289">
            <a:off x="296953" y="7886423"/>
            <a:ext cx="3294095" cy="2754079"/>
          </a:xfrm>
          <a:custGeom>
            <a:rect b="b" l="l" r="r" t="t"/>
            <a:pathLst>
              <a:path extrusionOk="0" h="2059110" w="2430280">
                <a:moveTo>
                  <a:pt x="0" y="0"/>
                </a:moveTo>
                <a:lnTo>
                  <a:pt x="2430281" y="0"/>
                </a:lnTo>
                <a:lnTo>
                  <a:pt x="2430281" y="2059110"/>
                </a:lnTo>
                <a:lnTo>
                  <a:pt x="0" y="205911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17" name="Google Shape;117;p8"/>
          <p:cNvSpPr/>
          <p:nvPr/>
        </p:nvSpPr>
        <p:spPr>
          <a:xfrm rot="2046247">
            <a:off x="17723193" y="-357480"/>
            <a:ext cx="1707091" cy="1936262"/>
          </a:xfrm>
          <a:custGeom>
            <a:rect b="b" l="l" r="r" t="t"/>
            <a:pathLst>
              <a:path extrusionOk="0" h="1805189" w="1939168">
                <a:moveTo>
                  <a:pt x="0" y="0"/>
                </a:moveTo>
                <a:lnTo>
                  <a:pt x="1939169" y="0"/>
                </a:lnTo>
                <a:lnTo>
                  <a:pt x="1939169" y="1805189"/>
                </a:lnTo>
                <a:lnTo>
                  <a:pt x="0" y="1805189"/>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halt mit Überschrift" type="objTx">
  <p:cSld name="OBJECT_WITH_CAPTION_TEXT">
    <p:spTree>
      <p:nvGrpSpPr>
        <p:cNvPr id="118" name="Shape 118"/>
        <p:cNvGrpSpPr/>
        <p:nvPr/>
      </p:nvGrpSpPr>
      <p:grpSpPr>
        <a:xfrm>
          <a:off x="0" y="0"/>
          <a:ext cx="0" cy="0"/>
          <a:chOff x="0" y="0"/>
          <a:chExt cx="0" cy="0"/>
        </a:xfrm>
      </p:grpSpPr>
      <p:sp>
        <p:nvSpPr>
          <p:cNvPr id="119" name="Google Shape;119;p9"/>
          <p:cNvSpPr txBox="1"/>
          <p:nvPr>
            <p:ph type="title"/>
          </p:nvPr>
        </p:nvSpPr>
        <p:spPr>
          <a:xfrm>
            <a:off x="1944000" y="1481138"/>
            <a:ext cx="5235566" cy="12600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0" name="Google Shape;120;p9"/>
          <p:cNvSpPr txBox="1"/>
          <p:nvPr>
            <p:ph idx="1" type="body"/>
          </p:nvPr>
        </p:nvSpPr>
        <p:spPr>
          <a:xfrm>
            <a:off x="7775574" y="1481138"/>
            <a:ext cx="8568425" cy="7310437"/>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21" name="Google Shape;121;p9"/>
          <p:cNvSpPr txBox="1"/>
          <p:nvPr>
            <p:ph idx="2" type="body"/>
          </p:nvPr>
        </p:nvSpPr>
        <p:spPr>
          <a:xfrm>
            <a:off x="1944000" y="3086100"/>
            <a:ext cx="5214038" cy="571817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22" name="Google Shape;122;p9"/>
          <p:cNvSpPr/>
          <p:nvPr/>
        </p:nvSpPr>
        <p:spPr>
          <a:xfrm>
            <a:off x="7687907" y="30602"/>
            <a:ext cx="2912186" cy="1012162"/>
          </a:xfrm>
          <a:custGeom>
            <a:rect b="b" l="l" r="r" t="t"/>
            <a:pathLst>
              <a:path extrusionOk="0" h="1012162" w="2912186">
                <a:moveTo>
                  <a:pt x="0" y="0"/>
                </a:moveTo>
                <a:lnTo>
                  <a:pt x="2912186" y="0"/>
                </a:lnTo>
                <a:lnTo>
                  <a:pt x="2912186" y="1012162"/>
                </a:lnTo>
                <a:lnTo>
                  <a:pt x="0" y="1012162"/>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23" name="Google Shape;123;p9"/>
          <p:cNvSpPr/>
          <p:nvPr/>
        </p:nvSpPr>
        <p:spPr>
          <a:xfrm>
            <a:off x="-988817" y="7307032"/>
            <a:ext cx="2499164" cy="2394654"/>
          </a:xfrm>
          <a:custGeom>
            <a:rect b="b" l="l" r="r" t="t"/>
            <a:pathLst>
              <a:path extrusionOk="0" h="2394654" w="2499164">
                <a:moveTo>
                  <a:pt x="0" y="0"/>
                </a:moveTo>
                <a:lnTo>
                  <a:pt x="2499165" y="0"/>
                </a:lnTo>
                <a:lnTo>
                  <a:pt x="2499165" y="2394654"/>
                </a:lnTo>
                <a:lnTo>
                  <a:pt x="0" y="239465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24" name="Google Shape;124;p9"/>
          <p:cNvSpPr/>
          <p:nvPr/>
        </p:nvSpPr>
        <p:spPr>
          <a:xfrm rot="4680788">
            <a:off x="16257418" y="8270982"/>
            <a:ext cx="2635834" cy="2525609"/>
          </a:xfrm>
          <a:custGeom>
            <a:rect b="b" l="l" r="r" t="t"/>
            <a:pathLst>
              <a:path extrusionOk="0" h="2525609" w="2635834">
                <a:moveTo>
                  <a:pt x="0" y="0"/>
                </a:moveTo>
                <a:lnTo>
                  <a:pt x="2635835" y="0"/>
                </a:lnTo>
                <a:lnTo>
                  <a:pt x="2635835" y="2525608"/>
                </a:lnTo>
                <a:lnTo>
                  <a:pt x="0" y="252560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25" name="Google Shape;125;p9"/>
          <p:cNvSpPr/>
          <p:nvPr/>
        </p:nvSpPr>
        <p:spPr>
          <a:xfrm>
            <a:off x="-344695" y="-103733"/>
            <a:ext cx="2797974" cy="2535765"/>
          </a:xfrm>
          <a:custGeom>
            <a:rect b="b" l="l" r="r" t="t"/>
            <a:pathLst>
              <a:path extrusionOk="0" h="2032289" w="2085371">
                <a:moveTo>
                  <a:pt x="0" y="0"/>
                </a:moveTo>
                <a:lnTo>
                  <a:pt x="2085371" y="0"/>
                </a:lnTo>
                <a:lnTo>
                  <a:pt x="2085371" y="2032289"/>
                </a:lnTo>
                <a:lnTo>
                  <a:pt x="0" y="2032289"/>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26" name="Google Shape;126;p9"/>
          <p:cNvSpPr/>
          <p:nvPr/>
        </p:nvSpPr>
        <p:spPr>
          <a:xfrm rot="7860677">
            <a:off x="184890" y="170766"/>
            <a:ext cx="1600955" cy="1490343"/>
          </a:xfrm>
          <a:custGeom>
            <a:rect b="b" l="l" r="r" t="t"/>
            <a:pathLst>
              <a:path extrusionOk="0" h="1490343" w="1600955">
                <a:moveTo>
                  <a:pt x="0" y="0"/>
                </a:moveTo>
                <a:lnTo>
                  <a:pt x="1600954" y="0"/>
                </a:lnTo>
                <a:lnTo>
                  <a:pt x="1600954" y="1490343"/>
                </a:lnTo>
                <a:lnTo>
                  <a:pt x="0" y="1490343"/>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27" name="Google Shape;127;p9"/>
          <p:cNvSpPr/>
          <p:nvPr/>
        </p:nvSpPr>
        <p:spPr>
          <a:xfrm rot="-458312">
            <a:off x="16929227" y="-285243"/>
            <a:ext cx="3155791" cy="3843267"/>
          </a:xfrm>
          <a:custGeom>
            <a:rect b="b" l="l" r="r" t="t"/>
            <a:pathLst>
              <a:path extrusionOk="0" h="3023821" w="3155791">
                <a:moveTo>
                  <a:pt x="0" y="0"/>
                </a:moveTo>
                <a:lnTo>
                  <a:pt x="3155790" y="0"/>
                </a:lnTo>
                <a:lnTo>
                  <a:pt x="3155790" y="3023821"/>
                </a:lnTo>
                <a:lnTo>
                  <a:pt x="0" y="3023821"/>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28" name="Google Shape;128;p9"/>
          <p:cNvSpPr/>
          <p:nvPr/>
        </p:nvSpPr>
        <p:spPr>
          <a:xfrm rot="1296289">
            <a:off x="15429160" y="-255544"/>
            <a:ext cx="2265599" cy="1919581"/>
          </a:xfrm>
          <a:custGeom>
            <a:rect b="b" l="l" r="r" t="t"/>
            <a:pathLst>
              <a:path extrusionOk="0" h="1919581" w="2265599">
                <a:moveTo>
                  <a:pt x="0" y="0"/>
                </a:moveTo>
                <a:lnTo>
                  <a:pt x="2265600" y="0"/>
                </a:lnTo>
                <a:lnTo>
                  <a:pt x="2265600" y="1919581"/>
                </a:lnTo>
                <a:lnTo>
                  <a:pt x="0" y="1919581"/>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29" name="Google Shape;129;p9"/>
          <p:cNvSpPr/>
          <p:nvPr/>
        </p:nvSpPr>
        <p:spPr>
          <a:xfrm rot="-2487859">
            <a:off x="1742939" y="-107165"/>
            <a:ext cx="1763767" cy="1494391"/>
          </a:xfrm>
          <a:custGeom>
            <a:rect b="b" l="l" r="r" t="t"/>
            <a:pathLst>
              <a:path extrusionOk="0" h="1494392" w="1763767">
                <a:moveTo>
                  <a:pt x="0" y="0"/>
                </a:moveTo>
                <a:lnTo>
                  <a:pt x="1763767" y="0"/>
                </a:lnTo>
                <a:lnTo>
                  <a:pt x="1763767" y="1494392"/>
                </a:lnTo>
                <a:lnTo>
                  <a:pt x="0" y="1494392"/>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30" name="Google Shape;130;p9"/>
          <p:cNvSpPr/>
          <p:nvPr/>
        </p:nvSpPr>
        <p:spPr>
          <a:xfrm rot="1296289">
            <a:off x="-1078000" y="5865358"/>
            <a:ext cx="2430280" cy="2059110"/>
          </a:xfrm>
          <a:custGeom>
            <a:rect b="b" l="l" r="r" t="t"/>
            <a:pathLst>
              <a:path extrusionOk="0" h="2059110" w="2430280">
                <a:moveTo>
                  <a:pt x="0" y="0"/>
                </a:moveTo>
                <a:lnTo>
                  <a:pt x="2430281" y="0"/>
                </a:lnTo>
                <a:lnTo>
                  <a:pt x="2430281" y="2059110"/>
                </a:lnTo>
                <a:lnTo>
                  <a:pt x="0" y="2059110"/>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31" name="Google Shape;131;p9"/>
          <p:cNvSpPr/>
          <p:nvPr/>
        </p:nvSpPr>
        <p:spPr>
          <a:xfrm rot="1597264">
            <a:off x="17342788" y="1208544"/>
            <a:ext cx="1939168" cy="1805189"/>
          </a:xfrm>
          <a:custGeom>
            <a:rect b="b" l="l" r="r" t="t"/>
            <a:pathLst>
              <a:path extrusionOk="0" h="1805189" w="1939168">
                <a:moveTo>
                  <a:pt x="0" y="0"/>
                </a:moveTo>
                <a:lnTo>
                  <a:pt x="1939169" y="0"/>
                </a:lnTo>
                <a:lnTo>
                  <a:pt x="1939169" y="1805189"/>
                </a:lnTo>
                <a:lnTo>
                  <a:pt x="0" y="1805189"/>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32" name="Google Shape;132;p9"/>
          <p:cNvSpPr/>
          <p:nvPr/>
        </p:nvSpPr>
        <p:spPr>
          <a:xfrm rot="7999432">
            <a:off x="17045216" y="6735395"/>
            <a:ext cx="2797974" cy="2535765"/>
          </a:xfrm>
          <a:custGeom>
            <a:rect b="b" l="l" r="r" t="t"/>
            <a:pathLst>
              <a:path extrusionOk="0" h="2032289" w="2085371">
                <a:moveTo>
                  <a:pt x="0" y="0"/>
                </a:moveTo>
                <a:lnTo>
                  <a:pt x="2085371" y="0"/>
                </a:lnTo>
                <a:lnTo>
                  <a:pt x="2085371" y="2032289"/>
                </a:lnTo>
                <a:lnTo>
                  <a:pt x="0" y="2032289"/>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33" name="Google Shape;133;p9"/>
          <p:cNvSpPr/>
          <p:nvPr/>
        </p:nvSpPr>
        <p:spPr>
          <a:xfrm rot="7860677">
            <a:off x="16251956" y="8185607"/>
            <a:ext cx="2243704" cy="2088684"/>
          </a:xfrm>
          <a:custGeom>
            <a:rect b="b" l="l" r="r" t="t"/>
            <a:pathLst>
              <a:path extrusionOk="0" h="2088684" w="2243704">
                <a:moveTo>
                  <a:pt x="0" y="0"/>
                </a:moveTo>
                <a:lnTo>
                  <a:pt x="2243704" y="0"/>
                </a:lnTo>
                <a:lnTo>
                  <a:pt x="2243704" y="2088684"/>
                </a:lnTo>
                <a:lnTo>
                  <a:pt x="0" y="2088684"/>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ld mit Überschrift">
  <p:cSld name="Bild mit Überschrift">
    <p:spTree>
      <p:nvGrpSpPr>
        <p:cNvPr id="134" name="Shape 134"/>
        <p:cNvGrpSpPr/>
        <p:nvPr/>
      </p:nvGrpSpPr>
      <p:grpSpPr>
        <a:xfrm>
          <a:off x="0" y="0"/>
          <a:ext cx="0" cy="0"/>
          <a:chOff x="0" y="0"/>
          <a:chExt cx="0" cy="0"/>
        </a:xfrm>
      </p:grpSpPr>
      <p:sp>
        <p:nvSpPr>
          <p:cNvPr id="135" name="Google Shape;135;p10"/>
          <p:cNvSpPr/>
          <p:nvPr>
            <p:ph idx="2" type="pic"/>
          </p:nvPr>
        </p:nvSpPr>
        <p:spPr>
          <a:xfrm>
            <a:off x="7775575" y="1481138"/>
            <a:ext cx="8568424" cy="7310437"/>
          </a:xfrm>
          <a:prstGeom prst="rect">
            <a:avLst/>
          </a:prstGeom>
          <a:noFill/>
          <a:ln>
            <a:noFill/>
          </a:ln>
        </p:spPr>
      </p:sp>
      <p:sp>
        <p:nvSpPr>
          <p:cNvPr id="136" name="Google Shape;136;p10"/>
          <p:cNvSpPr/>
          <p:nvPr/>
        </p:nvSpPr>
        <p:spPr>
          <a:xfrm>
            <a:off x="-988817" y="7307032"/>
            <a:ext cx="2499164" cy="2394654"/>
          </a:xfrm>
          <a:custGeom>
            <a:rect b="b" l="l" r="r" t="t"/>
            <a:pathLst>
              <a:path extrusionOk="0" h="2394654" w="2499164">
                <a:moveTo>
                  <a:pt x="0" y="0"/>
                </a:moveTo>
                <a:lnTo>
                  <a:pt x="2499165" y="0"/>
                </a:lnTo>
                <a:lnTo>
                  <a:pt x="2499165" y="2394654"/>
                </a:lnTo>
                <a:lnTo>
                  <a:pt x="0" y="2394654"/>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37" name="Google Shape;137;p10"/>
          <p:cNvSpPr/>
          <p:nvPr/>
        </p:nvSpPr>
        <p:spPr>
          <a:xfrm rot="4680788">
            <a:off x="16257418" y="8270982"/>
            <a:ext cx="2635834" cy="2525609"/>
          </a:xfrm>
          <a:custGeom>
            <a:rect b="b" l="l" r="r" t="t"/>
            <a:pathLst>
              <a:path extrusionOk="0" h="2525609" w="2635834">
                <a:moveTo>
                  <a:pt x="0" y="0"/>
                </a:moveTo>
                <a:lnTo>
                  <a:pt x="2635835" y="0"/>
                </a:lnTo>
                <a:lnTo>
                  <a:pt x="2635835" y="2525608"/>
                </a:lnTo>
                <a:lnTo>
                  <a:pt x="0" y="2525608"/>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38" name="Google Shape;138;p10"/>
          <p:cNvSpPr/>
          <p:nvPr/>
        </p:nvSpPr>
        <p:spPr>
          <a:xfrm>
            <a:off x="-344695" y="-103733"/>
            <a:ext cx="2797974" cy="2535765"/>
          </a:xfrm>
          <a:custGeom>
            <a:rect b="b" l="l" r="r" t="t"/>
            <a:pathLst>
              <a:path extrusionOk="0" h="2032289" w="2085371">
                <a:moveTo>
                  <a:pt x="0" y="0"/>
                </a:moveTo>
                <a:lnTo>
                  <a:pt x="2085371" y="0"/>
                </a:lnTo>
                <a:lnTo>
                  <a:pt x="2085371" y="2032289"/>
                </a:lnTo>
                <a:lnTo>
                  <a:pt x="0" y="2032289"/>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39" name="Google Shape;139;p10"/>
          <p:cNvSpPr/>
          <p:nvPr/>
        </p:nvSpPr>
        <p:spPr>
          <a:xfrm rot="7860677">
            <a:off x="184890" y="170766"/>
            <a:ext cx="1600955" cy="1490343"/>
          </a:xfrm>
          <a:custGeom>
            <a:rect b="b" l="l" r="r" t="t"/>
            <a:pathLst>
              <a:path extrusionOk="0" h="1490343" w="1600955">
                <a:moveTo>
                  <a:pt x="0" y="0"/>
                </a:moveTo>
                <a:lnTo>
                  <a:pt x="1600954" y="0"/>
                </a:lnTo>
                <a:lnTo>
                  <a:pt x="1600954" y="1490343"/>
                </a:lnTo>
                <a:lnTo>
                  <a:pt x="0" y="1490343"/>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40" name="Google Shape;140;p10"/>
          <p:cNvSpPr/>
          <p:nvPr/>
        </p:nvSpPr>
        <p:spPr>
          <a:xfrm rot="-458312">
            <a:off x="16929227" y="-285243"/>
            <a:ext cx="3155791" cy="3843267"/>
          </a:xfrm>
          <a:custGeom>
            <a:rect b="b" l="l" r="r" t="t"/>
            <a:pathLst>
              <a:path extrusionOk="0" h="3023821" w="3155791">
                <a:moveTo>
                  <a:pt x="0" y="0"/>
                </a:moveTo>
                <a:lnTo>
                  <a:pt x="3155790" y="0"/>
                </a:lnTo>
                <a:lnTo>
                  <a:pt x="3155790" y="3023821"/>
                </a:lnTo>
                <a:lnTo>
                  <a:pt x="0" y="3023821"/>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41" name="Google Shape;141;p10"/>
          <p:cNvSpPr/>
          <p:nvPr/>
        </p:nvSpPr>
        <p:spPr>
          <a:xfrm rot="1296289">
            <a:off x="15429160" y="-255544"/>
            <a:ext cx="2265599" cy="1919581"/>
          </a:xfrm>
          <a:custGeom>
            <a:rect b="b" l="l" r="r" t="t"/>
            <a:pathLst>
              <a:path extrusionOk="0" h="1919581" w="2265599">
                <a:moveTo>
                  <a:pt x="0" y="0"/>
                </a:moveTo>
                <a:lnTo>
                  <a:pt x="2265600" y="0"/>
                </a:lnTo>
                <a:lnTo>
                  <a:pt x="2265600" y="1919581"/>
                </a:lnTo>
                <a:lnTo>
                  <a:pt x="0" y="1919581"/>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42" name="Google Shape;142;p10"/>
          <p:cNvSpPr/>
          <p:nvPr/>
        </p:nvSpPr>
        <p:spPr>
          <a:xfrm rot="-2487859">
            <a:off x="1742939" y="-107165"/>
            <a:ext cx="1763767" cy="1494391"/>
          </a:xfrm>
          <a:custGeom>
            <a:rect b="b" l="l" r="r" t="t"/>
            <a:pathLst>
              <a:path extrusionOk="0" h="1494392" w="1763767">
                <a:moveTo>
                  <a:pt x="0" y="0"/>
                </a:moveTo>
                <a:lnTo>
                  <a:pt x="1763767" y="0"/>
                </a:lnTo>
                <a:lnTo>
                  <a:pt x="1763767" y="1494392"/>
                </a:lnTo>
                <a:lnTo>
                  <a:pt x="0" y="149439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43" name="Google Shape;143;p10"/>
          <p:cNvSpPr/>
          <p:nvPr/>
        </p:nvSpPr>
        <p:spPr>
          <a:xfrm rot="1296289">
            <a:off x="-1078000" y="5865358"/>
            <a:ext cx="2430280" cy="2059110"/>
          </a:xfrm>
          <a:custGeom>
            <a:rect b="b" l="l" r="r" t="t"/>
            <a:pathLst>
              <a:path extrusionOk="0" h="2059110" w="2430280">
                <a:moveTo>
                  <a:pt x="0" y="0"/>
                </a:moveTo>
                <a:lnTo>
                  <a:pt x="2430281" y="0"/>
                </a:lnTo>
                <a:lnTo>
                  <a:pt x="2430281" y="2059110"/>
                </a:lnTo>
                <a:lnTo>
                  <a:pt x="0" y="205911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44" name="Google Shape;144;p10"/>
          <p:cNvSpPr/>
          <p:nvPr/>
        </p:nvSpPr>
        <p:spPr>
          <a:xfrm rot="1597264">
            <a:off x="17342788" y="1208544"/>
            <a:ext cx="1939168" cy="1805189"/>
          </a:xfrm>
          <a:custGeom>
            <a:rect b="b" l="l" r="r" t="t"/>
            <a:pathLst>
              <a:path extrusionOk="0" h="1805189" w="1939168">
                <a:moveTo>
                  <a:pt x="0" y="0"/>
                </a:moveTo>
                <a:lnTo>
                  <a:pt x="1939169" y="0"/>
                </a:lnTo>
                <a:lnTo>
                  <a:pt x="1939169" y="1805189"/>
                </a:lnTo>
                <a:lnTo>
                  <a:pt x="0" y="1805189"/>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45" name="Google Shape;145;p10"/>
          <p:cNvSpPr/>
          <p:nvPr/>
        </p:nvSpPr>
        <p:spPr>
          <a:xfrm>
            <a:off x="7687907" y="30602"/>
            <a:ext cx="2912186" cy="1012162"/>
          </a:xfrm>
          <a:custGeom>
            <a:rect b="b" l="l" r="r" t="t"/>
            <a:pathLst>
              <a:path extrusionOk="0" h="1012162" w="2912186">
                <a:moveTo>
                  <a:pt x="0" y="0"/>
                </a:moveTo>
                <a:lnTo>
                  <a:pt x="2912186" y="0"/>
                </a:lnTo>
                <a:lnTo>
                  <a:pt x="2912186" y="1012162"/>
                </a:lnTo>
                <a:lnTo>
                  <a:pt x="0" y="1012162"/>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46" name="Google Shape;146;p10"/>
          <p:cNvSpPr txBox="1"/>
          <p:nvPr/>
        </p:nvSpPr>
        <p:spPr>
          <a:xfrm>
            <a:off x="1944000" y="1481138"/>
            <a:ext cx="5235566" cy="1260000"/>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Clr>
                <a:schemeClr val="dk1"/>
              </a:buClr>
              <a:buSzPts val="3200"/>
              <a:buFont typeface="Arial"/>
              <a:buNone/>
            </a:pPr>
            <a:r>
              <a:rPr b="0" i="0" lang="de-DE" sz="3200" u="none" cap="none" strike="noStrike">
                <a:solidFill>
                  <a:schemeClr val="dk1"/>
                </a:solidFill>
                <a:latin typeface="Arial"/>
                <a:ea typeface="Arial"/>
                <a:cs typeface="Arial"/>
                <a:sym typeface="Arial"/>
              </a:rPr>
              <a:t>Mastertitelformat bearbeiten</a:t>
            </a:r>
            <a:endParaRPr b="0" i="0" sz="3200" u="none" cap="none" strike="noStrike">
              <a:solidFill>
                <a:schemeClr val="dk1"/>
              </a:solidFill>
              <a:latin typeface="Arial"/>
              <a:ea typeface="Arial"/>
              <a:cs typeface="Arial"/>
              <a:sym typeface="Arial"/>
            </a:endParaRPr>
          </a:p>
        </p:txBody>
      </p:sp>
      <p:sp>
        <p:nvSpPr>
          <p:cNvPr id="147" name="Google Shape;147;p10"/>
          <p:cNvSpPr txBox="1"/>
          <p:nvPr>
            <p:ph idx="1" type="body"/>
          </p:nvPr>
        </p:nvSpPr>
        <p:spPr>
          <a:xfrm>
            <a:off x="1944000" y="3086100"/>
            <a:ext cx="5214038" cy="571817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48" name="Google Shape;148;p10"/>
          <p:cNvSpPr/>
          <p:nvPr/>
        </p:nvSpPr>
        <p:spPr>
          <a:xfrm rot="7999432">
            <a:off x="17045216" y="6735395"/>
            <a:ext cx="2797974" cy="2535765"/>
          </a:xfrm>
          <a:custGeom>
            <a:rect b="b" l="l" r="r" t="t"/>
            <a:pathLst>
              <a:path extrusionOk="0" h="2032289" w="2085371">
                <a:moveTo>
                  <a:pt x="0" y="0"/>
                </a:moveTo>
                <a:lnTo>
                  <a:pt x="2085371" y="0"/>
                </a:lnTo>
                <a:lnTo>
                  <a:pt x="2085371" y="2032289"/>
                </a:lnTo>
                <a:lnTo>
                  <a:pt x="0" y="2032289"/>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49" name="Google Shape;149;p10"/>
          <p:cNvSpPr/>
          <p:nvPr/>
        </p:nvSpPr>
        <p:spPr>
          <a:xfrm rot="7860677">
            <a:off x="16251956" y="8185607"/>
            <a:ext cx="2243704" cy="2088684"/>
          </a:xfrm>
          <a:custGeom>
            <a:rect b="b" l="l" r="r" t="t"/>
            <a:pathLst>
              <a:path extrusionOk="0" h="2088684" w="2243704">
                <a:moveTo>
                  <a:pt x="0" y="0"/>
                </a:moveTo>
                <a:lnTo>
                  <a:pt x="2243704" y="0"/>
                </a:lnTo>
                <a:lnTo>
                  <a:pt x="2243704" y="2088684"/>
                </a:lnTo>
                <a:lnTo>
                  <a:pt x="0" y="2088684"/>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er" type="blank">
  <p:cSld name="BLANK">
    <p:spTree>
      <p:nvGrpSpPr>
        <p:cNvPr id="154" name="Shape 154"/>
        <p:cNvGrpSpPr/>
        <p:nvPr/>
      </p:nvGrpSpPr>
      <p:grpSpPr>
        <a:xfrm>
          <a:off x="0" y="0"/>
          <a:ext cx="0" cy="0"/>
          <a:chOff x="0" y="0"/>
          <a:chExt cx="0" cy="0"/>
        </a:xfrm>
      </p:grpSpPr>
      <p:sp>
        <p:nvSpPr>
          <p:cNvPr id="155" name="Google Shape;155;p12"/>
          <p:cNvSpPr/>
          <p:nvPr/>
        </p:nvSpPr>
        <p:spPr>
          <a:xfrm rot="-2485420">
            <a:off x="1849513" y="-391081"/>
            <a:ext cx="2099337" cy="2019466"/>
          </a:xfrm>
          <a:custGeom>
            <a:rect b="b" l="l" r="r" t="t"/>
            <a:pathLst>
              <a:path extrusionOk="0" h="1494392" w="1763767">
                <a:moveTo>
                  <a:pt x="0" y="0"/>
                </a:moveTo>
                <a:lnTo>
                  <a:pt x="1763767" y="0"/>
                </a:lnTo>
                <a:lnTo>
                  <a:pt x="1763767" y="1494392"/>
                </a:lnTo>
                <a:lnTo>
                  <a:pt x="0" y="1494392"/>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56" name="Google Shape;156;p12"/>
          <p:cNvSpPr/>
          <p:nvPr/>
        </p:nvSpPr>
        <p:spPr>
          <a:xfrm>
            <a:off x="351158" y="5589207"/>
            <a:ext cx="2499164" cy="2394654"/>
          </a:xfrm>
          <a:custGeom>
            <a:rect b="b" l="l" r="r" t="t"/>
            <a:pathLst>
              <a:path extrusionOk="0" h="2394654" w="2499164">
                <a:moveTo>
                  <a:pt x="0" y="0"/>
                </a:moveTo>
                <a:lnTo>
                  <a:pt x="2499165" y="0"/>
                </a:lnTo>
                <a:lnTo>
                  <a:pt x="2499165" y="2394654"/>
                </a:lnTo>
                <a:lnTo>
                  <a:pt x="0" y="239465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57" name="Google Shape;157;p12"/>
          <p:cNvSpPr/>
          <p:nvPr/>
        </p:nvSpPr>
        <p:spPr>
          <a:xfrm rot="4680922">
            <a:off x="16258996" y="8270737"/>
            <a:ext cx="2633939" cy="2523793"/>
          </a:xfrm>
          <a:custGeom>
            <a:rect b="b" l="l" r="r" t="t"/>
            <a:pathLst>
              <a:path extrusionOk="0" h="2525609" w="2635834">
                <a:moveTo>
                  <a:pt x="0" y="0"/>
                </a:moveTo>
                <a:lnTo>
                  <a:pt x="2635835" y="0"/>
                </a:lnTo>
                <a:lnTo>
                  <a:pt x="2635835" y="2525608"/>
                </a:lnTo>
                <a:lnTo>
                  <a:pt x="0" y="252560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58" name="Google Shape;158;p12"/>
          <p:cNvSpPr/>
          <p:nvPr/>
        </p:nvSpPr>
        <p:spPr>
          <a:xfrm>
            <a:off x="-817599" y="-741417"/>
            <a:ext cx="3505909" cy="3416667"/>
          </a:xfrm>
          <a:custGeom>
            <a:rect b="b" l="l" r="r" t="t"/>
            <a:pathLst>
              <a:path extrusionOk="0" h="3416667" w="3505909">
                <a:moveTo>
                  <a:pt x="0" y="0"/>
                </a:moveTo>
                <a:lnTo>
                  <a:pt x="3505909" y="0"/>
                </a:lnTo>
                <a:lnTo>
                  <a:pt x="3505909" y="3416668"/>
                </a:lnTo>
                <a:lnTo>
                  <a:pt x="0" y="3416668"/>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59" name="Google Shape;159;p12"/>
          <p:cNvSpPr/>
          <p:nvPr/>
        </p:nvSpPr>
        <p:spPr>
          <a:xfrm rot="-5590790">
            <a:off x="15357752" y="2451591"/>
            <a:ext cx="2349660" cy="2305070"/>
          </a:xfrm>
          <a:custGeom>
            <a:rect b="b" l="l" r="r" t="t"/>
            <a:pathLst>
              <a:path extrusionOk="0" h="2032289" w="2085371">
                <a:moveTo>
                  <a:pt x="0" y="0"/>
                </a:moveTo>
                <a:lnTo>
                  <a:pt x="2085371" y="0"/>
                </a:lnTo>
                <a:lnTo>
                  <a:pt x="2085371" y="2032289"/>
                </a:lnTo>
                <a:lnTo>
                  <a:pt x="0" y="2032289"/>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60" name="Google Shape;160;p12"/>
          <p:cNvSpPr/>
          <p:nvPr/>
        </p:nvSpPr>
        <p:spPr>
          <a:xfrm rot="7856596">
            <a:off x="703831" y="5737926"/>
            <a:ext cx="1600194" cy="1489635"/>
          </a:xfrm>
          <a:custGeom>
            <a:rect b="b" l="l" r="r" t="t"/>
            <a:pathLst>
              <a:path extrusionOk="0" h="1490343" w="1600955">
                <a:moveTo>
                  <a:pt x="0" y="0"/>
                </a:moveTo>
                <a:lnTo>
                  <a:pt x="1600954" y="0"/>
                </a:lnTo>
                <a:lnTo>
                  <a:pt x="1600954" y="1490343"/>
                </a:lnTo>
                <a:lnTo>
                  <a:pt x="0" y="1490343"/>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61" name="Google Shape;161;p12"/>
          <p:cNvSpPr/>
          <p:nvPr/>
        </p:nvSpPr>
        <p:spPr>
          <a:xfrm rot="7856596">
            <a:off x="15932128" y="7384632"/>
            <a:ext cx="2242638" cy="2087692"/>
          </a:xfrm>
          <a:custGeom>
            <a:rect b="b" l="l" r="r" t="t"/>
            <a:pathLst>
              <a:path extrusionOk="0" h="2088684" w="2243704">
                <a:moveTo>
                  <a:pt x="0" y="0"/>
                </a:moveTo>
                <a:lnTo>
                  <a:pt x="2243704" y="0"/>
                </a:lnTo>
                <a:lnTo>
                  <a:pt x="2243704" y="2088684"/>
                </a:lnTo>
                <a:lnTo>
                  <a:pt x="0" y="2088684"/>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62" name="Google Shape;162;p12"/>
          <p:cNvSpPr/>
          <p:nvPr/>
        </p:nvSpPr>
        <p:spPr>
          <a:xfrm rot="-457384">
            <a:off x="15740995" y="990057"/>
            <a:ext cx="3152091" cy="3020275"/>
          </a:xfrm>
          <a:custGeom>
            <a:rect b="b" l="l" r="r" t="t"/>
            <a:pathLst>
              <a:path extrusionOk="0" h="3023821" w="3155791">
                <a:moveTo>
                  <a:pt x="0" y="0"/>
                </a:moveTo>
                <a:lnTo>
                  <a:pt x="3155790" y="0"/>
                </a:lnTo>
                <a:lnTo>
                  <a:pt x="3155790" y="3023821"/>
                </a:lnTo>
                <a:lnTo>
                  <a:pt x="0" y="3023821"/>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63" name="Google Shape;163;p12"/>
          <p:cNvSpPr/>
          <p:nvPr/>
        </p:nvSpPr>
        <p:spPr>
          <a:xfrm rot="1298099">
            <a:off x="14831001" y="-255900"/>
            <a:ext cx="2534796" cy="2152126"/>
          </a:xfrm>
          <a:custGeom>
            <a:rect b="b" l="l" r="r" t="t"/>
            <a:pathLst>
              <a:path extrusionOk="0" h="1919581" w="2265599">
                <a:moveTo>
                  <a:pt x="0" y="0"/>
                </a:moveTo>
                <a:lnTo>
                  <a:pt x="2265600" y="0"/>
                </a:lnTo>
                <a:lnTo>
                  <a:pt x="2265600" y="1919581"/>
                </a:lnTo>
                <a:lnTo>
                  <a:pt x="0" y="1919581"/>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64" name="Google Shape;164;p12"/>
          <p:cNvSpPr/>
          <p:nvPr/>
        </p:nvSpPr>
        <p:spPr>
          <a:xfrm rot="-2487314">
            <a:off x="17027984" y="4966152"/>
            <a:ext cx="1765007" cy="1495442"/>
          </a:xfrm>
          <a:custGeom>
            <a:rect b="b" l="l" r="r" t="t"/>
            <a:pathLst>
              <a:path extrusionOk="0" h="1494392" w="1763767">
                <a:moveTo>
                  <a:pt x="0" y="0"/>
                </a:moveTo>
                <a:lnTo>
                  <a:pt x="1763767" y="0"/>
                </a:lnTo>
                <a:lnTo>
                  <a:pt x="1763767" y="1494392"/>
                </a:lnTo>
                <a:lnTo>
                  <a:pt x="0" y="1494392"/>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65" name="Google Shape;165;p12"/>
          <p:cNvSpPr/>
          <p:nvPr/>
        </p:nvSpPr>
        <p:spPr>
          <a:xfrm rot="1298666">
            <a:off x="619460" y="6992249"/>
            <a:ext cx="3294442" cy="2752101"/>
          </a:xfrm>
          <a:custGeom>
            <a:rect b="b" l="l" r="r" t="t"/>
            <a:pathLst>
              <a:path extrusionOk="0" h="2059110" w="2430280">
                <a:moveTo>
                  <a:pt x="0" y="0"/>
                </a:moveTo>
                <a:lnTo>
                  <a:pt x="2430281" y="0"/>
                </a:lnTo>
                <a:lnTo>
                  <a:pt x="2430281" y="2059110"/>
                </a:lnTo>
                <a:lnTo>
                  <a:pt x="0" y="2059110"/>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66" name="Google Shape;166;p12"/>
          <p:cNvSpPr/>
          <p:nvPr/>
        </p:nvSpPr>
        <p:spPr>
          <a:xfrm rot="2046466">
            <a:off x="16213938" y="1084137"/>
            <a:ext cx="2213223" cy="2271837"/>
          </a:xfrm>
          <a:custGeom>
            <a:rect b="b" l="l" r="r" t="t"/>
            <a:pathLst>
              <a:path extrusionOk="0" h="1805189" w="1939168">
                <a:moveTo>
                  <a:pt x="0" y="0"/>
                </a:moveTo>
                <a:lnTo>
                  <a:pt x="1939169" y="0"/>
                </a:lnTo>
                <a:lnTo>
                  <a:pt x="1939169" y="1805189"/>
                </a:lnTo>
                <a:lnTo>
                  <a:pt x="0" y="1805189"/>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67" name="Google Shape;167;p12"/>
          <p:cNvSpPr/>
          <p:nvPr/>
        </p:nvSpPr>
        <p:spPr>
          <a:xfrm>
            <a:off x="7687907" y="30602"/>
            <a:ext cx="2912186" cy="1012162"/>
          </a:xfrm>
          <a:custGeom>
            <a:rect b="b" l="l" r="r" t="t"/>
            <a:pathLst>
              <a:path extrusionOk="0" h="1012162" w="2912186">
                <a:moveTo>
                  <a:pt x="0" y="0"/>
                </a:moveTo>
                <a:lnTo>
                  <a:pt x="2912186" y="0"/>
                </a:lnTo>
                <a:lnTo>
                  <a:pt x="2912186" y="1012162"/>
                </a:lnTo>
                <a:lnTo>
                  <a:pt x="0" y="1012162"/>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folie" type="title">
  <p:cSld name="TITLE">
    <p:spTree>
      <p:nvGrpSpPr>
        <p:cNvPr id="168" name="Shape 168"/>
        <p:cNvGrpSpPr/>
        <p:nvPr/>
      </p:nvGrpSpPr>
      <p:grpSpPr>
        <a:xfrm>
          <a:off x="0" y="0"/>
          <a:ext cx="0" cy="0"/>
          <a:chOff x="0" y="0"/>
          <a:chExt cx="0" cy="0"/>
        </a:xfrm>
      </p:grpSpPr>
      <p:sp>
        <p:nvSpPr>
          <p:cNvPr id="169" name="Google Shape;169;p13"/>
          <p:cNvSpPr txBox="1"/>
          <p:nvPr>
            <p:ph type="ctrTitle"/>
          </p:nvPr>
        </p:nvSpPr>
        <p:spPr>
          <a:xfrm>
            <a:off x="2205643" y="2410767"/>
            <a:ext cx="13716000" cy="3581400"/>
          </a:xfrm>
          <a:prstGeom prst="rect">
            <a:avLst/>
          </a:prstGeom>
          <a:noFill/>
          <a:ln>
            <a:noFill/>
          </a:ln>
        </p:spPr>
        <p:txBody>
          <a:bodyPr anchorCtr="0" anchor="b" bIns="45700" lIns="91425" spcFirstLastPara="1" rIns="91425" wrap="square" tIns="45700">
            <a:normAutofit/>
          </a:bodyPr>
          <a:lstStyle>
            <a:lvl1pPr lvl="0" rtl="0" algn="ctr">
              <a:lnSpc>
                <a:spcPct val="90000"/>
              </a:lnSpc>
              <a:spcBef>
                <a:spcPts val="0"/>
              </a:spcBef>
              <a:spcAft>
                <a:spcPts val="0"/>
              </a:spcAft>
              <a:buClr>
                <a:schemeClr val="dk1"/>
              </a:buClr>
              <a:buSzPts val="6000"/>
              <a:buFont typeface="Arial"/>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70" name="Google Shape;170;p13"/>
          <p:cNvSpPr txBox="1"/>
          <p:nvPr>
            <p:ph idx="1" type="subTitle"/>
          </p:nvPr>
        </p:nvSpPr>
        <p:spPr>
          <a:xfrm>
            <a:off x="2205643" y="6130279"/>
            <a:ext cx="13716000" cy="2482800"/>
          </a:xfrm>
          <a:prstGeom prst="rect">
            <a:avLst/>
          </a:prstGeom>
          <a:noFill/>
          <a:ln>
            <a:noFill/>
          </a:ln>
        </p:spPr>
        <p:txBody>
          <a:bodyPr anchorCtr="0" anchor="t" bIns="45700" lIns="91425" spcFirstLastPara="1" rIns="91425" wrap="square" tIns="45700">
            <a:normAutofit/>
          </a:bodyPr>
          <a:lstStyle>
            <a:lvl1pPr lvl="0" rtl="0" algn="ctr">
              <a:lnSpc>
                <a:spcPct val="90000"/>
              </a:lnSpc>
              <a:spcBef>
                <a:spcPts val="1000"/>
              </a:spcBef>
              <a:spcAft>
                <a:spcPts val="0"/>
              </a:spcAft>
              <a:buClr>
                <a:schemeClr val="dk1"/>
              </a:buClr>
              <a:buSzPts val="2400"/>
              <a:buNone/>
              <a:defRPr sz="2400"/>
            </a:lvl1pPr>
            <a:lvl2pPr lvl="1" rtl="0" algn="ctr">
              <a:lnSpc>
                <a:spcPct val="90000"/>
              </a:lnSpc>
              <a:spcBef>
                <a:spcPts val="500"/>
              </a:spcBef>
              <a:spcAft>
                <a:spcPts val="0"/>
              </a:spcAft>
              <a:buClr>
                <a:schemeClr val="dk1"/>
              </a:buClr>
              <a:buSzPts val="2000"/>
              <a:buNone/>
              <a:defRPr sz="2000"/>
            </a:lvl2pPr>
            <a:lvl3pPr lvl="2" rtl="0" algn="ctr">
              <a:lnSpc>
                <a:spcPct val="90000"/>
              </a:lnSpc>
              <a:spcBef>
                <a:spcPts val="500"/>
              </a:spcBef>
              <a:spcAft>
                <a:spcPts val="0"/>
              </a:spcAft>
              <a:buClr>
                <a:schemeClr val="dk1"/>
              </a:buClr>
              <a:buSzPts val="1800"/>
              <a:buNone/>
              <a:defRPr sz="1800"/>
            </a:lvl3pPr>
            <a:lvl4pPr lvl="3" rtl="0" algn="ctr">
              <a:lnSpc>
                <a:spcPct val="90000"/>
              </a:lnSpc>
              <a:spcBef>
                <a:spcPts val="500"/>
              </a:spcBef>
              <a:spcAft>
                <a:spcPts val="0"/>
              </a:spcAft>
              <a:buClr>
                <a:schemeClr val="dk1"/>
              </a:buClr>
              <a:buSzPts val="1600"/>
              <a:buNone/>
              <a:defRPr sz="1600"/>
            </a:lvl4pPr>
            <a:lvl5pPr lvl="4" rtl="0" algn="ctr">
              <a:lnSpc>
                <a:spcPct val="90000"/>
              </a:lnSpc>
              <a:spcBef>
                <a:spcPts val="500"/>
              </a:spcBef>
              <a:spcAft>
                <a:spcPts val="0"/>
              </a:spcAft>
              <a:buClr>
                <a:schemeClr val="dk1"/>
              </a:buClr>
              <a:buSzPts val="1600"/>
              <a:buNone/>
              <a:defRPr sz="1600"/>
            </a:lvl5pPr>
            <a:lvl6pPr lvl="5" rtl="0" algn="ctr">
              <a:lnSpc>
                <a:spcPct val="90000"/>
              </a:lnSpc>
              <a:spcBef>
                <a:spcPts val="500"/>
              </a:spcBef>
              <a:spcAft>
                <a:spcPts val="0"/>
              </a:spcAft>
              <a:buClr>
                <a:schemeClr val="dk1"/>
              </a:buClr>
              <a:buSzPts val="1600"/>
              <a:buNone/>
              <a:defRPr sz="1600"/>
            </a:lvl6pPr>
            <a:lvl7pPr lvl="6" rtl="0" algn="ctr">
              <a:lnSpc>
                <a:spcPct val="90000"/>
              </a:lnSpc>
              <a:spcBef>
                <a:spcPts val="500"/>
              </a:spcBef>
              <a:spcAft>
                <a:spcPts val="0"/>
              </a:spcAft>
              <a:buClr>
                <a:schemeClr val="dk1"/>
              </a:buClr>
              <a:buSzPts val="1600"/>
              <a:buNone/>
              <a:defRPr sz="1600"/>
            </a:lvl7pPr>
            <a:lvl8pPr lvl="7" rtl="0" algn="ctr">
              <a:lnSpc>
                <a:spcPct val="90000"/>
              </a:lnSpc>
              <a:spcBef>
                <a:spcPts val="500"/>
              </a:spcBef>
              <a:spcAft>
                <a:spcPts val="0"/>
              </a:spcAft>
              <a:buClr>
                <a:schemeClr val="dk1"/>
              </a:buClr>
              <a:buSzPts val="1600"/>
              <a:buNone/>
              <a:defRPr sz="1600"/>
            </a:lvl8pPr>
            <a:lvl9pPr lvl="8" rtl="0" algn="ctr">
              <a:lnSpc>
                <a:spcPct val="90000"/>
              </a:lnSpc>
              <a:spcBef>
                <a:spcPts val="500"/>
              </a:spcBef>
              <a:spcAft>
                <a:spcPts val="0"/>
              </a:spcAft>
              <a:buClr>
                <a:schemeClr val="dk1"/>
              </a:buClr>
              <a:buSzPts val="1600"/>
              <a:buNone/>
              <a:defRPr sz="1600"/>
            </a:lvl9pPr>
          </a:lstStyle>
          <a:p/>
        </p:txBody>
      </p:sp>
      <p:sp>
        <p:nvSpPr>
          <p:cNvPr id="171" name="Google Shape;171;p13"/>
          <p:cNvSpPr/>
          <p:nvPr/>
        </p:nvSpPr>
        <p:spPr>
          <a:xfrm>
            <a:off x="-1263092" y="4204093"/>
            <a:ext cx="2499164" cy="5513691"/>
          </a:xfrm>
          <a:custGeom>
            <a:rect b="b" l="l" r="r" t="t"/>
            <a:pathLst>
              <a:path extrusionOk="0" h="2394654" w="2499164">
                <a:moveTo>
                  <a:pt x="0" y="0"/>
                </a:moveTo>
                <a:lnTo>
                  <a:pt x="2499165" y="0"/>
                </a:lnTo>
                <a:lnTo>
                  <a:pt x="2499165" y="2394654"/>
                </a:lnTo>
                <a:lnTo>
                  <a:pt x="0" y="2394654"/>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72" name="Google Shape;172;p13"/>
          <p:cNvSpPr/>
          <p:nvPr/>
        </p:nvSpPr>
        <p:spPr>
          <a:xfrm rot="4680922">
            <a:off x="16258996" y="8270737"/>
            <a:ext cx="2633939" cy="2523793"/>
          </a:xfrm>
          <a:custGeom>
            <a:rect b="b" l="l" r="r" t="t"/>
            <a:pathLst>
              <a:path extrusionOk="0" h="2525609" w="2635834">
                <a:moveTo>
                  <a:pt x="0" y="0"/>
                </a:moveTo>
                <a:lnTo>
                  <a:pt x="2635835" y="0"/>
                </a:lnTo>
                <a:lnTo>
                  <a:pt x="2635835" y="2525608"/>
                </a:lnTo>
                <a:lnTo>
                  <a:pt x="0" y="2525608"/>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73" name="Google Shape;173;p13"/>
          <p:cNvSpPr/>
          <p:nvPr/>
        </p:nvSpPr>
        <p:spPr>
          <a:xfrm>
            <a:off x="15433702" y="7133471"/>
            <a:ext cx="3505909" cy="3416667"/>
          </a:xfrm>
          <a:custGeom>
            <a:rect b="b" l="l" r="r" t="t"/>
            <a:pathLst>
              <a:path extrusionOk="0" h="3416667" w="3505909">
                <a:moveTo>
                  <a:pt x="0" y="0"/>
                </a:moveTo>
                <a:lnTo>
                  <a:pt x="3505909" y="0"/>
                </a:lnTo>
                <a:lnTo>
                  <a:pt x="3505909" y="3416668"/>
                </a:lnTo>
                <a:lnTo>
                  <a:pt x="0" y="341666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74" name="Google Shape;174;p13"/>
          <p:cNvSpPr/>
          <p:nvPr/>
        </p:nvSpPr>
        <p:spPr>
          <a:xfrm>
            <a:off x="-241193" y="146185"/>
            <a:ext cx="2815251" cy="2784236"/>
          </a:xfrm>
          <a:custGeom>
            <a:rect b="b" l="l" r="r" t="t"/>
            <a:pathLst>
              <a:path extrusionOk="0" h="2032289" w="2085371">
                <a:moveTo>
                  <a:pt x="0" y="0"/>
                </a:moveTo>
                <a:lnTo>
                  <a:pt x="2085371" y="0"/>
                </a:lnTo>
                <a:lnTo>
                  <a:pt x="2085371" y="2032289"/>
                </a:lnTo>
                <a:lnTo>
                  <a:pt x="0" y="2032289"/>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75" name="Google Shape;175;p13"/>
          <p:cNvSpPr/>
          <p:nvPr/>
        </p:nvSpPr>
        <p:spPr>
          <a:xfrm rot="7856596">
            <a:off x="64335" y="317297"/>
            <a:ext cx="1600194" cy="1489635"/>
          </a:xfrm>
          <a:custGeom>
            <a:rect b="b" l="l" r="r" t="t"/>
            <a:pathLst>
              <a:path extrusionOk="0" h="1490343" w="1600955">
                <a:moveTo>
                  <a:pt x="0" y="0"/>
                </a:moveTo>
                <a:lnTo>
                  <a:pt x="1600954" y="0"/>
                </a:lnTo>
                <a:lnTo>
                  <a:pt x="1600954" y="1490343"/>
                </a:lnTo>
                <a:lnTo>
                  <a:pt x="0" y="1490343"/>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76" name="Google Shape;176;p13"/>
          <p:cNvSpPr/>
          <p:nvPr/>
        </p:nvSpPr>
        <p:spPr>
          <a:xfrm rot="7856596">
            <a:off x="15932128" y="7384632"/>
            <a:ext cx="2242638" cy="2087692"/>
          </a:xfrm>
          <a:custGeom>
            <a:rect b="b" l="l" r="r" t="t"/>
            <a:pathLst>
              <a:path extrusionOk="0" h="2088684" w="2243704">
                <a:moveTo>
                  <a:pt x="0" y="0"/>
                </a:moveTo>
                <a:lnTo>
                  <a:pt x="2243704" y="0"/>
                </a:lnTo>
                <a:lnTo>
                  <a:pt x="2243704" y="2088684"/>
                </a:lnTo>
                <a:lnTo>
                  <a:pt x="0" y="2088684"/>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77" name="Google Shape;177;p13"/>
          <p:cNvSpPr/>
          <p:nvPr/>
        </p:nvSpPr>
        <p:spPr>
          <a:xfrm rot="-457384">
            <a:off x="16268755" y="-477940"/>
            <a:ext cx="3152091" cy="3020275"/>
          </a:xfrm>
          <a:custGeom>
            <a:rect b="b" l="l" r="r" t="t"/>
            <a:pathLst>
              <a:path extrusionOk="0" h="3023821" w="3155791">
                <a:moveTo>
                  <a:pt x="0" y="0"/>
                </a:moveTo>
                <a:lnTo>
                  <a:pt x="3155790" y="0"/>
                </a:lnTo>
                <a:lnTo>
                  <a:pt x="3155790" y="3023821"/>
                </a:lnTo>
                <a:lnTo>
                  <a:pt x="0" y="3023821"/>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78" name="Google Shape;178;p13"/>
          <p:cNvSpPr/>
          <p:nvPr/>
        </p:nvSpPr>
        <p:spPr>
          <a:xfrm rot="1293721">
            <a:off x="16320991" y="1512067"/>
            <a:ext cx="2265549" cy="1919539"/>
          </a:xfrm>
          <a:custGeom>
            <a:rect b="b" l="l" r="r" t="t"/>
            <a:pathLst>
              <a:path extrusionOk="0" h="1919581" w="2265599">
                <a:moveTo>
                  <a:pt x="0" y="0"/>
                </a:moveTo>
                <a:lnTo>
                  <a:pt x="2265600" y="0"/>
                </a:lnTo>
                <a:lnTo>
                  <a:pt x="2265600" y="1919581"/>
                </a:lnTo>
                <a:lnTo>
                  <a:pt x="0" y="1919581"/>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79" name="Google Shape;179;p13"/>
          <p:cNvSpPr/>
          <p:nvPr/>
        </p:nvSpPr>
        <p:spPr>
          <a:xfrm rot="-2491606">
            <a:off x="1793437" y="-278040"/>
            <a:ext cx="2161577" cy="1799804"/>
          </a:xfrm>
          <a:custGeom>
            <a:rect b="b" l="l" r="r" t="t"/>
            <a:pathLst>
              <a:path extrusionOk="0" h="1494392" w="1763767">
                <a:moveTo>
                  <a:pt x="0" y="0"/>
                </a:moveTo>
                <a:lnTo>
                  <a:pt x="1763767" y="0"/>
                </a:lnTo>
                <a:lnTo>
                  <a:pt x="1763767" y="1494392"/>
                </a:lnTo>
                <a:lnTo>
                  <a:pt x="0" y="149439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80" name="Google Shape;180;p13"/>
          <p:cNvSpPr/>
          <p:nvPr/>
        </p:nvSpPr>
        <p:spPr>
          <a:xfrm rot="1293721">
            <a:off x="-368700" y="7879223"/>
            <a:ext cx="2430227" cy="2059065"/>
          </a:xfrm>
          <a:custGeom>
            <a:rect b="b" l="l" r="r" t="t"/>
            <a:pathLst>
              <a:path extrusionOk="0" h="2059110" w="2430280">
                <a:moveTo>
                  <a:pt x="0" y="0"/>
                </a:moveTo>
                <a:lnTo>
                  <a:pt x="2430281" y="0"/>
                </a:lnTo>
                <a:lnTo>
                  <a:pt x="2430281" y="2059110"/>
                </a:lnTo>
                <a:lnTo>
                  <a:pt x="0" y="205911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81" name="Google Shape;181;p13"/>
          <p:cNvSpPr/>
          <p:nvPr/>
        </p:nvSpPr>
        <p:spPr>
          <a:xfrm rot="7624232">
            <a:off x="15302237" y="561558"/>
            <a:ext cx="1938210" cy="1804297"/>
          </a:xfrm>
          <a:custGeom>
            <a:rect b="b" l="l" r="r" t="t"/>
            <a:pathLst>
              <a:path extrusionOk="0" h="1805189" w="1939168">
                <a:moveTo>
                  <a:pt x="0" y="0"/>
                </a:moveTo>
                <a:lnTo>
                  <a:pt x="1939169" y="0"/>
                </a:lnTo>
                <a:lnTo>
                  <a:pt x="1939169" y="1805189"/>
                </a:lnTo>
                <a:lnTo>
                  <a:pt x="0" y="1805189"/>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 und Inhalt" type="obj">
  <p:cSld name="OBJECT">
    <p:spTree>
      <p:nvGrpSpPr>
        <p:cNvPr id="182" name="Shape 182"/>
        <p:cNvGrpSpPr/>
        <p:nvPr/>
      </p:nvGrpSpPr>
      <p:grpSpPr>
        <a:xfrm>
          <a:off x="0" y="0"/>
          <a:ext cx="0" cy="0"/>
          <a:chOff x="0" y="0"/>
          <a:chExt cx="0" cy="0"/>
        </a:xfrm>
      </p:grpSpPr>
      <p:sp>
        <p:nvSpPr>
          <p:cNvPr id="183" name="Google Shape;183;p14"/>
          <p:cNvSpPr txBox="1"/>
          <p:nvPr>
            <p:ph type="title"/>
          </p:nvPr>
        </p:nvSpPr>
        <p:spPr>
          <a:xfrm>
            <a:off x="1944000" y="1301860"/>
            <a:ext cx="14400000" cy="12600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84" name="Google Shape;184;p14"/>
          <p:cNvSpPr txBox="1"/>
          <p:nvPr>
            <p:ph idx="1" type="body"/>
          </p:nvPr>
        </p:nvSpPr>
        <p:spPr>
          <a:xfrm>
            <a:off x="1944000" y="2738828"/>
            <a:ext cx="14400000" cy="64800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1000"/>
              </a:spcBef>
              <a:spcAft>
                <a:spcPts val="0"/>
              </a:spcAft>
              <a:buClr>
                <a:schemeClr val="dk1"/>
              </a:buClr>
              <a:buSzPts val="1800"/>
              <a:buChar char="•"/>
              <a:defRPr/>
            </a:lvl1pPr>
            <a:lvl2pPr indent="-342900" lvl="1" marL="914400" rtl="0" algn="l">
              <a:lnSpc>
                <a:spcPct val="90000"/>
              </a:lnSpc>
              <a:spcBef>
                <a:spcPts val="500"/>
              </a:spcBef>
              <a:spcAft>
                <a:spcPts val="0"/>
              </a:spcAft>
              <a:buClr>
                <a:schemeClr val="dk1"/>
              </a:buClr>
              <a:buSzPts val="1800"/>
              <a:buChar char="•"/>
              <a:defRPr/>
            </a:lvl2pPr>
            <a:lvl3pPr indent="-342900" lvl="2" marL="1371600" rtl="0" algn="l">
              <a:lnSpc>
                <a:spcPct val="90000"/>
              </a:lnSpc>
              <a:spcBef>
                <a:spcPts val="500"/>
              </a:spcBef>
              <a:spcAft>
                <a:spcPts val="0"/>
              </a:spcAft>
              <a:buClr>
                <a:schemeClr val="dk1"/>
              </a:buClr>
              <a:buSzPts val="1800"/>
              <a:buChar char="•"/>
              <a:defRPr/>
            </a:lvl3pPr>
            <a:lvl4pPr indent="-342900" lvl="3" marL="1828800" rtl="0" algn="l">
              <a:lnSpc>
                <a:spcPct val="90000"/>
              </a:lnSpc>
              <a:spcBef>
                <a:spcPts val="500"/>
              </a:spcBef>
              <a:spcAft>
                <a:spcPts val="0"/>
              </a:spcAft>
              <a:buClr>
                <a:schemeClr val="dk1"/>
              </a:buClr>
              <a:buSzPts val="1800"/>
              <a:buChar char="•"/>
              <a:defRPr/>
            </a:lvl4pPr>
            <a:lvl5pPr indent="-342900" lvl="4" marL="2286000" rtl="0" algn="l">
              <a:lnSpc>
                <a:spcPct val="90000"/>
              </a:lnSpc>
              <a:spcBef>
                <a:spcPts val="500"/>
              </a:spcBef>
              <a:spcAft>
                <a:spcPts val="0"/>
              </a:spcAft>
              <a:buClr>
                <a:schemeClr val="dk1"/>
              </a:buClr>
              <a:buSzPts val="1800"/>
              <a:buChar char="•"/>
              <a:defRPr/>
            </a:lvl5pPr>
            <a:lvl6pPr indent="-342900" lvl="5" marL="2743200" rtl="0" algn="l">
              <a:lnSpc>
                <a:spcPct val="90000"/>
              </a:lnSpc>
              <a:spcBef>
                <a:spcPts val="500"/>
              </a:spcBef>
              <a:spcAft>
                <a:spcPts val="0"/>
              </a:spcAft>
              <a:buClr>
                <a:schemeClr val="dk1"/>
              </a:buClr>
              <a:buSzPts val="1800"/>
              <a:buChar char="•"/>
              <a:defRPr/>
            </a:lvl6pPr>
            <a:lvl7pPr indent="-342900" lvl="6" marL="3200400" rtl="0" algn="l">
              <a:lnSpc>
                <a:spcPct val="90000"/>
              </a:lnSpc>
              <a:spcBef>
                <a:spcPts val="500"/>
              </a:spcBef>
              <a:spcAft>
                <a:spcPts val="0"/>
              </a:spcAft>
              <a:buClr>
                <a:schemeClr val="dk1"/>
              </a:buClr>
              <a:buSzPts val="1800"/>
              <a:buChar char="•"/>
              <a:defRPr/>
            </a:lvl7pPr>
            <a:lvl8pPr indent="-342900" lvl="7" marL="3657600" rtl="0" algn="l">
              <a:lnSpc>
                <a:spcPct val="90000"/>
              </a:lnSpc>
              <a:spcBef>
                <a:spcPts val="500"/>
              </a:spcBef>
              <a:spcAft>
                <a:spcPts val="0"/>
              </a:spcAft>
              <a:buClr>
                <a:schemeClr val="dk1"/>
              </a:buClr>
              <a:buSzPts val="1800"/>
              <a:buChar char="•"/>
              <a:defRPr/>
            </a:lvl8pPr>
            <a:lvl9pPr indent="-342900" lvl="8" marL="4114800" rtl="0" algn="l">
              <a:lnSpc>
                <a:spcPct val="90000"/>
              </a:lnSpc>
              <a:spcBef>
                <a:spcPts val="500"/>
              </a:spcBef>
              <a:spcAft>
                <a:spcPts val="0"/>
              </a:spcAft>
              <a:buClr>
                <a:schemeClr val="dk1"/>
              </a:buClr>
              <a:buSzPts val="1800"/>
              <a:buChar char="•"/>
              <a:defRPr/>
            </a:lvl9pPr>
          </a:lstStyle>
          <a:p/>
        </p:txBody>
      </p:sp>
      <p:sp>
        <p:nvSpPr>
          <p:cNvPr id="185" name="Google Shape;185;p14"/>
          <p:cNvSpPr/>
          <p:nvPr/>
        </p:nvSpPr>
        <p:spPr>
          <a:xfrm>
            <a:off x="-806140" y="-803735"/>
            <a:ext cx="2499164" cy="2394654"/>
          </a:xfrm>
          <a:custGeom>
            <a:rect b="b" l="l" r="r" t="t"/>
            <a:pathLst>
              <a:path extrusionOk="0" h="2394654" w="2499164">
                <a:moveTo>
                  <a:pt x="0" y="0"/>
                </a:moveTo>
                <a:lnTo>
                  <a:pt x="2499165" y="0"/>
                </a:lnTo>
                <a:lnTo>
                  <a:pt x="2499165" y="2394654"/>
                </a:lnTo>
                <a:lnTo>
                  <a:pt x="0" y="2394654"/>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86" name="Google Shape;186;p14"/>
          <p:cNvSpPr/>
          <p:nvPr/>
        </p:nvSpPr>
        <p:spPr>
          <a:xfrm rot="4680922">
            <a:off x="16258996" y="8270737"/>
            <a:ext cx="2633939" cy="2523793"/>
          </a:xfrm>
          <a:custGeom>
            <a:rect b="b" l="l" r="r" t="t"/>
            <a:pathLst>
              <a:path extrusionOk="0" h="2525609" w="2635834">
                <a:moveTo>
                  <a:pt x="0" y="0"/>
                </a:moveTo>
                <a:lnTo>
                  <a:pt x="2635835" y="0"/>
                </a:lnTo>
                <a:lnTo>
                  <a:pt x="2635835" y="2525608"/>
                </a:lnTo>
                <a:lnTo>
                  <a:pt x="0" y="2525608"/>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87" name="Google Shape;187;p14"/>
          <p:cNvSpPr/>
          <p:nvPr/>
        </p:nvSpPr>
        <p:spPr>
          <a:xfrm>
            <a:off x="15433702" y="7133471"/>
            <a:ext cx="3505909" cy="3416667"/>
          </a:xfrm>
          <a:custGeom>
            <a:rect b="b" l="l" r="r" t="t"/>
            <a:pathLst>
              <a:path extrusionOk="0" h="3416667" w="3505909">
                <a:moveTo>
                  <a:pt x="0" y="0"/>
                </a:moveTo>
                <a:lnTo>
                  <a:pt x="3505909" y="0"/>
                </a:lnTo>
                <a:lnTo>
                  <a:pt x="3505909" y="3416668"/>
                </a:lnTo>
                <a:lnTo>
                  <a:pt x="0" y="341666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88" name="Google Shape;188;p14"/>
          <p:cNvSpPr/>
          <p:nvPr/>
        </p:nvSpPr>
        <p:spPr>
          <a:xfrm>
            <a:off x="-241193" y="146185"/>
            <a:ext cx="2085371" cy="2032289"/>
          </a:xfrm>
          <a:custGeom>
            <a:rect b="b" l="l" r="r" t="t"/>
            <a:pathLst>
              <a:path extrusionOk="0" h="2032289" w="2085371">
                <a:moveTo>
                  <a:pt x="0" y="0"/>
                </a:moveTo>
                <a:lnTo>
                  <a:pt x="2085371" y="0"/>
                </a:lnTo>
                <a:lnTo>
                  <a:pt x="2085371" y="2032289"/>
                </a:lnTo>
                <a:lnTo>
                  <a:pt x="0" y="2032289"/>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89" name="Google Shape;189;p14"/>
          <p:cNvSpPr/>
          <p:nvPr/>
        </p:nvSpPr>
        <p:spPr>
          <a:xfrm rot="7856596">
            <a:off x="669766" y="932518"/>
            <a:ext cx="1600194" cy="1489635"/>
          </a:xfrm>
          <a:custGeom>
            <a:rect b="b" l="l" r="r" t="t"/>
            <a:pathLst>
              <a:path extrusionOk="0" h="1490343" w="1600955">
                <a:moveTo>
                  <a:pt x="0" y="0"/>
                </a:moveTo>
                <a:lnTo>
                  <a:pt x="1600954" y="0"/>
                </a:lnTo>
                <a:lnTo>
                  <a:pt x="1600954" y="1490343"/>
                </a:lnTo>
                <a:lnTo>
                  <a:pt x="0" y="1490343"/>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90" name="Google Shape;190;p14"/>
          <p:cNvSpPr/>
          <p:nvPr/>
        </p:nvSpPr>
        <p:spPr>
          <a:xfrm rot="7856596">
            <a:off x="15932128" y="7384632"/>
            <a:ext cx="2242638" cy="2087692"/>
          </a:xfrm>
          <a:custGeom>
            <a:rect b="b" l="l" r="r" t="t"/>
            <a:pathLst>
              <a:path extrusionOk="0" h="2088684" w="2243704">
                <a:moveTo>
                  <a:pt x="0" y="0"/>
                </a:moveTo>
                <a:lnTo>
                  <a:pt x="2243704" y="0"/>
                </a:lnTo>
                <a:lnTo>
                  <a:pt x="2243704" y="2088684"/>
                </a:lnTo>
                <a:lnTo>
                  <a:pt x="0" y="2088684"/>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91" name="Google Shape;191;p14"/>
          <p:cNvSpPr/>
          <p:nvPr/>
        </p:nvSpPr>
        <p:spPr>
          <a:xfrm rot="-457384">
            <a:off x="16771200" y="216995"/>
            <a:ext cx="3152091" cy="3020275"/>
          </a:xfrm>
          <a:custGeom>
            <a:rect b="b" l="l" r="r" t="t"/>
            <a:pathLst>
              <a:path extrusionOk="0" h="3023821" w="3155791">
                <a:moveTo>
                  <a:pt x="0" y="0"/>
                </a:moveTo>
                <a:lnTo>
                  <a:pt x="3155790" y="0"/>
                </a:lnTo>
                <a:lnTo>
                  <a:pt x="3155790" y="3023821"/>
                </a:lnTo>
                <a:lnTo>
                  <a:pt x="0" y="3023821"/>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92" name="Google Shape;192;p14"/>
          <p:cNvSpPr/>
          <p:nvPr/>
        </p:nvSpPr>
        <p:spPr>
          <a:xfrm rot="1293721">
            <a:off x="15647607" y="-377234"/>
            <a:ext cx="2265549" cy="1919539"/>
          </a:xfrm>
          <a:custGeom>
            <a:rect b="b" l="l" r="r" t="t"/>
            <a:pathLst>
              <a:path extrusionOk="0" h="1919581" w="2265599">
                <a:moveTo>
                  <a:pt x="0" y="0"/>
                </a:moveTo>
                <a:lnTo>
                  <a:pt x="2265600" y="0"/>
                </a:lnTo>
                <a:lnTo>
                  <a:pt x="2265600" y="1919581"/>
                </a:lnTo>
                <a:lnTo>
                  <a:pt x="0" y="1919581"/>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93" name="Google Shape;193;p14"/>
          <p:cNvSpPr/>
          <p:nvPr/>
        </p:nvSpPr>
        <p:spPr>
          <a:xfrm rot="2310147">
            <a:off x="-810642" y="3739138"/>
            <a:ext cx="2507331" cy="2095222"/>
          </a:xfrm>
          <a:custGeom>
            <a:rect b="b" l="l" r="r" t="t"/>
            <a:pathLst>
              <a:path extrusionOk="0" h="1494392" w="1763767">
                <a:moveTo>
                  <a:pt x="0" y="0"/>
                </a:moveTo>
                <a:lnTo>
                  <a:pt x="1763767" y="0"/>
                </a:lnTo>
                <a:lnTo>
                  <a:pt x="1763767" y="1494392"/>
                </a:lnTo>
                <a:lnTo>
                  <a:pt x="0" y="149439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94" name="Google Shape;194;p14"/>
          <p:cNvSpPr/>
          <p:nvPr/>
        </p:nvSpPr>
        <p:spPr>
          <a:xfrm rot="7624232">
            <a:off x="17319802" y="2285475"/>
            <a:ext cx="1938210" cy="1804297"/>
          </a:xfrm>
          <a:custGeom>
            <a:rect b="b" l="l" r="r" t="t"/>
            <a:pathLst>
              <a:path extrusionOk="0" h="1805189" w="1939168">
                <a:moveTo>
                  <a:pt x="0" y="0"/>
                </a:moveTo>
                <a:lnTo>
                  <a:pt x="1939169" y="0"/>
                </a:lnTo>
                <a:lnTo>
                  <a:pt x="1939169" y="1805189"/>
                </a:lnTo>
                <a:lnTo>
                  <a:pt x="0" y="1805189"/>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95" name="Google Shape;195;p14"/>
          <p:cNvSpPr/>
          <p:nvPr/>
        </p:nvSpPr>
        <p:spPr>
          <a:xfrm>
            <a:off x="7687907" y="30602"/>
            <a:ext cx="2912186" cy="1012162"/>
          </a:xfrm>
          <a:custGeom>
            <a:rect b="b" l="l" r="r" t="t"/>
            <a:pathLst>
              <a:path extrusionOk="0" h="1012162" w="2912186">
                <a:moveTo>
                  <a:pt x="0" y="0"/>
                </a:moveTo>
                <a:lnTo>
                  <a:pt x="2912186" y="0"/>
                </a:lnTo>
                <a:lnTo>
                  <a:pt x="2912186" y="1012162"/>
                </a:lnTo>
                <a:lnTo>
                  <a:pt x="0" y="1012162"/>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bschnitts-&#10;überschrift" type="secHead">
  <p:cSld name="SECTION_HEADER">
    <p:spTree>
      <p:nvGrpSpPr>
        <p:cNvPr id="196" name="Shape 196"/>
        <p:cNvGrpSpPr/>
        <p:nvPr/>
      </p:nvGrpSpPr>
      <p:grpSpPr>
        <a:xfrm>
          <a:off x="0" y="0"/>
          <a:ext cx="0" cy="0"/>
          <a:chOff x="0" y="0"/>
          <a:chExt cx="0" cy="0"/>
        </a:xfrm>
      </p:grpSpPr>
      <p:sp>
        <p:nvSpPr>
          <p:cNvPr id="197" name="Google Shape;197;p15"/>
          <p:cNvSpPr txBox="1"/>
          <p:nvPr>
            <p:ph type="title"/>
          </p:nvPr>
        </p:nvSpPr>
        <p:spPr>
          <a:xfrm>
            <a:off x="1906800" y="2171700"/>
            <a:ext cx="14400000" cy="3955500"/>
          </a:xfrm>
          <a:prstGeom prst="rect">
            <a:avLst/>
          </a:prstGeom>
          <a:noFill/>
          <a:ln>
            <a:noFill/>
          </a:ln>
        </p:spPr>
        <p:txBody>
          <a:bodyPr anchorCtr="0" anchor="b" bIns="45700" lIns="90000" spcFirstLastPara="1" rIns="91425" wrap="square" tIns="45700">
            <a:normAutofit/>
          </a:bodyPr>
          <a:lstStyle>
            <a:lvl1pPr lvl="0" rtl="0" algn="l">
              <a:lnSpc>
                <a:spcPct val="90000"/>
              </a:lnSpc>
              <a:spcBef>
                <a:spcPts val="0"/>
              </a:spcBef>
              <a:spcAft>
                <a:spcPts val="0"/>
              </a:spcAft>
              <a:buClr>
                <a:schemeClr val="dk1"/>
              </a:buClr>
              <a:buSzPts val="6000"/>
              <a:buFont typeface="Arial"/>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98" name="Google Shape;198;p15"/>
          <p:cNvSpPr txBox="1"/>
          <p:nvPr>
            <p:ph idx="1" type="body"/>
          </p:nvPr>
        </p:nvSpPr>
        <p:spPr>
          <a:xfrm>
            <a:off x="1906800" y="6491289"/>
            <a:ext cx="14400000" cy="2079900"/>
          </a:xfrm>
          <a:prstGeom prst="rect">
            <a:avLst/>
          </a:prstGeom>
          <a:noFill/>
          <a:ln>
            <a:noFill/>
          </a:ln>
        </p:spPr>
        <p:txBody>
          <a:bodyPr anchorCtr="0" anchor="t" bIns="45700" lIns="90000" spcFirstLastPara="1" rIns="91425" wrap="square" tIns="45700">
            <a:normAutofit/>
          </a:bodyPr>
          <a:lstStyle>
            <a:lvl1pPr indent="-228600" lvl="0" marL="457200" rtl="0" algn="l">
              <a:lnSpc>
                <a:spcPct val="90000"/>
              </a:lnSpc>
              <a:spcBef>
                <a:spcPts val="1000"/>
              </a:spcBef>
              <a:spcAft>
                <a:spcPts val="0"/>
              </a:spcAft>
              <a:buClr>
                <a:srgbClr val="757575"/>
              </a:buClr>
              <a:buSzPts val="2400"/>
              <a:buNone/>
              <a:defRPr sz="2400">
                <a:solidFill>
                  <a:srgbClr val="757575"/>
                </a:solidFill>
              </a:defRPr>
            </a:lvl1pPr>
            <a:lvl2pPr indent="-228600" lvl="1" marL="914400" rtl="0" algn="l">
              <a:lnSpc>
                <a:spcPct val="90000"/>
              </a:lnSpc>
              <a:spcBef>
                <a:spcPts val="500"/>
              </a:spcBef>
              <a:spcAft>
                <a:spcPts val="0"/>
              </a:spcAft>
              <a:buClr>
                <a:srgbClr val="757575"/>
              </a:buClr>
              <a:buSzPts val="2000"/>
              <a:buNone/>
              <a:defRPr sz="2000">
                <a:solidFill>
                  <a:srgbClr val="757575"/>
                </a:solidFill>
              </a:defRPr>
            </a:lvl2pPr>
            <a:lvl3pPr indent="-228600" lvl="2" marL="1371600" rtl="0" algn="l">
              <a:lnSpc>
                <a:spcPct val="90000"/>
              </a:lnSpc>
              <a:spcBef>
                <a:spcPts val="500"/>
              </a:spcBef>
              <a:spcAft>
                <a:spcPts val="0"/>
              </a:spcAft>
              <a:buClr>
                <a:srgbClr val="757575"/>
              </a:buClr>
              <a:buSzPts val="1800"/>
              <a:buNone/>
              <a:defRPr sz="1800">
                <a:solidFill>
                  <a:srgbClr val="757575"/>
                </a:solidFill>
              </a:defRPr>
            </a:lvl3pPr>
            <a:lvl4pPr indent="-228600" lvl="3" marL="1828800" rtl="0" algn="l">
              <a:lnSpc>
                <a:spcPct val="90000"/>
              </a:lnSpc>
              <a:spcBef>
                <a:spcPts val="500"/>
              </a:spcBef>
              <a:spcAft>
                <a:spcPts val="0"/>
              </a:spcAft>
              <a:buClr>
                <a:srgbClr val="757575"/>
              </a:buClr>
              <a:buSzPts val="1600"/>
              <a:buNone/>
              <a:defRPr sz="1600">
                <a:solidFill>
                  <a:srgbClr val="757575"/>
                </a:solidFill>
              </a:defRPr>
            </a:lvl4pPr>
            <a:lvl5pPr indent="-228600" lvl="4" marL="2286000" rtl="0" algn="l">
              <a:lnSpc>
                <a:spcPct val="90000"/>
              </a:lnSpc>
              <a:spcBef>
                <a:spcPts val="500"/>
              </a:spcBef>
              <a:spcAft>
                <a:spcPts val="0"/>
              </a:spcAft>
              <a:buClr>
                <a:srgbClr val="757575"/>
              </a:buClr>
              <a:buSzPts val="1600"/>
              <a:buNone/>
              <a:defRPr sz="1600">
                <a:solidFill>
                  <a:srgbClr val="757575"/>
                </a:solidFill>
              </a:defRPr>
            </a:lvl5pPr>
            <a:lvl6pPr indent="-228600" lvl="5" marL="2743200" rtl="0" algn="l">
              <a:lnSpc>
                <a:spcPct val="90000"/>
              </a:lnSpc>
              <a:spcBef>
                <a:spcPts val="500"/>
              </a:spcBef>
              <a:spcAft>
                <a:spcPts val="0"/>
              </a:spcAft>
              <a:buClr>
                <a:srgbClr val="757575"/>
              </a:buClr>
              <a:buSzPts val="1600"/>
              <a:buNone/>
              <a:defRPr sz="1600">
                <a:solidFill>
                  <a:srgbClr val="757575"/>
                </a:solidFill>
              </a:defRPr>
            </a:lvl6pPr>
            <a:lvl7pPr indent="-228600" lvl="6" marL="3200400" rtl="0" algn="l">
              <a:lnSpc>
                <a:spcPct val="90000"/>
              </a:lnSpc>
              <a:spcBef>
                <a:spcPts val="500"/>
              </a:spcBef>
              <a:spcAft>
                <a:spcPts val="0"/>
              </a:spcAft>
              <a:buClr>
                <a:srgbClr val="757575"/>
              </a:buClr>
              <a:buSzPts val="1600"/>
              <a:buNone/>
              <a:defRPr sz="1600">
                <a:solidFill>
                  <a:srgbClr val="757575"/>
                </a:solidFill>
              </a:defRPr>
            </a:lvl7pPr>
            <a:lvl8pPr indent="-228600" lvl="7" marL="3657600" rtl="0" algn="l">
              <a:lnSpc>
                <a:spcPct val="90000"/>
              </a:lnSpc>
              <a:spcBef>
                <a:spcPts val="500"/>
              </a:spcBef>
              <a:spcAft>
                <a:spcPts val="0"/>
              </a:spcAft>
              <a:buClr>
                <a:srgbClr val="757575"/>
              </a:buClr>
              <a:buSzPts val="1600"/>
              <a:buNone/>
              <a:defRPr sz="1600">
                <a:solidFill>
                  <a:srgbClr val="757575"/>
                </a:solidFill>
              </a:defRPr>
            </a:lvl8pPr>
            <a:lvl9pPr indent="-228600" lvl="8" marL="4114800" rtl="0" algn="l">
              <a:lnSpc>
                <a:spcPct val="90000"/>
              </a:lnSpc>
              <a:spcBef>
                <a:spcPts val="500"/>
              </a:spcBef>
              <a:spcAft>
                <a:spcPts val="0"/>
              </a:spcAft>
              <a:buClr>
                <a:srgbClr val="757575"/>
              </a:buClr>
              <a:buSzPts val="1600"/>
              <a:buNone/>
              <a:defRPr sz="1600">
                <a:solidFill>
                  <a:srgbClr val="757575"/>
                </a:solidFill>
              </a:defRPr>
            </a:lvl9pPr>
          </a:lstStyle>
          <a:p/>
        </p:txBody>
      </p:sp>
      <p:sp>
        <p:nvSpPr>
          <p:cNvPr id="199" name="Google Shape;199;p15"/>
          <p:cNvSpPr/>
          <p:nvPr/>
        </p:nvSpPr>
        <p:spPr>
          <a:xfrm>
            <a:off x="-988817" y="7307032"/>
            <a:ext cx="2499164" cy="2394654"/>
          </a:xfrm>
          <a:custGeom>
            <a:rect b="b" l="l" r="r" t="t"/>
            <a:pathLst>
              <a:path extrusionOk="0" h="2394654" w="2499164">
                <a:moveTo>
                  <a:pt x="0" y="0"/>
                </a:moveTo>
                <a:lnTo>
                  <a:pt x="2499165" y="0"/>
                </a:lnTo>
                <a:lnTo>
                  <a:pt x="2499165" y="2394654"/>
                </a:lnTo>
                <a:lnTo>
                  <a:pt x="0" y="2394654"/>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00" name="Google Shape;200;p15"/>
          <p:cNvSpPr/>
          <p:nvPr/>
        </p:nvSpPr>
        <p:spPr>
          <a:xfrm rot="4680922">
            <a:off x="16258996" y="8270737"/>
            <a:ext cx="2633939" cy="2523793"/>
          </a:xfrm>
          <a:custGeom>
            <a:rect b="b" l="l" r="r" t="t"/>
            <a:pathLst>
              <a:path extrusionOk="0" h="2525609" w="2635834">
                <a:moveTo>
                  <a:pt x="0" y="0"/>
                </a:moveTo>
                <a:lnTo>
                  <a:pt x="2635835" y="0"/>
                </a:lnTo>
                <a:lnTo>
                  <a:pt x="2635835" y="2525608"/>
                </a:lnTo>
                <a:lnTo>
                  <a:pt x="0" y="2525608"/>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01" name="Google Shape;201;p15"/>
          <p:cNvSpPr/>
          <p:nvPr/>
        </p:nvSpPr>
        <p:spPr>
          <a:xfrm>
            <a:off x="15433702" y="7133471"/>
            <a:ext cx="3505909" cy="3416667"/>
          </a:xfrm>
          <a:custGeom>
            <a:rect b="b" l="l" r="r" t="t"/>
            <a:pathLst>
              <a:path extrusionOk="0" h="3416667" w="3505909">
                <a:moveTo>
                  <a:pt x="0" y="0"/>
                </a:moveTo>
                <a:lnTo>
                  <a:pt x="3505909" y="0"/>
                </a:lnTo>
                <a:lnTo>
                  <a:pt x="3505909" y="3416668"/>
                </a:lnTo>
                <a:lnTo>
                  <a:pt x="0" y="341666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02" name="Google Shape;202;p15"/>
          <p:cNvSpPr/>
          <p:nvPr/>
        </p:nvSpPr>
        <p:spPr>
          <a:xfrm>
            <a:off x="-844430" y="-193109"/>
            <a:ext cx="2309548" cy="2962061"/>
          </a:xfrm>
          <a:custGeom>
            <a:rect b="b" l="l" r="r" t="t"/>
            <a:pathLst>
              <a:path extrusionOk="0" h="2032289" w="2085371">
                <a:moveTo>
                  <a:pt x="0" y="0"/>
                </a:moveTo>
                <a:lnTo>
                  <a:pt x="2085371" y="0"/>
                </a:lnTo>
                <a:lnTo>
                  <a:pt x="2085371" y="2032289"/>
                </a:lnTo>
                <a:lnTo>
                  <a:pt x="0" y="2032289"/>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03" name="Google Shape;203;p15"/>
          <p:cNvSpPr/>
          <p:nvPr/>
        </p:nvSpPr>
        <p:spPr>
          <a:xfrm rot="7856596">
            <a:off x="15932128" y="7384632"/>
            <a:ext cx="2242638" cy="2087692"/>
          </a:xfrm>
          <a:custGeom>
            <a:rect b="b" l="l" r="r" t="t"/>
            <a:pathLst>
              <a:path extrusionOk="0" h="2088684" w="2243704">
                <a:moveTo>
                  <a:pt x="0" y="0"/>
                </a:moveTo>
                <a:lnTo>
                  <a:pt x="2243704" y="0"/>
                </a:lnTo>
                <a:lnTo>
                  <a:pt x="2243704" y="2088684"/>
                </a:lnTo>
                <a:lnTo>
                  <a:pt x="0" y="2088684"/>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04" name="Google Shape;204;p15"/>
          <p:cNvSpPr/>
          <p:nvPr/>
        </p:nvSpPr>
        <p:spPr>
          <a:xfrm rot="-457384">
            <a:off x="16209350" y="185379"/>
            <a:ext cx="3152091" cy="3020275"/>
          </a:xfrm>
          <a:custGeom>
            <a:rect b="b" l="l" r="r" t="t"/>
            <a:pathLst>
              <a:path extrusionOk="0" h="3023821" w="3155791">
                <a:moveTo>
                  <a:pt x="0" y="0"/>
                </a:moveTo>
                <a:lnTo>
                  <a:pt x="3155790" y="0"/>
                </a:lnTo>
                <a:lnTo>
                  <a:pt x="3155790" y="3023821"/>
                </a:lnTo>
                <a:lnTo>
                  <a:pt x="0" y="3023821"/>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05" name="Google Shape;205;p15"/>
          <p:cNvSpPr/>
          <p:nvPr/>
        </p:nvSpPr>
        <p:spPr>
          <a:xfrm rot="1293721">
            <a:off x="15249387" y="253189"/>
            <a:ext cx="2265549" cy="1919539"/>
          </a:xfrm>
          <a:custGeom>
            <a:rect b="b" l="l" r="r" t="t"/>
            <a:pathLst>
              <a:path extrusionOk="0" h="1919581" w="2265599">
                <a:moveTo>
                  <a:pt x="0" y="0"/>
                </a:moveTo>
                <a:lnTo>
                  <a:pt x="2265600" y="0"/>
                </a:lnTo>
                <a:lnTo>
                  <a:pt x="2265600" y="1919581"/>
                </a:lnTo>
                <a:lnTo>
                  <a:pt x="0" y="1919581"/>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06" name="Google Shape;206;p15"/>
          <p:cNvSpPr/>
          <p:nvPr/>
        </p:nvSpPr>
        <p:spPr>
          <a:xfrm rot="-2487314">
            <a:off x="1040322" y="-83700"/>
            <a:ext cx="1765007" cy="1495442"/>
          </a:xfrm>
          <a:custGeom>
            <a:rect b="b" l="l" r="r" t="t"/>
            <a:pathLst>
              <a:path extrusionOk="0" h="1494392" w="1763767">
                <a:moveTo>
                  <a:pt x="0" y="0"/>
                </a:moveTo>
                <a:lnTo>
                  <a:pt x="1763767" y="0"/>
                </a:lnTo>
                <a:lnTo>
                  <a:pt x="1763767" y="1494392"/>
                </a:lnTo>
                <a:lnTo>
                  <a:pt x="0" y="149439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07" name="Google Shape;207;p15"/>
          <p:cNvSpPr/>
          <p:nvPr/>
        </p:nvSpPr>
        <p:spPr>
          <a:xfrm rot="1293721">
            <a:off x="555540" y="8677222"/>
            <a:ext cx="2430227" cy="2059065"/>
          </a:xfrm>
          <a:custGeom>
            <a:rect b="b" l="l" r="r" t="t"/>
            <a:pathLst>
              <a:path extrusionOk="0" h="2059110" w="2430280">
                <a:moveTo>
                  <a:pt x="0" y="0"/>
                </a:moveTo>
                <a:lnTo>
                  <a:pt x="2430281" y="0"/>
                </a:lnTo>
                <a:lnTo>
                  <a:pt x="2430281" y="2059110"/>
                </a:lnTo>
                <a:lnTo>
                  <a:pt x="0" y="205911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08" name="Google Shape;208;p15"/>
          <p:cNvSpPr/>
          <p:nvPr/>
        </p:nvSpPr>
        <p:spPr>
          <a:xfrm rot="7624232">
            <a:off x="15098153" y="-46920"/>
            <a:ext cx="1938210" cy="1804297"/>
          </a:xfrm>
          <a:custGeom>
            <a:rect b="b" l="l" r="r" t="t"/>
            <a:pathLst>
              <a:path extrusionOk="0" h="1805189" w="1939168">
                <a:moveTo>
                  <a:pt x="0" y="0"/>
                </a:moveTo>
                <a:lnTo>
                  <a:pt x="1939169" y="0"/>
                </a:lnTo>
                <a:lnTo>
                  <a:pt x="1939169" y="1805189"/>
                </a:lnTo>
                <a:lnTo>
                  <a:pt x="0" y="1805189"/>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09" name="Google Shape;209;p15"/>
          <p:cNvSpPr/>
          <p:nvPr/>
        </p:nvSpPr>
        <p:spPr>
          <a:xfrm>
            <a:off x="7687907" y="30602"/>
            <a:ext cx="2912186" cy="1012162"/>
          </a:xfrm>
          <a:custGeom>
            <a:rect b="b" l="l" r="r" t="t"/>
            <a:pathLst>
              <a:path extrusionOk="0" h="1012162" w="2912186">
                <a:moveTo>
                  <a:pt x="0" y="0"/>
                </a:moveTo>
                <a:lnTo>
                  <a:pt x="2912186" y="0"/>
                </a:lnTo>
                <a:lnTo>
                  <a:pt x="2912186" y="1012162"/>
                </a:lnTo>
                <a:lnTo>
                  <a:pt x="0" y="1012162"/>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10" name="Google Shape;210;p15"/>
          <p:cNvSpPr/>
          <p:nvPr/>
        </p:nvSpPr>
        <p:spPr>
          <a:xfrm rot="7856596">
            <a:off x="669766" y="932518"/>
            <a:ext cx="1600194" cy="1489635"/>
          </a:xfrm>
          <a:custGeom>
            <a:rect b="b" l="l" r="r" t="t"/>
            <a:pathLst>
              <a:path extrusionOk="0" h="1490343" w="1600955">
                <a:moveTo>
                  <a:pt x="0" y="0"/>
                </a:moveTo>
                <a:lnTo>
                  <a:pt x="1600954" y="0"/>
                </a:lnTo>
                <a:lnTo>
                  <a:pt x="1600954" y="1490343"/>
                </a:lnTo>
                <a:lnTo>
                  <a:pt x="0" y="1490343"/>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wei Inhalte" type="twoObj">
  <p:cSld name="TWO_OBJECTS">
    <p:spTree>
      <p:nvGrpSpPr>
        <p:cNvPr id="211" name="Shape 211"/>
        <p:cNvGrpSpPr/>
        <p:nvPr/>
      </p:nvGrpSpPr>
      <p:grpSpPr>
        <a:xfrm>
          <a:off x="0" y="0"/>
          <a:ext cx="0" cy="0"/>
          <a:chOff x="0" y="0"/>
          <a:chExt cx="0" cy="0"/>
        </a:xfrm>
      </p:grpSpPr>
      <p:sp>
        <p:nvSpPr>
          <p:cNvPr id="212" name="Google Shape;212;p16"/>
          <p:cNvSpPr txBox="1"/>
          <p:nvPr>
            <p:ph type="title"/>
          </p:nvPr>
        </p:nvSpPr>
        <p:spPr>
          <a:xfrm>
            <a:off x="1944000" y="1366765"/>
            <a:ext cx="14400000" cy="12600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13" name="Google Shape;213;p16"/>
          <p:cNvSpPr txBox="1"/>
          <p:nvPr>
            <p:ph idx="1" type="body"/>
          </p:nvPr>
        </p:nvSpPr>
        <p:spPr>
          <a:xfrm>
            <a:off x="1944000" y="2738437"/>
            <a:ext cx="7123800" cy="65277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1000"/>
              </a:spcBef>
              <a:spcAft>
                <a:spcPts val="0"/>
              </a:spcAft>
              <a:buClr>
                <a:schemeClr val="dk1"/>
              </a:buClr>
              <a:buSzPts val="1800"/>
              <a:buChar char="•"/>
              <a:defRPr/>
            </a:lvl1pPr>
            <a:lvl2pPr indent="-342900" lvl="1" marL="914400" rtl="0" algn="l">
              <a:lnSpc>
                <a:spcPct val="90000"/>
              </a:lnSpc>
              <a:spcBef>
                <a:spcPts val="500"/>
              </a:spcBef>
              <a:spcAft>
                <a:spcPts val="0"/>
              </a:spcAft>
              <a:buClr>
                <a:schemeClr val="dk1"/>
              </a:buClr>
              <a:buSzPts val="1800"/>
              <a:buChar char="•"/>
              <a:defRPr/>
            </a:lvl2pPr>
            <a:lvl3pPr indent="-342900" lvl="2" marL="1371600" rtl="0" algn="l">
              <a:lnSpc>
                <a:spcPct val="90000"/>
              </a:lnSpc>
              <a:spcBef>
                <a:spcPts val="500"/>
              </a:spcBef>
              <a:spcAft>
                <a:spcPts val="0"/>
              </a:spcAft>
              <a:buClr>
                <a:schemeClr val="dk1"/>
              </a:buClr>
              <a:buSzPts val="1800"/>
              <a:buChar char="•"/>
              <a:defRPr/>
            </a:lvl3pPr>
            <a:lvl4pPr indent="-342900" lvl="3" marL="1828800" rtl="0" algn="l">
              <a:lnSpc>
                <a:spcPct val="90000"/>
              </a:lnSpc>
              <a:spcBef>
                <a:spcPts val="500"/>
              </a:spcBef>
              <a:spcAft>
                <a:spcPts val="0"/>
              </a:spcAft>
              <a:buClr>
                <a:schemeClr val="dk1"/>
              </a:buClr>
              <a:buSzPts val="1800"/>
              <a:buChar char="•"/>
              <a:defRPr/>
            </a:lvl4pPr>
            <a:lvl5pPr indent="-342900" lvl="4" marL="2286000" rtl="0" algn="l">
              <a:lnSpc>
                <a:spcPct val="90000"/>
              </a:lnSpc>
              <a:spcBef>
                <a:spcPts val="500"/>
              </a:spcBef>
              <a:spcAft>
                <a:spcPts val="0"/>
              </a:spcAft>
              <a:buClr>
                <a:schemeClr val="dk1"/>
              </a:buClr>
              <a:buSzPts val="1800"/>
              <a:buChar char="•"/>
              <a:defRPr/>
            </a:lvl5pPr>
            <a:lvl6pPr indent="-342900" lvl="5" marL="2743200" rtl="0" algn="l">
              <a:lnSpc>
                <a:spcPct val="90000"/>
              </a:lnSpc>
              <a:spcBef>
                <a:spcPts val="500"/>
              </a:spcBef>
              <a:spcAft>
                <a:spcPts val="0"/>
              </a:spcAft>
              <a:buClr>
                <a:schemeClr val="dk1"/>
              </a:buClr>
              <a:buSzPts val="1800"/>
              <a:buChar char="•"/>
              <a:defRPr/>
            </a:lvl6pPr>
            <a:lvl7pPr indent="-342900" lvl="6" marL="3200400" rtl="0" algn="l">
              <a:lnSpc>
                <a:spcPct val="90000"/>
              </a:lnSpc>
              <a:spcBef>
                <a:spcPts val="500"/>
              </a:spcBef>
              <a:spcAft>
                <a:spcPts val="0"/>
              </a:spcAft>
              <a:buClr>
                <a:schemeClr val="dk1"/>
              </a:buClr>
              <a:buSzPts val="1800"/>
              <a:buChar char="•"/>
              <a:defRPr/>
            </a:lvl7pPr>
            <a:lvl8pPr indent="-342900" lvl="7" marL="3657600" rtl="0" algn="l">
              <a:lnSpc>
                <a:spcPct val="90000"/>
              </a:lnSpc>
              <a:spcBef>
                <a:spcPts val="500"/>
              </a:spcBef>
              <a:spcAft>
                <a:spcPts val="0"/>
              </a:spcAft>
              <a:buClr>
                <a:schemeClr val="dk1"/>
              </a:buClr>
              <a:buSzPts val="1800"/>
              <a:buChar char="•"/>
              <a:defRPr/>
            </a:lvl8pPr>
            <a:lvl9pPr indent="-342900" lvl="8" marL="4114800" rtl="0" algn="l">
              <a:lnSpc>
                <a:spcPct val="90000"/>
              </a:lnSpc>
              <a:spcBef>
                <a:spcPts val="500"/>
              </a:spcBef>
              <a:spcAft>
                <a:spcPts val="0"/>
              </a:spcAft>
              <a:buClr>
                <a:schemeClr val="dk1"/>
              </a:buClr>
              <a:buSzPts val="1800"/>
              <a:buChar char="•"/>
              <a:defRPr/>
            </a:lvl9pPr>
          </a:lstStyle>
          <a:p/>
        </p:txBody>
      </p:sp>
      <p:sp>
        <p:nvSpPr>
          <p:cNvPr id="214" name="Google Shape;214;p16"/>
          <p:cNvSpPr txBox="1"/>
          <p:nvPr>
            <p:ph idx="2" type="body"/>
          </p:nvPr>
        </p:nvSpPr>
        <p:spPr>
          <a:xfrm>
            <a:off x="9220200" y="2738437"/>
            <a:ext cx="7123800" cy="65277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1000"/>
              </a:spcBef>
              <a:spcAft>
                <a:spcPts val="0"/>
              </a:spcAft>
              <a:buClr>
                <a:schemeClr val="dk1"/>
              </a:buClr>
              <a:buSzPts val="1800"/>
              <a:buChar char="•"/>
              <a:defRPr/>
            </a:lvl1pPr>
            <a:lvl2pPr indent="-342900" lvl="1" marL="914400" rtl="0" algn="l">
              <a:lnSpc>
                <a:spcPct val="90000"/>
              </a:lnSpc>
              <a:spcBef>
                <a:spcPts val="500"/>
              </a:spcBef>
              <a:spcAft>
                <a:spcPts val="0"/>
              </a:spcAft>
              <a:buClr>
                <a:schemeClr val="dk1"/>
              </a:buClr>
              <a:buSzPts val="1800"/>
              <a:buChar char="•"/>
              <a:defRPr/>
            </a:lvl2pPr>
            <a:lvl3pPr indent="-342900" lvl="2" marL="1371600" rtl="0" algn="l">
              <a:lnSpc>
                <a:spcPct val="90000"/>
              </a:lnSpc>
              <a:spcBef>
                <a:spcPts val="500"/>
              </a:spcBef>
              <a:spcAft>
                <a:spcPts val="0"/>
              </a:spcAft>
              <a:buClr>
                <a:schemeClr val="dk1"/>
              </a:buClr>
              <a:buSzPts val="1800"/>
              <a:buChar char="•"/>
              <a:defRPr/>
            </a:lvl3pPr>
            <a:lvl4pPr indent="-342900" lvl="3" marL="1828800" rtl="0" algn="l">
              <a:lnSpc>
                <a:spcPct val="90000"/>
              </a:lnSpc>
              <a:spcBef>
                <a:spcPts val="500"/>
              </a:spcBef>
              <a:spcAft>
                <a:spcPts val="0"/>
              </a:spcAft>
              <a:buClr>
                <a:schemeClr val="dk1"/>
              </a:buClr>
              <a:buSzPts val="1800"/>
              <a:buChar char="•"/>
              <a:defRPr/>
            </a:lvl4pPr>
            <a:lvl5pPr indent="-342900" lvl="4" marL="2286000" rtl="0" algn="l">
              <a:lnSpc>
                <a:spcPct val="90000"/>
              </a:lnSpc>
              <a:spcBef>
                <a:spcPts val="500"/>
              </a:spcBef>
              <a:spcAft>
                <a:spcPts val="0"/>
              </a:spcAft>
              <a:buClr>
                <a:schemeClr val="dk1"/>
              </a:buClr>
              <a:buSzPts val="1800"/>
              <a:buChar char="•"/>
              <a:defRPr/>
            </a:lvl5pPr>
            <a:lvl6pPr indent="-342900" lvl="5" marL="2743200" rtl="0" algn="l">
              <a:lnSpc>
                <a:spcPct val="90000"/>
              </a:lnSpc>
              <a:spcBef>
                <a:spcPts val="500"/>
              </a:spcBef>
              <a:spcAft>
                <a:spcPts val="0"/>
              </a:spcAft>
              <a:buClr>
                <a:schemeClr val="dk1"/>
              </a:buClr>
              <a:buSzPts val="1800"/>
              <a:buChar char="•"/>
              <a:defRPr/>
            </a:lvl6pPr>
            <a:lvl7pPr indent="-342900" lvl="6" marL="3200400" rtl="0" algn="l">
              <a:lnSpc>
                <a:spcPct val="90000"/>
              </a:lnSpc>
              <a:spcBef>
                <a:spcPts val="500"/>
              </a:spcBef>
              <a:spcAft>
                <a:spcPts val="0"/>
              </a:spcAft>
              <a:buClr>
                <a:schemeClr val="dk1"/>
              </a:buClr>
              <a:buSzPts val="1800"/>
              <a:buChar char="•"/>
              <a:defRPr/>
            </a:lvl7pPr>
            <a:lvl8pPr indent="-342900" lvl="7" marL="3657600" rtl="0" algn="l">
              <a:lnSpc>
                <a:spcPct val="90000"/>
              </a:lnSpc>
              <a:spcBef>
                <a:spcPts val="500"/>
              </a:spcBef>
              <a:spcAft>
                <a:spcPts val="0"/>
              </a:spcAft>
              <a:buClr>
                <a:schemeClr val="dk1"/>
              </a:buClr>
              <a:buSzPts val="1800"/>
              <a:buChar char="•"/>
              <a:defRPr/>
            </a:lvl8pPr>
            <a:lvl9pPr indent="-342900" lvl="8" marL="4114800" rtl="0" algn="l">
              <a:lnSpc>
                <a:spcPct val="90000"/>
              </a:lnSpc>
              <a:spcBef>
                <a:spcPts val="500"/>
              </a:spcBef>
              <a:spcAft>
                <a:spcPts val="0"/>
              </a:spcAft>
              <a:buClr>
                <a:schemeClr val="dk1"/>
              </a:buClr>
              <a:buSzPts val="1800"/>
              <a:buChar char="•"/>
              <a:defRPr/>
            </a:lvl9pPr>
          </a:lstStyle>
          <a:p/>
        </p:txBody>
      </p:sp>
      <p:sp>
        <p:nvSpPr>
          <p:cNvPr id="215" name="Google Shape;215;p16"/>
          <p:cNvSpPr/>
          <p:nvPr/>
        </p:nvSpPr>
        <p:spPr>
          <a:xfrm>
            <a:off x="-988817" y="7307032"/>
            <a:ext cx="2499164" cy="2394654"/>
          </a:xfrm>
          <a:custGeom>
            <a:rect b="b" l="l" r="r" t="t"/>
            <a:pathLst>
              <a:path extrusionOk="0" h="2394654" w="2499164">
                <a:moveTo>
                  <a:pt x="0" y="0"/>
                </a:moveTo>
                <a:lnTo>
                  <a:pt x="2499165" y="0"/>
                </a:lnTo>
                <a:lnTo>
                  <a:pt x="2499165" y="2394654"/>
                </a:lnTo>
                <a:lnTo>
                  <a:pt x="0" y="2394654"/>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16" name="Google Shape;216;p16"/>
          <p:cNvSpPr/>
          <p:nvPr/>
        </p:nvSpPr>
        <p:spPr>
          <a:xfrm>
            <a:off x="-241193" y="146185"/>
            <a:ext cx="2085371" cy="2032289"/>
          </a:xfrm>
          <a:custGeom>
            <a:rect b="b" l="l" r="r" t="t"/>
            <a:pathLst>
              <a:path extrusionOk="0" h="2032289" w="2085371">
                <a:moveTo>
                  <a:pt x="0" y="0"/>
                </a:moveTo>
                <a:lnTo>
                  <a:pt x="2085371" y="0"/>
                </a:lnTo>
                <a:lnTo>
                  <a:pt x="2085371" y="2032289"/>
                </a:lnTo>
                <a:lnTo>
                  <a:pt x="0" y="2032289"/>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17" name="Google Shape;217;p16"/>
          <p:cNvSpPr/>
          <p:nvPr/>
        </p:nvSpPr>
        <p:spPr>
          <a:xfrm rot="7856596">
            <a:off x="669766" y="932518"/>
            <a:ext cx="1600194" cy="1489635"/>
          </a:xfrm>
          <a:custGeom>
            <a:rect b="b" l="l" r="r" t="t"/>
            <a:pathLst>
              <a:path extrusionOk="0" h="1490343" w="1600955">
                <a:moveTo>
                  <a:pt x="0" y="0"/>
                </a:moveTo>
                <a:lnTo>
                  <a:pt x="1600954" y="0"/>
                </a:lnTo>
                <a:lnTo>
                  <a:pt x="1600954" y="1490343"/>
                </a:lnTo>
                <a:lnTo>
                  <a:pt x="0" y="1490343"/>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18" name="Google Shape;218;p16"/>
          <p:cNvSpPr/>
          <p:nvPr/>
        </p:nvSpPr>
        <p:spPr>
          <a:xfrm rot="-2487314">
            <a:off x="1653454" y="-540065"/>
            <a:ext cx="1765007" cy="1495442"/>
          </a:xfrm>
          <a:custGeom>
            <a:rect b="b" l="l" r="r" t="t"/>
            <a:pathLst>
              <a:path extrusionOk="0" h="1494392" w="1763767">
                <a:moveTo>
                  <a:pt x="0" y="0"/>
                </a:moveTo>
                <a:lnTo>
                  <a:pt x="1763767" y="0"/>
                </a:lnTo>
                <a:lnTo>
                  <a:pt x="1763767" y="1494392"/>
                </a:lnTo>
                <a:lnTo>
                  <a:pt x="0" y="149439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19" name="Google Shape;219;p16"/>
          <p:cNvSpPr/>
          <p:nvPr/>
        </p:nvSpPr>
        <p:spPr>
          <a:xfrm rot="1293721">
            <a:off x="-406497" y="8503662"/>
            <a:ext cx="2430227" cy="2059065"/>
          </a:xfrm>
          <a:custGeom>
            <a:rect b="b" l="l" r="r" t="t"/>
            <a:pathLst>
              <a:path extrusionOk="0" h="2059110" w="2430280">
                <a:moveTo>
                  <a:pt x="0" y="0"/>
                </a:moveTo>
                <a:lnTo>
                  <a:pt x="2430281" y="0"/>
                </a:lnTo>
                <a:lnTo>
                  <a:pt x="2430281" y="2059110"/>
                </a:lnTo>
                <a:lnTo>
                  <a:pt x="0" y="205911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20" name="Google Shape;220;p16"/>
          <p:cNvSpPr/>
          <p:nvPr/>
        </p:nvSpPr>
        <p:spPr>
          <a:xfrm>
            <a:off x="7687907" y="30602"/>
            <a:ext cx="2912186" cy="1012162"/>
          </a:xfrm>
          <a:custGeom>
            <a:rect b="b" l="l" r="r" t="t"/>
            <a:pathLst>
              <a:path extrusionOk="0" h="1012162" w="2912186">
                <a:moveTo>
                  <a:pt x="0" y="0"/>
                </a:moveTo>
                <a:lnTo>
                  <a:pt x="2912186" y="0"/>
                </a:lnTo>
                <a:lnTo>
                  <a:pt x="2912186" y="1012162"/>
                </a:lnTo>
                <a:lnTo>
                  <a:pt x="0" y="1012162"/>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21" name="Google Shape;221;p16"/>
          <p:cNvSpPr/>
          <p:nvPr/>
        </p:nvSpPr>
        <p:spPr>
          <a:xfrm rot="4680922">
            <a:off x="16258996" y="8270737"/>
            <a:ext cx="2633939" cy="2523793"/>
          </a:xfrm>
          <a:custGeom>
            <a:rect b="b" l="l" r="r" t="t"/>
            <a:pathLst>
              <a:path extrusionOk="0" h="2525609" w="2635834">
                <a:moveTo>
                  <a:pt x="0" y="0"/>
                </a:moveTo>
                <a:lnTo>
                  <a:pt x="2635835" y="0"/>
                </a:lnTo>
                <a:lnTo>
                  <a:pt x="2635835" y="2525608"/>
                </a:lnTo>
                <a:lnTo>
                  <a:pt x="0" y="2525608"/>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22" name="Google Shape;222;p16"/>
          <p:cNvSpPr/>
          <p:nvPr/>
        </p:nvSpPr>
        <p:spPr>
          <a:xfrm rot="-5590790">
            <a:off x="16400597" y="714281"/>
            <a:ext cx="2349660" cy="2305070"/>
          </a:xfrm>
          <a:custGeom>
            <a:rect b="b" l="l" r="r" t="t"/>
            <a:pathLst>
              <a:path extrusionOk="0" h="2032289" w="2085371">
                <a:moveTo>
                  <a:pt x="0" y="0"/>
                </a:moveTo>
                <a:lnTo>
                  <a:pt x="2085371" y="0"/>
                </a:lnTo>
                <a:lnTo>
                  <a:pt x="2085371" y="2032289"/>
                </a:lnTo>
                <a:lnTo>
                  <a:pt x="0" y="2032289"/>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23" name="Google Shape;223;p16"/>
          <p:cNvSpPr/>
          <p:nvPr/>
        </p:nvSpPr>
        <p:spPr>
          <a:xfrm rot="7856596">
            <a:off x="16918493" y="6689907"/>
            <a:ext cx="2242638" cy="2087692"/>
          </a:xfrm>
          <a:custGeom>
            <a:rect b="b" l="l" r="r" t="t"/>
            <a:pathLst>
              <a:path extrusionOk="0" h="2088684" w="2243704">
                <a:moveTo>
                  <a:pt x="0" y="0"/>
                </a:moveTo>
                <a:lnTo>
                  <a:pt x="2243704" y="0"/>
                </a:lnTo>
                <a:lnTo>
                  <a:pt x="2243704" y="2088684"/>
                </a:lnTo>
                <a:lnTo>
                  <a:pt x="0" y="2088684"/>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24" name="Google Shape;224;p16"/>
          <p:cNvSpPr/>
          <p:nvPr/>
        </p:nvSpPr>
        <p:spPr>
          <a:xfrm rot="1298099">
            <a:off x="15384765" y="-544577"/>
            <a:ext cx="2534796" cy="2152126"/>
          </a:xfrm>
          <a:custGeom>
            <a:rect b="b" l="l" r="r" t="t"/>
            <a:pathLst>
              <a:path extrusionOk="0" h="1919581" w="2265599">
                <a:moveTo>
                  <a:pt x="0" y="0"/>
                </a:moveTo>
                <a:lnTo>
                  <a:pt x="2265600" y="0"/>
                </a:lnTo>
                <a:lnTo>
                  <a:pt x="2265600" y="1919581"/>
                </a:lnTo>
                <a:lnTo>
                  <a:pt x="0" y="1919581"/>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25" name="Google Shape;225;p16"/>
          <p:cNvSpPr/>
          <p:nvPr/>
        </p:nvSpPr>
        <p:spPr>
          <a:xfrm rot="-2483776">
            <a:off x="16953094" y="4768514"/>
            <a:ext cx="2033793" cy="1619856"/>
          </a:xfrm>
          <a:custGeom>
            <a:rect b="b" l="l" r="r" t="t"/>
            <a:pathLst>
              <a:path extrusionOk="0" h="1494392" w="1763767">
                <a:moveTo>
                  <a:pt x="0" y="0"/>
                </a:moveTo>
                <a:lnTo>
                  <a:pt x="1763767" y="0"/>
                </a:lnTo>
                <a:lnTo>
                  <a:pt x="1763767" y="1494392"/>
                </a:lnTo>
                <a:lnTo>
                  <a:pt x="0" y="149439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26" name="Google Shape;226;p16"/>
          <p:cNvSpPr/>
          <p:nvPr/>
        </p:nvSpPr>
        <p:spPr>
          <a:xfrm rot="2040352">
            <a:off x="17722983" y="-359193"/>
            <a:ext cx="1707631" cy="1936407"/>
          </a:xfrm>
          <a:custGeom>
            <a:rect b="b" l="l" r="r" t="t"/>
            <a:pathLst>
              <a:path extrusionOk="0" h="1805189" w="1939168">
                <a:moveTo>
                  <a:pt x="0" y="0"/>
                </a:moveTo>
                <a:lnTo>
                  <a:pt x="1939169" y="0"/>
                </a:lnTo>
                <a:lnTo>
                  <a:pt x="1939169" y="1805189"/>
                </a:lnTo>
                <a:lnTo>
                  <a:pt x="0" y="1805189"/>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gleich" type="twoTxTwoObj">
  <p:cSld name="TWO_OBJECTS_WITH_TEXT">
    <p:spTree>
      <p:nvGrpSpPr>
        <p:cNvPr id="227" name="Shape 227"/>
        <p:cNvGrpSpPr/>
        <p:nvPr/>
      </p:nvGrpSpPr>
      <p:grpSpPr>
        <a:xfrm>
          <a:off x="0" y="0"/>
          <a:ext cx="0" cy="0"/>
          <a:chOff x="0" y="0"/>
          <a:chExt cx="0" cy="0"/>
        </a:xfrm>
      </p:grpSpPr>
      <p:sp>
        <p:nvSpPr>
          <p:cNvPr id="228" name="Google Shape;228;p17"/>
          <p:cNvSpPr txBox="1"/>
          <p:nvPr>
            <p:ph type="title"/>
          </p:nvPr>
        </p:nvSpPr>
        <p:spPr>
          <a:xfrm>
            <a:off x="1944000" y="1174623"/>
            <a:ext cx="14400000" cy="12600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29" name="Google Shape;229;p17"/>
          <p:cNvSpPr txBox="1"/>
          <p:nvPr>
            <p:ph idx="1" type="body"/>
          </p:nvPr>
        </p:nvSpPr>
        <p:spPr>
          <a:xfrm>
            <a:off x="1944000" y="2522538"/>
            <a:ext cx="7052400" cy="1235100"/>
          </a:xfrm>
          <a:prstGeom prst="rect">
            <a:avLst/>
          </a:prstGeom>
          <a:noFill/>
          <a:ln>
            <a:noFill/>
          </a:ln>
        </p:spPr>
        <p:txBody>
          <a:bodyPr anchorCtr="0" anchor="b" bIns="45700" lIns="91425" spcFirstLastPara="1" rIns="91425" wrap="square" tIns="45700">
            <a:normAutofit/>
          </a:bodyPr>
          <a:lstStyle>
            <a:lvl1pPr indent="-228600" lvl="0" marL="457200" rtl="0" algn="l">
              <a:lnSpc>
                <a:spcPct val="90000"/>
              </a:lnSpc>
              <a:spcBef>
                <a:spcPts val="1000"/>
              </a:spcBef>
              <a:spcAft>
                <a:spcPts val="0"/>
              </a:spcAft>
              <a:buClr>
                <a:schemeClr val="dk1"/>
              </a:buClr>
              <a:buSzPts val="2400"/>
              <a:buNone/>
              <a:defRPr b="1" sz="2400"/>
            </a:lvl1pPr>
            <a:lvl2pPr indent="-228600" lvl="1" marL="914400" rtl="0" algn="l">
              <a:lnSpc>
                <a:spcPct val="90000"/>
              </a:lnSpc>
              <a:spcBef>
                <a:spcPts val="500"/>
              </a:spcBef>
              <a:spcAft>
                <a:spcPts val="0"/>
              </a:spcAft>
              <a:buClr>
                <a:schemeClr val="dk1"/>
              </a:buClr>
              <a:buSzPts val="2000"/>
              <a:buNone/>
              <a:defRPr b="1" sz="2000"/>
            </a:lvl2pPr>
            <a:lvl3pPr indent="-228600" lvl="2" marL="1371600" rtl="0" algn="l">
              <a:lnSpc>
                <a:spcPct val="90000"/>
              </a:lnSpc>
              <a:spcBef>
                <a:spcPts val="500"/>
              </a:spcBef>
              <a:spcAft>
                <a:spcPts val="0"/>
              </a:spcAft>
              <a:buClr>
                <a:schemeClr val="dk1"/>
              </a:buClr>
              <a:buSzPts val="1800"/>
              <a:buNone/>
              <a:defRPr b="1" sz="1800"/>
            </a:lvl3pPr>
            <a:lvl4pPr indent="-228600" lvl="3" marL="1828800" rtl="0" algn="l">
              <a:lnSpc>
                <a:spcPct val="90000"/>
              </a:lnSpc>
              <a:spcBef>
                <a:spcPts val="500"/>
              </a:spcBef>
              <a:spcAft>
                <a:spcPts val="0"/>
              </a:spcAft>
              <a:buClr>
                <a:schemeClr val="dk1"/>
              </a:buClr>
              <a:buSzPts val="1600"/>
              <a:buNone/>
              <a:defRPr b="1" sz="1600"/>
            </a:lvl4pPr>
            <a:lvl5pPr indent="-228600" lvl="4" marL="2286000" rtl="0" algn="l">
              <a:lnSpc>
                <a:spcPct val="90000"/>
              </a:lnSpc>
              <a:spcBef>
                <a:spcPts val="500"/>
              </a:spcBef>
              <a:spcAft>
                <a:spcPts val="0"/>
              </a:spcAft>
              <a:buClr>
                <a:schemeClr val="dk1"/>
              </a:buClr>
              <a:buSzPts val="1600"/>
              <a:buNone/>
              <a:defRPr b="1" sz="1600"/>
            </a:lvl5pPr>
            <a:lvl6pPr indent="-228600" lvl="5" marL="2743200" rtl="0" algn="l">
              <a:lnSpc>
                <a:spcPct val="90000"/>
              </a:lnSpc>
              <a:spcBef>
                <a:spcPts val="500"/>
              </a:spcBef>
              <a:spcAft>
                <a:spcPts val="0"/>
              </a:spcAft>
              <a:buClr>
                <a:schemeClr val="dk1"/>
              </a:buClr>
              <a:buSzPts val="1600"/>
              <a:buNone/>
              <a:defRPr b="1" sz="1600"/>
            </a:lvl6pPr>
            <a:lvl7pPr indent="-228600" lvl="6" marL="3200400" rtl="0" algn="l">
              <a:lnSpc>
                <a:spcPct val="90000"/>
              </a:lnSpc>
              <a:spcBef>
                <a:spcPts val="500"/>
              </a:spcBef>
              <a:spcAft>
                <a:spcPts val="0"/>
              </a:spcAft>
              <a:buClr>
                <a:schemeClr val="dk1"/>
              </a:buClr>
              <a:buSzPts val="1600"/>
              <a:buNone/>
              <a:defRPr b="1" sz="1600"/>
            </a:lvl7pPr>
            <a:lvl8pPr indent="-228600" lvl="7" marL="3657600" rtl="0" algn="l">
              <a:lnSpc>
                <a:spcPct val="90000"/>
              </a:lnSpc>
              <a:spcBef>
                <a:spcPts val="500"/>
              </a:spcBef>
              <a:spcAft>
                <a:spcPts val="0"/>
              </a:spcAft>
              <a:buClr>
                <a:schemeClr val="dk1"/>
              </a:buClr>
              <a:buSzPts val="1600"/>
              <a:buNone/>
              <a:defRPr b="1" sz="1600"/>
            </a:lvl8pPr>
            <a:lvl9pPr indent="-228600" lvl="8" marL="4114800" rtl="0" algn="l">
              <a:lnSpc>
                <a:spcPct val="90000"/>
              </a:lnSpc>
              <a:spcBef>
                <a:spcPts val="500"/>
              </a:spcBef>
              <a:spcAft>
                <a:spcPts val="0"/>
              </a:spcAft>
              <a:buClr>
                <a:schemeClr val="dk1"/>
              </a:buClr>
              <a:buSzPts val="1600"/>
              <a:buNone/>
              <a:defRPr b="1" sz="1600"/>
            </a:lvl9pPr>
          </a:lstStyle>
          <a:p/>
        </p:txBody>
      </p:sp>
      <p:sp>
        <p:nvSpPr>
          <p:cNvPr id="230" name="Google Shape;230;p17"/>
          <p:cNvSpPr txBox="1"/>
          <p:nvPr>
            <p:ph idx="2" type="body"/>
          </p:nvPr>
        </p:nvSpPr>
        <p:spPr>
          <a:xfrm>
            <a:off x="1944000" y="3757613"/>
            <a:ext cx="7052400" cy="55278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1000"/>
              </a:spcBef>
              <a:spcAft>
                <a:spcPts val="0"/>
              </a:spcAft>
              <a:buClr>
                <a:schemeClr val="dk1"/>
              </a:buClr>
              <a:buSzPts val="1800"/>
              <a:buChar char="•"/>
              <a:defRPr/>
            </a:lvl1pPr>
            <a:lvl2pPr indent="-342900" lvl="1" marL="914400" rtl="0" algn="l">
              <a:lnSpc>
                <a:spcPct val="90000"/>
              </a:lnSpc>
              <a:spcBef>
                <a:spcPts val="500"/>
              </a:spcBef>
              <a:spcAft>
                <a:spcPts val="0"/>
              </a:spcAft>
              <a:buClr>
                <a:schemeClr val="dk1"/>
              </a:buClr>
              <a:buSzPts val="1800"/>
              <a:buChar char="•"/>
              <a:defRPr/>
            </a:lvl2pPr>
            <a:lvl3pPr indent="-342900" lvl="2" marL="1371600" rtl="0" algn="l">
              <a:lnSpc>
                <a:spcPct val="90000"/>
              </a:lnSpc>
              <a:spcBef>
                <a:spcPts val="500"/>
              </a:spcBef>
              <a:spcAft>
                <a:spcPts val="0"/>
              </a:spcAft>
              <a:buClr>
                <a:schemeClr val="dk1"/>
              </a:buClr>
              <a:buSzPts val="1800"/>
              <a:buChar char="•"/>
              <a:defRPr/>
            </a:lvl3pPr>
            <a:lvl4pPr indent="-342900" lvl="3" marL="1828800" rtl="0" algn="l">
              <a:lnSpc>
                <a:spcPct val="90000"/>
              </a:lnSpc>
              <a:spcBef>
                <a:spcPts val="500"/>
              </a:spcBef>
              <a:spcAft>
                <a:spcPts val="0"/>
              </a:spcAft>
              <a:buClr>
                <a:schemeClr val="dk1"/>
              </a:buClr>
              <a:buSzPts val="1800"/>
              <a:buChar char="•"/>
              <a:defRPr/>
            </a:lvl4pPr>
            <a:lvl5pPr indent="-342900" lvl="4" marL="2286000" rtl="0" algn="l">
              <a:lnSpc>
                <a:spcPct val="90000"/>
              </a:lnSpc>
              <a:spcBef>
                <a:spcPts val="500"/>
              </a:spcBef>
              <a:spcAft>
                <a:spcPts val="0"/>
              </a:spcAft>
              <a:buClr>
                <a:schemeClr val="dk1"/>
              </a:buClr>
              <a:buSzPts val="1800"/>
              <a:buChar char="•"/>
              <a:defRPr/>
            </a:lvl5pPr>
            <a:lvl6pPr indent="-342900" lvl="5" marL="2743200" rtl="0" algn="l">
              <a:lnSpc>
                <a:spcPct val="90000"/>
              </a:lnSpc>
              <a:spcBef>
                <a:spcPts val="500"/>
              </a:spcBef>
              <a:spcAft>
                <a:spcPts val="0"/>
              </a:spcAft>
              <a:buClr>
                <a:schemeClr val="dk1"/>
              </a:buClr>
              <a:buSzPts val="1800"/>
              <a:buChar char="•"/>
              <a:defRPr/>
            </a:lvl6pPr>
            <a:lvl7pPr indent="-342900" lvl="6" marL="3200400" rtl="0" algn="l">
              <a:lnSpc>
                <a:spcPct val="90000"/>
              </a:lnSpc>
              <a:spcBef>
                <a:spcPts val="500"/>
              </a:spcBef>
              <a:spcAft>
                <a:spcPts val="0"/>
              </a:spcAft>
              <a:buClr>
                <a:schemeClr val="dk1"/>
              </a:buClr>
              <a:buSzPts val="1800"/>
              <a:buChar char="•"/>
              <a:defRPr/>
            </a:lvl7pPr>
            <a:lvl8pPr indent="-342900" lvl="7" marL="3657600" rtl="0" algn="l">
              <a:lnSpc>
                <a:spcPct val="90000"/>
              </a:lnSpc>
              <a:spcBef>
                <a:spcPts val="500"/>
              </a:spcBef>
              <a:spcAft>
                <a:spcPts val="0"/>
              </a:spcAft>
              <a:buClr>
                <a:schemeClr val="dk1"/>
              </a:buClr>
              <a:buSzPts val="1800"/>
              <a:buChar char="•"/>
              <a:defRPr/>
            </a:lvl8pPr>
            <a:lvl9pPr indent="-342900" lvl="8" marL="4114800" rtl="0" algn="l">
              <a:lnSpc>
                <a:spcPct val="90000"/>
              </a:lnSpc>
              <a:spcBef>
                <a:spcPts val="500"/>
              </a:spcBef>
              <a:spcAft>
                <a:spcPts val="0"/>
              </a:spcAft>
              <a:buClr>
                <a:schemeClr val="dk1"/>
              </a:buClr>
              <a:buSzPts val="1800"/>
              <a:buChar char="•"/>
              <a:defRPr/>
            </a:lvl9pPr>
          </a:lstStyle>
          <a:p/>
        </p:txBody>
      </p:sp>
      <p:sp>
        <p:nvSpPr>
          <p:cNvPr id="231" name="Google Shape;231;p17"/>
          <p:cNvSpPr txBox="1"/>
          <p:nvPr>
            <p:ph idx="3" type="body"/>
          </p:nvPr>
        </p:nvSpPr>
        <p:spPr>
          <a:xfrm>
            <a:off x="9258301" y="2522538"/>
            <a:ext cx="7085700" cy="1235100"/>
          </a:xfrm>
          <a:prstGeom prst="rect">
            <a:avLst/>
          </a:prstGeom>
          <a:noFill/>
          <a:ln>
            <a:noFill/>
          </a:ln>
        </p:spPr>
        <p:txBody>
          <a:bodyPr anchorCtr="0" anchor="b" bIns="45700" lIns="91425" spcFirstLastPara="1" rIns="91425" wrap="square" tIns="45700">
            <a:normAutofit/>
          </a:bodyPr>
          <a:lstStyle>
            <a:lvl1pPr indent="-228600" lvl="0" marL="457200" rtl="0" algn="l">
              <a:lnSpc>
                <a:spcPct val="90000"/>
              </a:lnSpc>
              <a:spcBef>
                <a:spcPts val="1000"/>
              </a:spcBef>
              <a:spcAft>
                <a:spcPts val="0"/>
              </a:spcAft>
              <a:buClr>
                <a:schemeClr val="dk1"/>
              </a:buClr>
              <a:buSzPts val="2400"/>
              <a:buNone/>
              <a:defRPr b="1" sz="2400"/>
            </a:lvl1pPr>
            <a:lvl2pPr indent="-228600" lvl="1" marL="914400" rtl="0" algn="l">
              <a:lnSpc>
                <a:spcPct val="90000"/>
              </a:lnSpc>
              <a:spcBef>
                <a:spcPts val="500"/>
              </a:spcBef>
              <a:spcAft>
                <a:spcPts val="0"/>
              </a:spcAft>
              <a:buClr>
                <a:schemeClr val="dk1"/>
              </a:buClr>
              <a:buSzPts val="2000"/>
              <a:buNone/>
              <a:defRPr b="1" sz="2000"/>
            </a:lvl2pPr>
            <a:lvl3pPr indent="-228600" lvl="2" marL="1371600" rtl="0" algn="l">
              <a:lnSpc>
                <a:spcPct val="90000"/>
              </a:lnSpc>
              <a:spcBef>
                <a:spcPts val="500"/>
              </a:spcBef>
              <a:spcAft>
                <a:spcPts val="0"/>
              </a:spcAft>
              <a:buClr>
                <a:schemeClr val="dk1"/>
              </a:buClr>
              <a:buSzPts val="1800"/>
              <a:buNone/>
              <a:defRPr b="1" sz="1800"/>
            </a:lvl3pPr>
            <a:lvl4pPr indent="-228600" lvl="3" marL="1828800" rtl="0" algn="l">
              <a:lnSpc>
                <a:spcPct val="90000"/>
              </a:lnSpc>
              <a:spcBef>
                <a:spcPts val="500"/>
              </a:spcBef>
              <a:spcAft>
                <a:spcPts val="0"/>
              </a:spcAft>
              <a:buClr>
                <a:schemeClr val="dk1"/>
              </a:buClr>
              <a:buSzPts val="1600"/>
              <a:buNone/>
              <a:defRPr b="1" sz="1600"/>
            </a:lvl4pPr>
            <a:lvl5pPr indent="-228600" lvl="4" marL="2286000" rtl="0" algn="l">
              <a:lnSpc>
                <a:spcPct val="90000"/>
              </a:lnSpc>
              <a:spcBef>
                <a:spcPts val="500"/>
              </a:spcBef>
              <a:spcAft>
                <a:spcPts val="0"/>
              </a:spcAft>
              <a:buClr>
                <a:schemeClr val="dk1"/>
              </a:buClr>
              <a:buSzPts val="1600"/>
              <a:buNone/>
              <a:defRPr b="1" sz="1600"/>
            </a:lvl5pPr>
            <a:lvl6pPr indent="-228600" lvl="5" marL="2743200" rtl="0" algn="l">
              <a:lnSpc>
                <a:spcPct val="90000"/>
              </a:lnSpc>
              <a:spcBef>
                <a:spcPts val="500"/>
              </a:spcBef>
              <a:spcAft>
                <a:spcPts val="0"/>
              </a:spcAft>
              <a:buClr>
                <a:schemeClr val="dk1"/>
              </a:buClr>
              <a:buSzPts val="1600"/>
              <a:buNone/>
              <a:defRPr b="1" sz="1600"/>
            </a:lvl6pPr>
            <a:lvl7pPr indent="-228600" lvl="6" marL="3200400" rtl="0" algn="l">
              <a:lnSpc>
                <a:spcPct val="90000"/>
              </a:lnSpc>
              <a:spcBef>
                <a:spcPts val="500"/>
              </a:spcBef>
              <a:spcAft>
                <a:spcPts val="0"/>
              </a:spcAft>
              <a:buClr>
                <a:schemeClr val="dk1"/>
              </a:buClr>
              <a:buSzPts val="1600"/>
              <a:buNone/>
              <a:defRPr b="1" sz="1600"/>
            </a:lvl7pPr>
            <a:lvl8pPr indent="-228600" lvl="7" marL="3657600" rtl="0" algn="l">
              <a:lnSpc>
                <a:spcPct val="90000"/>
              </a:lnSpc>
              <a:spcBef>
                <a:spcPts val="500"/>
              </a:spcBef>
              <a:spcAft>
                <a:spcPts val="0"/>
              </a:spcAft>
              <a:buClr>
                <a:schemeClr val="dk1"/>
              </a:buClr>
              <a:buSzPts val="1600"/>
              <a:buNone/>
              <a:defRPr b="1" sz="1600"/>
            </a:lvl8pPr>
            <a:lvl9pPr indent="-228600" lvl="8" marL="4114800" rtl="0" algn="l">
              <a:lnSpc>
                <a:spcPct val="90000"/>
              </a:lnSpc>
              <a:spcBef>
                <a:spcPts val="500"/>
              </a:spcBef>
              <a:spcAft>
                <a:spcPts val="0"/>
              </a:spcAft>
              <a:buClr>
                <a:schemeClr val="dk1"/>
              </a:buClr>
              <a:buSzPts val="1600"/>
              <a:buNone/>
              <a:defRPr b="1" sz="1600"/>
            </a:lvl9pPr>
          </a:lstStyle>
          <a:p/>
        </p:txBody>
      </p:sp>
      <p:sp>
        <p:nvSpPr>
          <p:cNvPr id="232" name="Google Shape;232;p17"/>
          <p:cNvSpPr txBox="1"/>
          <p:nvPr>
            <p:ph idx="4" type="body"/>
          </p:nvPr>
        </p:nvSpPr>
        <p:spPr>
          <a:xfrm>
            <a:off x="9258301" y="3757613"/>
            <a:ext cx="7085700" cy="55278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1000"/>
              </a:spcBef>
              <a:spcAft>
                <a:spcPts val="0"/>
              </a:spcAft>
              <a:buClr>
                <a:schemeClr val="dk1"/>
              </a:buClr>
              <a:buSzPts val="1800"/>
              <a:buChar char="•"/>
              <a:defRPr/>
            </a:lvl1pPr>
            <a:lvl2pPr indent="-342900" lvl="1" marL="914400" rtl="0" algn="l">
              <a:lnSpc>
                <a:spcPct val="90000"/>
              </a:lnSpc>
              <a:spcBef>
                <a:spcPts val="500"/>
              </a:spcBef>
              <a:spcAft>
                <a:spcPts val="0"/>
              </a:spcAft>
              <a:buClr>
                <a:schemeClr val="dk1"/>
              </a:buClr>
              <a:buSzPts val="1800"/>
              <a:buChar char="•"/>
              <a:defRPr/>
            </a:lvl2pPr>
            <a:lvl3pPr indent="-342900" lvl="2" marL="1371600" rtl="0" algn="l">
              <a:lnSpc>
                <a:spcPct val="90000"/>
              </a:lnSpc>
              <a:spcBef>
                <a:spcPts val="500"/>
              </a:spcBef>
              <a:spcAft>
                <a:spcPts val="0"/>
              </a:spcAft>
              <a:buClr>
                <a:schemeClr val="dk1"/>
              </a:buClr>
              <a:buSzPts val="1800"/>
              <a:buChar char="•"/>
              <a:defRPr/>
            </a:lvl3pPr>
            <a:lvl4pPr indent="-342900" lvl="3" marL="1828800" rtl="0" algn="l">
              <a:lnSpc>
                <a:spcPct val="90000"/>
              </a:lnSpc>
              <a:spcBef>
                <a:spcPts val="500"/>
              </a:spcBef>
              <a:spcAft>
                <a:spcPts val="0"/>
              </a:spcAft>
              <a:buClr>
                <a:schemeClr val="dk1"/>
              </a:buClr>
              <a:buSzPts val="1800"/>
              <a:buChar char="•"/>
              <a:defRPr/>
            </a:lvl4pPr>
            <a:lvl5pPr indent="-342900" lvl="4" marL="2286000" rtl="0" algn="l">
              <a:lnSpc>
                <a:spcPct val="90000"/>
              </a:lnSpc>
              <a:spcBef>
                <a:spcPts val="500"/>
              </a:spcBef>
              <a:spcAft>
                <a:spcPts val="0"/>
              </a:spcAft>
              <a:buClr>
                <a:schemeClr val="dk1"/>
              </a:buClr>
              <a:buSzPts val="1800"/>
              <a:buChar char="•"/>
              <a:defRPr/>
            </a:lvl5pPr>
            <a:lvl6pPr indent="-342900" lvl="5" marL="2743200" rtl="0" algn="l">
              <a:lnSpc>
                <a:spcPct val="90000"/>
              </a:lnSpc>
              <a:spcBef>
                <a:spcPts val="500"/>
              </a:spcBef>
              <a:spcAft>
                <a:spcPts val="0"/>
              </a:spcAft>
              <a:buClr>
                <a:schemeClr val="dk1"/>
              </a:buClr>
              <a:buSzPts val="1800"/>
              <a:buChar char="•"/>
              <a:defRPr/>
            </a:lvl6pPr>
            <a:lvl7pPr indent="-342900" lvl="6" marL="3200400" rtl="0" algn="l">
              <a:lnSpc>
                <a:spcPct val="90000"/>
              </a:lnSpc>
              <a:spcBef>
                <a:spcPts val="500"/>
              </a:spcBef>
              <a:spcAft>
                <a:spcPts val="0"/>
              </a:spcAft>
              <a:buClr>
                <a:schemeClr val="dk1"/>
              </a:buClr>
              <a:buSzPts val="1800"/>
              <a:buChar char="•"/>
              <a:defRPr/>
            </a:lvl7pPr>
            <a:lvl8pPr indent="-342900" lvl="7" marL="3657600" rtl="0" algn="l">
              <a:lnSpc>
                <a:spcPct val="90000"/>
              </a:lnSpc>
              <a:spcBef>
                <a:spcPts val="500"/>
              </a:spcBef>
              <a:spcAft>
                <a:spcPts val="0"/>
              </a:spcAft>
              <a:buClr>
                <a:schemeClr val="dk1"/>
              </a:buClr>
              <a:buSzPts val="1800"/>
              <a:buChar char="•"/>
              <a:defRPr/>
            </a:lvl8pPr>
            <a:lvl9pPr indent="-342900" lvl="8" marL="4114800" rtl="0" algn="l">
              <a:lnSpc>
                <a:spcPct val="90000"/>
              </a:lnSpc>
              <a:spcBef>
                <a:spcPts val="500"/>
              </a:spcBef>
              <a:spcAft>
                <a:spcPts val="0"/>
              </a:spcAft>
              <a:buClr>
                <a:schemeClr val="dk1"/>
              </a:buClr>
              <a:buSzPts val="1800"/>
              <a:buChar char="•"/>
              <a:defRPr/>
            </a:lvl9pPr>
          </a:lstStyle>
          <a:p/>
        </p:txBody>
      </p:sp>
      <p:sp>
        <p:nvSpPr>
          <p:cNvPr id="233" name="Google Shape;233;p17"/>
          <p:cNvSpPr/>
          <p:nvPr/>
        </p:nvSpPr>
        <p:spPr>
          <a:xfrm rot="4680922">
            <a:off x="16258996" y="8270737"/>
            <a:ext cx="2633939" cy="2523793"/>
          </a:xfrm>
          <a:custGeom>
            <a:rect b="b" l="l" r="r" t="t"/>
            <a:pathLst>
              <a:path extrusionOk="0" h="2525609" w="2635834">
                <a:moveTo>
                  <a:pt x="0" y="0"/>
                </a:moveTo>
                <a:lnTo>
                  <a:pt x="2635835" y="0"/>
                </a:lnTo>
                <a:lnTo>
                  <a:pt x="2635835" y="2525608"/>
                </a:lnTo>
                <a:lnTo>
                  <a:pt x="0" y="2525608"/>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34" name="Google Shape;234;p17"/>
          <p:cNvSpPr/>
          <p:nvPr/>
        </p:nvSpPr>
        <p:spPr>
          <a:xfrm>
            <a:off x="16605940" y="6291738"/>
            <a:ext cx="3505909" cy="3416667"/>
          </a:xfrm>
          <a:custGeom>
            <a:rect b="b" l="l" r="r" t="t"/>
            <a:pathLst>
              <a:path extrusionOk="0" h="3416667" w="3505909">
                <a:moveTo>
                  <a:pt x="0" y="0"/>
                </a:moveTo>
                <a:lnTo>
                  <a:pt x="3505909" y="0"/>
                </a:lnTo>
                <a:lnTo>
                  <a:pt x="3505909" y="3416668"/>
                </a:lnTo>
                <a:lnTo>
                  <a:pt x="0" y="341666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35" name="Google Shape;235;p17"/>
          <p:cNvSpPr/>
          <p:nvPr/>
        </p:nvSpPr>
        <p:spPr>
          <a:xfrm rot="7856596">
            <a:off x="16674143" y="5867925"/>
            <a:ext cx="2242638" cy="2087692"/>
          </a:xfrm>
          <a:custGeom>
            <a:rect b="b" l="l" r="r" t="t"/>
            <a:pathLst>
              <a:path extrusionOk="0" h="2088684" w="2243704">
                <a:moveTo>
                  <a:pt x="0" y="0"/>
                </a:moveTo>
                <a:lnTo>
                  <a:pt x="2243704" y="0"/>
                </a:lnTo>
                <a:lnTo>
                  <a:pt x="2243704" y="2088684"/>
                </a:lnTo>
                <a:lnTo>
                  <a:pt x="0" y="2088684"/>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36" name="Google Shape;236;p17"/>
          <p:cNvSpPr/>
          <p:nvPr/>
        </p:nvSpPr>
        <p:spPr>
          <a:xfrm rot="-457384">
            <a:off x="16709537" y="1053882"/>
            <a:ext cx="3152091" cy="3020275"/>
          </a:xfrm>
          <a:custGeom>
            <a:rect b="b" l="l" r="r" t="t"/>
            <a:pathLst>
              <a:path extrusionOk="0" h="3023821" w="3155791">
                <a:moveTo>
                  <a:pt x="0" y="0"/>
                </a:moveTo>
                <a:lnTo>
                  <a:pt x="3155790" y="0"/>
                </a:lnTo>
                <a:lnTo>
                  <a:pt x="3155790" y="3023821"/>
                </a:lnTo>
                <a:lnTo>
                  <a:pt x="0" y="3023821"/>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37" name="Google Shape;237;p17"/>
          <p:cNvSpPr/>
          <p:nvPr/>
        </p:nvSpPr>
        <p:spPr>
          <a:xfrm rot="1293721">
            <a:off x="15391323" y="-527932"/>
            <a:ext cx="2265549" cy="1919539"/>
          </a:xfrm>
          <a:custGeom>
            <a:rect b="b" l="l" r="r" t="t"/>
            <a:pathLst>
              <a:path extrusionOk="0" h="1919581" w="2265599">
                <a:moveTo>
                  <a:pt x="0" y="0"/>
                </a:moveTo>
                <a:lnTo>
                  <a:pt x="2265600" y="0"/>
                </a:lnTo>
                <a:lnTo>
                  <a:pt x="2265600" y="1919581"/>
                </a:lnTo>
                <a:lnTo>
                  <a:pt x="0" y="1919581"/>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38" name="Google Shape;238;p17"/>
          <p:cNvSpPr/>
          <p:nvPr/>
        </p:nvSpPr>
        <p:spPr>
          <a:xfrm rot="7624232">
            <a:off x="17158673" y="1321161"/>
            <a:ext cx="1938210" cy="1804297"/>
          </a:xfrm>
          <a:custGeom>
            <a:rect b="b" l="l" r="r" t="t"/>
            <a:pathLst>
              <a:path extrusionOk="0" h="1805189" w="1939168">
                <a:moveTo>
                  <a:pt x="0" y="0"/>
                </a:moveTo>
                <a:lnTo>
                  <a:pt x="1939169" y="0"/>
                </a:lnTo>
                <a:lnTo>
                  <a:pt x="1939169" y="1805189"/>
                </a:lnTo>
                <a:lnTo>
                  <a:pt x="0" y="1805189"/>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39" name="Google Shape;239;p17"/>
          <p:cNvSpPr/>
          <p:nvPr/>
        </p:nvSpPr>
        <p:spPr>
          <a:xfrm>
            <a:off x="7687907" y="30602"/>
            <a:ext cx="2912186" cy="1012162"/>
          </a:xfrm>
          <a:custGeom>
            <a:rect b="b" l="l" r="r" t="t"/>
            <a:pathLst>
              <a:path extrusionOk="0" h="1012162" w="2912186">
                <a:moveTo>
                  <a:pt x="0" y="0"/>
                </a:moveTo>
                <a:lnTo>
                  <a:pt x="2912186" y="0"/>
                </a:lnTo>
                <a:lnTo>
                  <a:pt x="2912186" y="1012162"/>
                </a:lnTo>
                <a:lnTo>
                  <a:pt x="0" y="1012162"/>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40" name="Google Shape;240;p17"/>
          <p:cNvSpPr/>
          <p:nvPr/>
        </p:nvSpPr>
        <p:spPr>
          <a:xfrm>
            <a:off x="-1249582" y="4137531"/>
            <a:ext cx="2499164" cy="5513691"/>
          </a:xfrm>
          <a:custGeom>
            <a:rect b="b" l="l" r="r" t="t"/>
            <a:pathLst>
              <a:path extrusionOk="0" h="2394654" w="2499164">
                <a:moveTo>
                  <a:pt x="0" y="0"/>
                </a:moveTo>
                <a:lnTo>
                  <a:pt x="2499165" y="0"/>
                </a:lnTo>
                <a:lnTo>
                  <a:pt x="2499165" y="2394654"/>
                </a:lnTo>
                <a:lnTo>
                  <a:pt x="0" y="2394654"/>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41" name="Google Shape;241;p17"/>
          <p:cNvSpPr/>
          <p:nvPr/>
        </p:nvSpPr>
        <p:spPr>
          <a:xfrm rot="1293721">
            <a:off x="-368700" y="7879223"/>
            <a:ext cx="2430227" cy="2059065"/>
          </a:xfrm>
          <a:custGeom>
            <a:rect b="b" l="l" r="r" t="t"/>
            <a:pathLst>
              <a:path extrusionOk="0" h="2059110" w="2430280">
                <a:moveTo>
                  <a:pt x="0" y="0"/>
                </a:moveTo>
                <a:lnTo>
                  <a:pt x="2430281" y="0"/>
                </a:lnTo>
                <a:lnTo>
                  <a:pt x="2430281" y="2059110"/>
                </a:lnTo>
                <a:lnTo>
                  <a:pt x="0" y="205911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42" name="Google Shape;242;p17"/>
          <p:cNvSpPr/>
          <p:nvPr/>
        </p:nvSpPr>
        <p:spPr>
          <a:xfrm rot="7856596">
            <a:off x="-753479" y="4673411"/>
            <a:ext cx="1600194" cy="1645248"/>
          </a:xfrm>
          <a:custGeom>
            <a:rect b="b" l="l" r="r" t="t"/>
            <a:pathLst>
              <a:path extrusionOk="0" h="1490343" w="1600955">
                <a:moveTo>
                  <a:pt x="0" y="0"/>
                </a:moveTo>
                <a:lnTo>
                  <a:pt x="1600954" y="0"/>
                </a:lnTo>
                <a:lnTo>
                  <a:pt x="1600954" y="1490343"/>
                </a:lnTo>
                <a:lnTo>
                  <a:pt x="0" y="1490343"/>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43" name="Google Shape;243;p17"/>
          <p:cNvSpPr/>
          <p:nvPr/>
        </p:nvSpPr>
        <p:spPr>
          <a:xfrm rot="-2489324">
            <a:off x="754886" y="-208799"/>
            <a:ext cx="1883647" cy="1685937"/>
          </a:xfrm>
          <a:custGeom>
            <a:rect b="b" l="l" r="r" t="t"/>
            <a:pathLst>
              <a:path extrusionOk="0" h="1494392" w="1763767">
                <a:moveTo>
                  <a:pt x="0" y="0"/>
                </a:moveTo>
                <a:lnTo>
                  <a:pt x="1763767" y="0"/>
                </a:lnTo>
                <a:lnTo>
                  <a:pt x="1763767" y="1494392"/>
                </a:lnTo>
                <a:lnTo>
                  <a:pt x="0" y="149439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44" name="Google Shape;244;p17"/>
          <p:cNvSpPr/>
          <p:nvPr/>
        </p:nvSpPr>
        <p:spPr>
          <a:xfrm>
            <a:off x="-613526" y="-932654"/>
            <a:ext cx="2611902" cy="2596667"/>
          </a:xfrm>
          <a:custGeom>
            <a:rect b="b" l="l" r="r" t="t"/>
            <a:pathLst>
              <a:path extrusionOk="0" h="3416667" w="3505909">
                <a:moveTo>
                  <a:pt x="0" y="0"/>
                </a:moveTo>
                <a:lnTo>
                  <a:pt x="3505909" y="0"/>
                </a:lnTo>
                <a:lnTo>
                  <a:pt x="3505909" y="3416668"/>
                </a:lnTo>
                <a:lnTo>
                  <a:pt x="0" y="341666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r Titel" type="titleOnly">
  <p:cSld name="TITLE_ONLY">
    <p:spTree>
      <p:nvGrpSpPr>
        <p:cNvPr id="245" name="Shape 245"/>
        <p:cNvGrpSpPr/>
        <p:nvPr/>
      </p:nvGrpSpPr>
      <p:grpSpPr>
        <a:xfrm>
          <a:off x="0" y="0"/>
          <a:ext cx="0" cy="0"/>
          <a:chOff x="0" y="0"/>
          <a:chExt cx="0" cy="0"/>
        </a:xfrm>
      </p:grpSpPr>
      <p:sp>
        <p:nvSpPr>
          <p:cNvPr id="246" name="Google Shape;246;p18"/>
          <p:cNvSpPr txBox="1"/>
          <p:nvPr>
            <p:ph type="title"/>
          </p:nvPr>
        </p:nvSpPr>
        <p:spPr>
          <a:xfrm>
            <a:off x="1944000" y="1322140"/>
            <a:ext cx="14400000" cy="12600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47" name="Google Shape;247;p18"/>
          <p:cNvSpPr/>
          <p:nvPr/>
        </p:nvSpPr>
        <p:spPr>
          <a:xfrm>
            <a:off x="7687907" y="30602"/>
            <a:ext cx="2912186" cy="1012162"/>
          </a:xfrm>
          <a:custGeom>
            <a:rect b="b" l="l" r="r" t="t"/>
            <a:pathLst>
              <a:path extrusionOk="0" h="1012162" w="2912186">
                <a:moveTo>
                  <a:pt x="0" y="0"/>
                </a:moveTo>
                <a:lnTo>
                  <a:pt x="2912186" y="0"/>
                </a:lnTo>
                <a:lnTo>
                  <a:pt x="2912186" y="1012162"/>
                </a:lnTo>
                <a:lnTo>
                  <a:pt x="0" y="1012162"/>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48" name="Google Shape;248;p18"/>
          <p:cNvSpPr/>
          <p:nvPr/>
        </p:nvSpPr>
        <p:spPr>
          <a:xfrm rot="-2485420">
            <a:off x="634753" y="-129720"/>
            <a:ext cx="2099337" cy="2019466"/>
          </a:xfrm>
          <a:custGeom>
            <a:rect b="b" l="l" r="r" t="t"/>
            <a:pathLst>
              <a:path extrusionOk="0" h="1494392" w="1763767">
                <a:moveTo>
                  <a:pt x="0" y="0"/>
                </a:moveTo>
                <a:lnTo>
                  <a:pt x="1763767" y="0"/>
                </a:lnTo>
                <a:lnTo>
                  <a:pt x="1763767" y="1494392"/>
                </a:lnTo>
                <a:lnTo>
                  <a:pt x="0" y="1494392"/>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49" name="Google Shape;249;p18"/>
          <p:cNvSpPr/>
          <p:nvPr/>
        </p:nvSpPr>
        <p:spPr>
          <a:xfrm>
            <a:off x="92944" y="6032092"/>
            <a:ext cx="2499164" cy="2394654"/>
          </a:xfrm>
          <a:custGeom>
            <a:rect b="b" l="l" r="r" t="t"/>
            <a:pathLst>
              <a:path extrusionOk="0" h="2394654" w="2499164">
                <a:moveTo>
                  <a:pt x="0" y="0"/>
                </a:moveTo>
                <a:lnTo>
                  <a:pt x="2499165" y="0"/>
                </a:lnTo>
                <a:lnTo>
                  <a:pt x="2499165" y="2394654"/>
                </a:lnTo>
                <a:lnTo>
                  <a:pt x="0" y="2394654"/>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50" name="Google Shape;250;p18"/>
          <p:cNvSpPr/>
          <p:nvPr/>
        </p:nvSpPr>
        <p:spPr>
          <a:xfrm rot="4680922">
            <a:off x="16258996" y="8270737"/>
            <a:ext cx="2633939" cy="2523793"/>
          </a:xfrm>
          <a:custGeom>
            <a:rect b="b" l="l" r="r" t="t"/>
            <a:pathLst>
              <a:path extrusionOk="0" h="2525609" w="2635834">
                <a:moveTo>
                  <a:pt x="0" y="0"/>
                </a:moveTo>
                <a:lnTo>
                  <a:pt x="2635835" y="0"/>
                </a:lnTo>
                <a:lnTo>
                  <a:pt x="2635835" y="2525608"/>
                </a:lnTo>
                <a:lnTo>
                  <a:pt x="0" y="2525608"/>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51" name="Google Shape;251;p18"/>
          <p:cNvSpPr/>
          <p:nvPr/>
        </p:nvSpPr>
        <p:spPr>
          <a:xfrm>
            <a:off x="-817599" y="-741416"/>
            <a:ext cx="2909904" cy="3109167"/>
          </a:xfrm>
          <a:custGeom>
            <a:rect b="b" l="l" r="r" t="t"/>
            <a:pathLst>
              <a:path extrusionOk="0" h="3416667" w="3505909">
                <a:moveTo>
                  <a:pt x="0" y="0"/>
                </a:moveTo>
                <a:lnTo>
                  <a:pt x="3505909" y="0"/>
                </a:lnTo>
                <a:lnTo>
                  <a:pt x="3505909" y="3416668"/>
                </a:lnTo>
                <a:lnTo>
                  <a:pt x="0" y="3416668"/>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52" name="Google Shape;252;p18"/>
          <p:cNvSpPr/>
          <p:nvPr/>
        </p:nvSpPr>
        <p:spPr>
          <a:xfrm rot="-5590790">
            <a:off x="15833050" y="712614"/>
            <a:ext cx="2349660" cy="2305070"/>
          </a:xfrm>
          <a:custGeom>
            <a:rect b="b" l="l" r="r" t="t"/>
            <a:pathLst>
              <a:path extrusionOk="0" h="2032289" w="2085371">
                <a:moveTo>
                  <a:pt x="0" y="0"/>
                </a:moveTo>
                <a:lnTo>
                  <a:pt x="2085371" y="0"/>
                </a:lnTo>
                <a:lnTo>
                  <a:pt x="2085371" y="2032289"/>
                </a:lnTo>
                <a:lnTo>
                  <a:pt x="0" y="2032289"/>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53" name="Google Shape;253;p18"/>
          <p:cNvSpPr/>
          <p:nvPr/>
        </p:nvSpPr>
        <p:spPr>
          <a:xfrm rot="7856596">
            <a:off x="127580" y="7227910"/>
            <a:ext cx="1600194" cy="1489635"/>
          </a:xfrm>
          <a:custGeom>
            <a:rect b="b" l="l" r="r" t="t"/>
            <a:pathLst>
              <a:path extrusionOk="0" h="1490343" w="1600955">
                <a:moveTo>
                  <a:pt x="0" y="0"/>
                </a:moveTo>
                <a:lnTo>
                  <a:pt x="1600954" y="0"/>
                </a:lnTo>
                <a:lnTo>
                  <a:pt x="1600954" y="1490343"/>
                </a:lnTo>
                <a:lnTo>
                  <a:pt x="0" y="1490343"/>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54" name="Google Shape;254;p18"/>
          <p:cNvSpPr/>
          <p:nvPr/>
        </p:nvSpPr>
        <p:spPr>
          <a:xfrm rot="7856596">
            <a:off x="15932128" y="7384632"/>
            <a:ext cx="2242638" cy="2087692"/>
          </a:xfrm>
          <a:custGeom>
            <a:rect b="b" l="l" r="r" t="t"/>
            <a:pathLst>
              <a:path extrusionOk="0" h="2088684" w="2243704">
                <a:moveTo>
                  <a:pt x="0" y="0"/>
                </a:moveTo>
                <a:lnTo>
                  <a:pt x="2243704" y="0"/>
                </a:lnTo>
                <a:lnTo>
                  <a:pt x="2243704" y="2088684"/>
                </a:lnTo>
                <a:lnTo>
                  <a:pt x="0" y="2088684"/>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55" name="Google Shape;255;p18"/>
          <p:cNvSpPr/>
          <p:nvPr/>
        </p:nvSpPr>
        <p:spPr>
          <a:xfrm rot="1298099">
            <a:off x="15384765" y="-544577"/>
            <a:ext cx="2534796" cy="2152126"/>
          </a:xfrm>
          <a:custGeom>
            <a:rect b="b" l="l" r="r" t="t"/>
            <a:pathLst>
              <a:path extrusionOk="0" h="1919581" w="2265599">
                <a:moveTo>
                  <a:pt x="0" y="0"/>
                </a:moveTo>
                <a:lnTo>
                  <a:pt x="2265600" y="0"/>
                </a:lnTo>
                <a:lnTo>
                  <a:pt x="2265600" y="1919581"/>
                </a:lnTo>
                <a:lnTo>
                  <a:pt x="0" y="1919581"/>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56" name="Google Shape;256;p18"/>
          <p:cNvSpPr/>
          <p:nvPr/>
        </p:nvSpPr>
        <p:spPr>
          <a:xfrm rot="-2483776">
            <a:off x="16953094" y="4768514"/>
            <a:ext cx="2033793" cy="1619856"/>
          </a:xfrm>
          <a:custGeom>
            <a:rect b="b" l="l" r="r" t="t"/>
            <a:pathLst>
              <a:path extrusionOk="0" h="1494392" w="1763767">
                <a:moveTo>
                  <a:pt x="0" y="0"/>
                </a:moveTo>
                <a:lnTo>
                  <a:pt x="1763767" y="0"/>
                </a:lnTo>
                <a:lnTo>
                  <a:pt x="1763767" y="1494392"/>
                </a:lnTo>
                <a:lnTo>
                  <a:pt x="0" y="1494392"/>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57" name="Google Shape;257;p18"/>
          <p:cNvSpPr/>
          <p:nvPr/>
        </p:nvSpPr>
        <p:spPr>
          <a:xfrm rot="1298666">
            <a:off x="296495" y="7887460"/>
            <a:ext cx="3294442" cy="2752101"/>
          </a:xfrm>
          <a:custGeom>
            <a:rect b="b" l="l" r="r" t="t"/>
            <a:pathLst>
              <a:path extrusionOk="0" h="2059110" w="2430280">
                <a:moveTo>
                  <a:pt x="0" y="0"/>
                </a:moveTo>
                <a:lnTo>
                  <a:pt x="2430281" y="0"/>
                </a:lnTo>
                <a:lnTo>
                  <a:pt x="2430281" y="2059110"/>
                </a:lnTo>
                <a:lnTo>
                  <a:pt x="0" y="205911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58" name="Google Shape;258;p18"/>
          <p:cNvSpPr/>
          <p:nvPr/>
        </p:nvSpPr>
        <p:spPr>
          <a:xfrm rot="2040352">
            <a:off x="17722983" y="-359193"/>
            <a:ext cx="1707631" cy="1936407"/>
          </a:xfrm>
          <a:custGeom>
            <a:rect b="b" l="l" r="r" t="t"/>
            <a:pathLst>
              <a:path extrusionOk="0" h="1805189" w="1939168">
                <a:moveTo>
                  <a:pt x="0" y="0"/>
                </a:moveTo>
                <a:lnTo>
                  <a:pt x="1939169" y="0"/>
                </a:lnTo>
                <a:lnTo>
                  <a:pt x="1939169" y="1805189"/>
                </a:lnTo>
                <a:lnTo>
                  <a:pt x="0" y="1805189"/>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halt mit Überschrift" type="objTx">
  <p:cSld name="OBJECT_WITH_CAPTION_TEXT">
    <p:spTree>
      <p:nvGrpSpPr>
        <p:cNvPr id="259" name="Shape 259"/>
        <p:cNvGrpSpPr/>
        <p:nvPr/>
      </p:nvGrpSpPr>
      <p:grpSpPr>
        <a:xfrm>
          <a:off x="0" y="0"/>
          <a:ext cx="0" cy="0"/>
          <a:chOff x="0" y="0"/>
          <a:chExt cx="0" cy="0"/>
        </a:xfrm>
      </p:grpSpPr>
      <p:sp>
        <p:nvSpPr>
          <p:cNvPr id="260" name="Google Shape;260;p19"/>
          <p:cNvSpPr txBox="1"/>
          <p:nvPr>
            <p:ph type="title"/>
          </p:nvPr>
        </p:nvSpPr>
        <p:spPr>
          <a:xfrm>
            <a:off x="1944000" y="1481138"/>
            <a:ext cx="5235600" cy="1260000"/>
          </a:xfrm>
          <a:prstGeom prst="rect">
            <a:avLst/>
          </a:prstGeom>
          <a:noFill/>
          <a:ln>
            <a:noFill/>
          </a:ln>
        </p:spPr>
        <p:txBody>
          <a:bodyPr anchorCtr="0" anchor="b" bIns="45700" lIns="91425" spcFirstLastPara="1" rIns="91425" wrap="square" tIns="45700">
            <a:normAutofit/>
          </a:bodyPr>
          <a:lstStyle>
            <a:lvl1pPr lvl="0" rtl="0" algn="l">
              <a:lnSpc>
                <a:spcPct val="90000"/>
              </a:lnSpc>
              <a:spcBef>
                <a:spcPts val="0"/>
              </a:spcBef>
              <a:spcAft>
                <a:spcPts val="0"/>
              </a:spcAft>
              <a:buClr>
                <a:schemeClr val="dk1"/>
              </a:buClr>
              <a:buSzPts val="3200"/>
              <a:buFont typeface="Arial"/>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61" name="Google Shape;261;p19"/>
          <p:cNvSpPr txBox="1"/>
          <p:nvPr>
            <p:ph idx="1" type="body"/>
          </p:nvPr>
        </p:nvSpPr>
        <p:spPr>
          <a:xfrm>
            <a:off x="7775574" y="1481138"/>
            <a:ext cx="8568300" cy="7310400"/>
          </a:xfrm>
          <a:prstGeom prst="rect">
            <a:avLst/>
          </a:prstGeom>
          <a:noFill/>
          <a:ln>
            <a:noFill/>
          </a:ln>
        </p:spPr>
        <p:txBody>
          <a:bodyPr anchorCtr="0" anchor="t" bIns="45700" lIns="91425" spcFirstLastPara="1" rIns="91425" wrap="square" tIns="45700">
            <a:normAutofit/>
          </a:bodyPr>
          <a:lstStyle>
            <a:lvl1pPr indent="-431800" lvl="0" marL="457200" rtl="0" algn="l">
              <a:lnSpc>
                <a:spcPct val="90000"/>
              </a:lnSpc>
              <a:spcBef>
                <a:spcPts val="1000"/>
              </a:spcBef>
              <a:spcAft>
                <a:spcPts val="0"/>
              </a:spcAft>
              <a:buClr>
                <a:schemeClr val="dk1"/>
              </a:buClr>
              <a:buSzPts val="3200"/>
              <a:buChar char="•"/>
              <a:defRPr sz="3200"/>
            </a:lvl1pPr>
            <a:lvl2pPr indent="-406400" lvl="1" marL="914400" rtl="0" algn="l">
              <a:lnSpc>
                <a:spcPct val="90000"/>
              </a:lnSpc>
              <a:spcBef>
                <a:spcPts val="500"/>
              </a:spcBef>
              <a:spcAft>
                <a:spcPts val="0"/>
              </a:spcAft>
              <a:buClr>
                <a:schemeClr val="dk1"/>
              </a:buClr>
              <a:buSzPts val="2800"/>
              <a:buChar char="•"/>
              <a:defRPr sz="2800"/>
            </a:lvl2pPr>
            <a:lvl3pPr indent="-381000" lvl="2" marL="1371600" rtl="0" algn="l">
              <a:lnSpc>
                <a:spcPct val="90000"/>
              </a:lnSpc>
              <a:spcBef>
                <a:spcPts val="500"/>
              </a:spcBef>
              <a:spcAft>
                <a:spcPts val="0"/>
              </a:spcAft>
              <a:buClr>
                <a:schemeClr val="dk1"/>
              </a:buClr>
              <a:buSzPts val="2400"/>
              <a:buChar char="•"/>
              <a:defRPr sz="2400"/>
            </a:lvl3pPr>
            <a:lvl4pPr indent="-355600" lvl="3" marL="1828800" rtl="0" algn="l">
              <a:lnSpc>
                <a:spcPct val="90000"/>
              </a:lnSpc>
              <a:spcBef>
                <a:spcPts val="500"/>
              </a:spcBef>
              <a:spcAft>
                <a:spcPts val="0"/>
              </a:spcAft>
              <a:buClr>
                <a:schemeClr val="dk1"/>
              </a:buClr>
              <a:buSzPts val="2000"/>
              <a:buChar char="•"/>
              <a:defRPr sz="2000"/>
            </a:lvl4pPr>
            <a:lvl5pPr indent="-355600" lvl="4" marL="2286000" rtl="0" algn="l">
              <a:lnSpc>
                <a:spcPct val="90000"/>
              </a:lnSpc>
              <a:spcBef>
                <a:spcPts val="500"/>
              </a:spcBef>
              <a:spcAft>
                <a:spcPts val="0"/>
              </a:spcAft>
              <a:buClr>
                <a:schemeClr val="dk1"/>
              </a:buClr>
              <a:buSzPts val="2000"/>
              <a:buChar char="•"/>
              <a:defRPr sz="2000"/>
            </a:lvl5pPr>
            <a:lvl6pPr indent="-355600" lvl="5" marL="2743200" rtl="0" algn="l">
              <a:lnSpc>
                <a:spcPct val="90000"/>
              </a:lnSpc>
              <a:spcBef>
                <a:spcPts val="500"/>
              </a:spcBef>
              <a:spcAft>
                <a:spcPts val="0"/>
              </a:spcAft>
              <a:buClr>
                <a:schemeClr val="dk1"/>
              </a:buClr>
              <a:buSzPts val="2000"/>
              <a:buChar char="•"/>
              <a:defRPr sz="2000"/>
            </a:lvl6pPr>
            <a:lvl7pPr indent="-355600" lvl="6" marL="3200400" rtl="0" algn="l">
              <a:lnSpc>
                <a:spcPct val="90000"/>
              </a:lnSpc>
              <a:spcBef>
                <a:spcPts val="500"/>
              </a:spcBef>
              <a:spcAft>
                <a:spcPts val="0"/>
              </a:spcAft>
              <a:buClr>
                <a:schemeClr val="dk1"/>
              </a:buClr>
              <a:buSzPts val="2000"/>
              <a:buChar char="•"/>
              <a:defRPr sz="2000"/>
            </a:lvl7pPr>
            <a:lvl8pPr indent="-355600" lvl="7" marL="3657600" rtl="0" algn="l">
              <a:lnSpc>
                <a:spcPct val="90000"/>
              </a:lnSpc>
              <a:spcBef>
                <a:spcPts val="500"/>
              </a:spcBef>
              <a:spcAft>
                <a:spcPts val="0"/>
              </a:spcAft>
              <a:buClr>
                <a:schemeClr val="dk1"/>
              </a:buClr>
              <a:buSzPts val="2000"/>
              <a:buChar char="•"/>
              <a:defRPr sz="2000"/>
            </a:lvl8pPr>
            <a:lvl9pPr indent="-355600" lvl="8" marL="4114800" rtl="0" algn="l">
              <a:lnSpc>
                <a:spcPct val="90000"/>
              </a:lnSpc>
              <a:spcBef>
                <a:spcPts val="500"/>
              </a:spcBef>
              <a:spcAft>
                <a:spcPts val="0"/>
              </a:spcAft>
              <a:buClr>
                <a:schemeClr val="dk1"/>
              </a:buClr>
              <a:buSzPts val="2000"/>
              <a:buChar char="•"/>
              <a:defRPr sz="2000"/>
            </a:lvl9pPr>
          </a:lstStyle>
          <a:p/>
        </p:txBody>
      </p:sp>
      <p:sp>
        <p:nvSpPr>
          <p:cNvPr id="262" name="Google Shape;262;p19"/>
          <p:cNvSpPr txBox="1"/>
          <p:nvPr>
            <p:ph idx="2" type="body"/>
          </p:nvPr>
        </p:nvSpPr>
        <p:spPr>
          <a:xfrm>
            <a:off x="1944000" y="3086100"/>
            <a:ext cx="5214000" cy="5718300"/>
          </a:xfrm>
          <a:prstGeom prst="rect">
            <a:avLst/>
          </a:prstGeom>
          <a:noFill/>
          <a:ln>
            <a:noFill/>
          </a:ln>
        </p:spPr>
        <p:txBody>
          <a:bodyPr anchorCtr="0" anchor="t" bIns="45700" lIns="91425" spcFirstLastPara="1" rIns="91425" wrap="square" tIns="45700">
            <a:normAutofit/>
          </a:bodyPr>
          <a:lstStyle>
            <a:lvl1pPr indent="-228600" lvl="0" marL="457200" rtl="0" algn="l">
              <a:lnSpc>
                <a:spcPct val="90000"/>
              </a:lnSpc>
              <a:spcBef>
                <a:spcPts val="1000"/>
              </a:spcBef>
              <a:spcAft>
                <a:spcPts val="0"/>
              </a:spcAft>
              <a:buClr>
                <a:schemeClr val="dk1"/>
              </a:buClr>
              <a:buSzPts val="1600"/>
              <a:buNone/>
              <a:defRPr sz="1600"/>
            </a:lvl1pPr>
            <a:lvl2pPr indent="-228600" lvl="1" marL="914400" rtl="0" algn="l">
              <a:lnSpc>
                <a:spcPct val="90000"/>
              </a:lnSpc>
              <a:spcBef>
                <a:spcPts val="500"/>
              </a:spcBef>
              <a:spcAft>
                <a:spcPts val="0"/>
              </a:spcAft>
              <a:buClr>
                <a:schemeClr val="dk1"/>
              </a:buClr>
              <a:buSzPts val="1400"/>
              <a:buNone/>
              <a:defRPr sz="1400"/>
            </a:lvl2pPr>
            <a:lvl3pPr indent="-228600" lvl="2" marL="1371600" rtl="0" algn="l">
              <a:lnSpc>
                <a:spcPct val="90000"/>
              </a:lnSpc>
              <a:spcBef>
                <a:spcPts val="500"/>
              </a:spcBef>
              <a:spcAft>
                <a:spcPts val="0"/>
              </a:spcAft>
              <a:buClr>
                <a:schemeClr val="dk1"/>
              </a:buClr>
              <a:buSzPts val="1200"/>
              <a:buNone/>
              <a:defRPr sz="1200"/>
            </a:lvl3pPr>
            <a:lvl4pPr indent="-228600" lvl="3" marL="1828800" rtl="0" algn="l">
              <a:lnSpc>
                <a:spcPct val="90000"/>
              </a:lnSpc>
              <a:spcBef>
                <a:spcPts val="500"/>
              </a:spcBef>
              <a:spcAft>
                <a:spcPts val="0"/>
              </a:spcAft>
              <a:buClr>
                <a:schemeClr val="dk1"/>
              </a:buClr>
              <a:buSzPts val="1000"/>
              <a:buNone/>
              <a:defRPr sz="1000"/>
            </a:lvl4pPr>
            <a:lvl5pPr indent="-228600" lvl="4" marL="2286000" rtl="0" algn="l">
              <a:lnSpc>
                <a:spcPct val="90000"/>
              </a:lnSpc>
              <a:spcBef>
                <a:spcPts val="500"/>
              </a:spcBef>
              <a:spcAft>
                <a:spcPts val="0"/>
              </a:spcAft>
              <a:buClr>
                <a:schemeClr val="dk1"/>
              </a:buClr>
              <a:buSzPts val="1000"/>
              <a:buNone/>
              <a:defRPr sz="1000"/>
            </a:lvl5pPr>
            <a:lvl6pPr indent="-228600" lvl="5" marL="2743200" rtl="0" algn="l">
              <a:lnSpc>
                <a:spcPct val="90000"/>
              </a:lnSpc>
              <a:spcBef>
                <a:spcPts val="500"/>
              </a:spcBef>
              <a:spcAft>
                <a:spcPts val="0"/>
              </a:spcAft>
              <a:buClr>
                <a:schemeClr val="dk1"/>
              </a:buClr>
              <a:buSzPts val="1000"/>
              <a:buNone/>
              <a:defRPr sz="1000"/>
            </a:lvl6pPr>
            <a:lvl7pPr indent="-228600" lvl="6" marL="3200400" rtl="0" algn="l">
              <a:lnSpc>
                <a:spcPct val="90000"/>
              </a:lnSpc>
              <a:spcBef>
                <a:spcPts val="500"/>
              </a:spcBef>
              <a:spcAft>
                <a:spcPts val="0"/>
              </a:spcAft>
              <a:buClr>
                <a:schemeClr val="dk1"/>
              </a:buClr>
              <a:buSzPts val="1000"/>
              <a:buNone/>
              <a:defRPr sz="1000"/>
            </a:lvl7pPr>
            <a:lvl8pPr indent="-228600" lvl="7" marL="3657600" rtl="0" algn="l">
              <a:lnSpc>
                <a:spcPct val="90000"/>
              </a:lnSpc>
              <a:spcBef>
                <a:spcPts val="500"/>
              </a:spcBef>
              <a:spcAft>
                <a:spcPts val="0"/>
              </a:spcAft>
              <a:buClr>
                <a:schemeClr val="dk1"/>
              </a:buClr>
              <a:buSzPts val="1000"/>
              <a:buNone/>
              <a:defRPr sz="1000"/>
            </a:lvl8pPr>
            <a:lvl9pPr indent="-228600" lvl="8" marL="4114800" rtl="0" algn="l">
              <a:lnSpc>
                <a:spcPct val="90000"/>
              </a:lnSpc>
              <a:spcBef>
                <a:spcPts val="500"/>
              </a:spcBef>
              <a:spcAft>
                <a:spcPts val="0"/>
              </a:spcAft>
              <a:buClr>
                <a:schemeClr val="dk1"/>
              </a:buClr>
              <a:buSzPts val="1000"/>
              <a:buNone/>
              <a:defRPr sz="1000"/>
            </a:lvl9pPr>
          </a:lstStyle>
          <a:p/>
        </p:txBody>
      </p:sp>
      <p:sp>
        <p:nvSpPr>
          <p:cNvPr id="263" name="Google Shape;263;p19"/>
          <p:cNvSpPr/>
          <p:nvPr/>
        </p:nvSpPr>
        <p:spPr>
          <a:xfrm>
            <a:off x="7687907" y="30602"/>
            <a:ext cx="2912186" cy="1012162"/>
          </a:xfrm>
          <a:custGeom>
            <a:rect b="b" l="l" r="r" t="t"/>
            <a:pathLst>
              <a:path extrusionOk="0" h="1012162" w="2912186">
                <a:moveTo>
                  <a:pt x="0" y="0"/>
                </a:moveTo>
                <a:lnTo>
                  <a:pt x="2912186" y="0"/>
                </a:lnTo>
                <a:lnTo>
                  <a:pt x="2912186" y="1012162"/>
                </a:lnTo>
                <a:lnTo>
                  <a:pt x="0" y="1012162"/>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64" name="Google Shape;264;p19"/>
          <p:cNvSpPr/>
          <p:nvPr/>
        </p:nvSpPr>
        <p:spPr>
          <a:xfrm>
            <a:off x="-988817" y="7307032"/>
            <a:ext cx="2499164" cy="2394654"/>
          </a:xfrm>
          <a:custGeom>
            <a:rect b="b" l="l" r="r" t="t"/>
            <a:pathLst>
              <a:path extrusionOk="0" h="2394654" w="2499164">
                <a:moveTo>
                  <a:pt x="0" y="0"/>
                </a:moveTo>
                <a:lnTo>
                  <a:pt x="2499165" y="0"/>
                </a:lnTo>
                <a:lnTo>
                  <a:pt x="2499165" y="2394654"/>
                </a:lnTo>
                <a:lnTo>
                  <a:pt x="0" y="239465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65" name="Google Shape;265;p19"/>
          <p:cNvSpPr/>
          <p:nvPr/>
        </p:nvSpPr>
        <p:spPr>
          <a:xfrm rot="4680922">
            <a:off x="16258996" y="8270737"/>
            <a:ext cx="2633939" cy="2523793"/>
          </a:xfrm>
          <a:custGeom>
            <a:rect b="b" l="l" r="r" t="t"/>
            <a:pathLst>
              <a:path extrusionOk="0" h="2525609" w="2635834">
                <a:moveTo>
                  <a:pt x="0" y="0"/>
                </a:moveTo>
                <a:lnTo>
                  <a:pt x="2635835" y="0"/>
                </a:lnTo>
                <a:lnTo>
                  <a:pt x="2635835" y="2525608"/>
                </a:lnTo>
                <a:lnTo>
                  <a:pt x="0" y="252560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66" name="Google Shape;266;p19"/>
          <p:cNvSpPr/>
          <p:nvPr/>
        </p:nvSpPr>
        <p:spPr>
          <a:xfrm>
            <a:off x="-344695" y="-103733"/>
            <a:ext cx="2799611" cy="2535281"/>
          </a:xfrm>
          <a:custGeom>
            <a:rect b="b" l="l" r="r" t="t"/>
            <a:pathLst>
              <a:path extrusionOk="0" h="2032289" w="2085371">
                <a:moveTo>
                  <a:pt x="0" y="0"/>
                </a:moveTo>
                <a:lnTo>
                  <a:pt x="2085371" y="0"/>
                </a:lnTo>
                <a:lnTo>
                  <a:pt x="2085371" y="2032289"/>
                </a:lnTo>
                <a:lnTo>
                  <a:pt x="0" y="2032289"/>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67" name="Google Shape;267;p19"/>
          <p:cNvSpPr/>
          <p:nvPr/>
        </p:nvSpPr>
        <p:spPr>
          <a:xfrm rot="7856596">
            <a:off x="185924" y="172356"/>
            <a:ext cx="1600194" cy="1489635"/>
          </a:xfrm>
          <a:custGeom>
            <a:rect b="b" l="l" r="r" t="t"/>
            <a:pathLst>
              <a:path extrusionOk="0" h="1490343" w="1600955">
                <a:moveTo>
                  <a:pt x="0" y="0"/>
                </a:moveTo>
                <a:lnTo>
                  <a:pt x="1600954" y="0"/>
                </a:lnTo>
                <a:lnTo>
                  <a:pt x="1600954" y="1490343"/>
                </a:lnTo>
                <a:lnTo>
                  <a:pt x="0" y="1490343"/>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68" name="Google Shape;268;p19"/>
          <p:cNvSpPr/>
          <p:nvPr/>
        </p:nvSpPr>
        <p:spPr>
          <a:xfrm rot="-457384">
            <a:off x="16930895" y="-284784"/>
            <a:ext cx="3152091" cy="3844536"/>
          </a:xfrm>
          <a:custGeom>
            <a:rect b="b" l="l" r="r" t="t"/>
            <a:pathLst>
              <a:path extrusionOk="0" h="3023821" w="3155791">
                <a:moveTo>
                  <a:pt x="0" y="0"/>
                </a:moveTo>
                <a:lnTo>
                  <a:pt x="3155790" y="0"/>
                </a:lnTo>
                <a:lnTo>
                  <a:pt x="3155790" y="3023821"/>
                </a:lnTo>
                <a:lnTo>
                  <a:pt x="0" y="3023821"/>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69" name="Google Shape;269;p19"/>
          <p:cNvSpPr/>
          <p:nvPr/>
        </p:nvSpPr>
        <p:spPr>
          <a:xfrm rot="1293721">
            <a:off x="15430147" y="-256075"/>
            <a:ext cx="2265549" cy="1919539"/>
          </a:xfrm>
          <a:custGeom>
            <a:rect b="b" l="l" r="r" t="t"/>
            <a:pathLst>
              <a:path extrusionOk="0" h="1919581" w="2265599">
                <a:moveTo>
                  <a:pt x="0" y="0"/>
                </a:moveTo>
                <a:lnTo>
                  <a:pt x="2265600" y="0"/>
                </a:lnTo>
                <a:lnTo>
                  <a:pt x="2265600" y="1919581"/>
                </a:lnTo>
                <a:lnTo>
                  <a:pt x="0" y="1919581"/>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70" name="Google Shape;270;p19"/>
          <p:cNvSpPr/>
          <p:nvPr/>
        </p:nvSpPr>
        <p:spPr>
          <a:xfrm rot="-2487314">
            <a:off x="1743136" y="-107524"/>
            <a:ext cx="1765007" cy="1495442"/>
          </a:xfrm>
          <a:custGeom>
            <a:rect b="b" l="l" r="r" t="t"/>
            <a:pathLst>
              <a:path extrusionOk="0" h="1494392" w="1763767">
                <a:moveTo>
                  <a:pt x="0" y="0"/>
                </a:moveTo>
                <a:lnTo>
                  <a:pt x="1763767" y="0"/>
                </a:lnTo>
                <a:lnTo>
                  <a:pt x="1763767" y="1494392"/>
                </a:lnTo>
                <a:lnTo>
                  <a:pt x="0" y="1494392"/>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71" name="Google Shape;271;p19"/>
          <p:cNvSpPr/>
          <p:nvPr/>
        </p:nvSpPr>
        <p:spPr>
          <a:xfrm rot="1293721">
            <a:off x="-1076941" y="5864789"/>
            <a:ext cx="2430227" cy="2059065"/>
          </a:xfrm>
          <a:custGeom>
            <a:rect b="b" l="l" r="r" t="t"/>
            <a:pathLst>
              <a:path extrusionOk="0" h="2059110" w="2430280">
                <a:moveTo>
                  <a:pt x="0" y="0"/>
                </a:moveTo>
                <a:lnTo>
                  <a:pt x="2430281" y="0"/>
                </a:lnTo>
                <a:lnTo>
                  <a:pt x="2430281" y="2059110"/>
                </a:lnTo>
                <a:lnTo>
                  <a:pt x="0" y="2059110"/>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72" name="Google Shape;272;p19"/>
          <p:cNvSpPr/>
          <p:nvPr/>
        </p:nvSpPr>
        <p:spPr>
          <a:xfrm rot="1593903">
            <a:off x="17343677" y="1208308"/>
            <a:ext cx="1940410" cy="1806345"/>
          </a:xfrm>
          <a:custGeom>
            <a:rect b="b" l="l" r="r" t="t"/>
            <a:pathLst>
              <a:path extrusionOk="0" h="1805189" w="1939168">
                <a:moveTo>
                  <a:pt x="0" y="0"/>
                </a:moveTo>
                <a:lnTo>
                  <a:pt x="1939169" y="0"/>
                </a:lnTo>
                <a:lnTo>
                  <a:pt x="1939169" y="1805189"/>
                </a:lnTo>
                <a:lnTo>
                  <a:pt x="0" y="1805189"/>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73" name="Google Shape;273;p19"/>
          <p:cNvSpPr/>
          <p:nvPr/>
        </p:nvSpPr>
        <p:spPr>
          <a:xfrm rot="8000252">
            <a:off x="17047271" y="6736311"/>
            <a:ext cx="2795506" cy="2533916"/>
          </a:xfrm>
          <a:custGeom>
            <a:rect b="b" l="l" r="r" t="t"/>
            <a:pathLst>
              <a:path extrusionOk="0" h="2032289" w="2085371">
                <a:moveTo>
                  <a:pt x="0" y="0"/>
                </a:moveTo>
                <a:lnTo>
                  <a:pt x="2085371" y="0"/>
                </a:lnTo>
                <a:lnTo>
                  <a:pt x="2085371" y="2032289"/>
                </a:lnTo>
                <a:lnTo>
                  <a:pt x="0" y="2032289"/>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74" name="Google Shape;274;p19"/>
          <p:cNvSpPr/>
          <p:nvPr/>
        </p:nvSpPr>
        <p:spPr>
          <a:xfrm rot="7856596">
            <a:off x="16253406" y="8187835"/>
            <a:ext cx="2242638" cy="2087692"/>
          </a:xfrm>
          <a:custGeom>
            <a:rect b="b" l="l" r="r" t="t"/>
            <a:pathLst>
              <a:path extrusionOk="0" h="2088684" w="2243704">
                <a:moveTo>
                  <a:pt x="0" y="0"/>
                </a:moveTo>
                <a:lnTo>
                  <a:pt x="2243704" y="0"/>
                </a:lnTo>
                <a:lnTo>
                  <a:pt x="2243704" y="2088684"/>
                </a:lnTo>
                <a:lnTo>
                  <a:pt x="0" y="2088684"/>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ld mit Überschrift">
  <p:cSld name="Bild mit Überschrift">
    <p:spTree>
      <p:nvGrpSpPr>
        <p:cNvPr id="275" name="Shape 275"/>
        <p:cNvGrpSpPr/>
        <p:nvPr/>
      </p:nvGrpSpPr>
      <p:grpSpPr>
        <a:xfrm>
          <a:off x="0" y="0"/>
          <a:ext cx="0" cy="0"/>
          <a:chOff x="0" y="0"/>
          <a:chExt cx="0" cy="0"/>
        </a:xfrm>
      </p:grpSpPr>
      <p:sp>
        <p:nvSpPr>
          <p:cNvPr id="276" name="Google Shape;276;p20"/>
          <p:cNvSpPr/>
          <p:nvPr>
            <p:ph idx="2" type="pic"/>
          </p:nvPr>
        </p:nvSpPr>
        <p:spPr>
          <a:xfrm>
            <a:off x="7775575" y="1481138"/>
            <a:ext cx="8568300" cy="7310400"/>
          </a:xfrm>
          <a:prstGeom prst="rect">
            <a:avLst/>
          </a:prstGeom>
          <a:noFill/>
          <a:ln>
            <a:noFill/>
          </a:ln>
        </p:spPr>
      </p:sp>
      <p:sp>
        <p:nvSpPr>
          <p:cNvPr id="277" name="Google Shape;277;p20"/>
          <p:cNvSpPr/>
          <p:nvPr/>
        </p:nvSpPr>
        <p:spPr>
          <a:xfrm>
            <a:off x="-988817" y="7307032"/>
            <a:ext cx="2499164" cy="2394654"/>
          </a:xfrm>
          <a:custGeom>
            <a:rect b="b" l="l" r="r" t="t"/>
            <a:pathLst>
              <a:path extrusionOk="0" h="2394654" w="2499164">
                <a:moveTo>
                  <a:pt x="0" y="0"/>
                </a:moveTo>
                <a:lnTo>
                  <a:pt x="2499165" y="0"/>
                </a:lnTo>
                <a:lnTo>
                  <a:pt x="2499165" y="2394654"/>
                </a:lnTo>
                <a:lnTo>
                  <a:pt x="0" y="2394654"/>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78" name="Google Shape;278;p20"/>
          <p:cNvSpPr/>
          <p:nvPr/>
        </p:nvSpPr>
        <p:spPr>
          <a:xfrm rot="4680922">
            <a:off x="16258996" y="8270737"/>
            <a:ext cx="2633939" cy="2523793"/>
          </a:xfrm>
          <a:custGeom>
            <a:rect b="b" l="l" r="r" t="t"/>
            <a:pathLst>
              <a:path extrusionOk="0" h="2525609" w="2635834">
                <a:moveTo>
                  <a:pt x="0" y="0"/>
                </a:moveTo>
                <a:lnTo>
                  <a:pt x="2635835" y="0"/>
                </a:lnTo>
                <a:lnTo>
                  <a:pt x="2635835" y="2525608"/>
                </a:lnTo>
                <a:lnTo>
                  <a:pt x="0" y="2525608"/>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79" name="Google Shape;279;p20"/>
          <p:cNvSpPr/>
          <p:nvPr/>
        </p:nvSpPr>
        <p:spPr>
          <a:xfrm>
            <a:off x="-344695" y="-103733"/>
            <a:ext cx="2799611" cy="2535281"/>
          </a:xfrm>
          <a:custGeom>
            <a:rect b="b" l="l" r="r" t="t"/>
            <a:pathLst>
              <a:path extrusionOk="0" h="2032289" w="2085371">
                <a:moveTo>
                  <a:pt x="0" y="0"/>
                </a:moveTo>
                <a:lnTo>
                  <a:pt x="2085371" y="0"/>
                </a:lnTo>
                <a:lnTo>
                  <a:pt x="2085371" y="2032289"/>
                </a:lnTo>
                <a:lnTo>
                  <a:pt x="0" y="2032289"/>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80" name="Google Shape;280;p20"/>
          <p:cNvSpPr/>
          <p:nvPr/>
        </p:nvSpPr>
        <p:spPr>
          <a:xfrm rot="7856596">
            <a:off x="185924" y="172356"/>
            <a:ext cx="1600194" cy="1489635"/>
          </a:xfrm>
          <a:custGeom>
            <a:rect b="b" l="l" r="r" t="t"/>
            <a:pathLst>
              <a:path extrusionOk="0" h="1490343" w="1600955">
                <a:moveTo>
                  <a:pt x="0" y="0"/>
                </a:moveTo>
                <a:lnTo>
                  <a:pt x="1600954" y="0"/>
                </a:lnTo>
                <a:lnTo>
                  <a:pt x="1600954" y="1490343"/>
                </a:lnTo>
                <a:lnTo>
                  <a:pt x="0" y="1490343"/>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81" name="Google Shape;281;p20"/>
          <p:cNvSpPr/>
          <p:nvPr/>
        </p:nvSpPr>
        <p:spPr>
          <a:xfrm rot="-457384">
            <a:off x="16930895" y="-284784"/>
            <a:ext cx="3152091" cy="3844536"/>
          </a:xfrm>
          <a:custGeom>
            <a:rect b="b" l="l" r="r" t="t"/>
            <a:pathLst>
              <a:path extrusionOk="0" h="3023821" w="3155791">
                <a:moveTo>
                  <a:pt x="0" y="0"/>
                </a:moveTo>
                <a:lnTo>
                  <a:pt x="3155790" y="0"/>
                </a:lnTo>
                <a:lnTo>
                  <a:pt x="3155790" y="3023821"/>
                </a:lnTo>
                <a:lnTo>
                  <a:pt x="0" y="3023821"/>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82" name="Google Shape;282;p20"/>
          <p:cNvSpPr/>
          <p:nvPr/>
        </p:nvSpPr>
        <p:spPr>
          <a:xfrm rot="1293721">
            <a:off x="15430147" y="-256075"/>
            <a:ext cx="2265549" cy="1919539"/>
          </a:xfrm>
          <a:custGeom>
            <a:rect b="b" l="l" r="r" t="t"/>
            <a:pathLst>
              <a:path extrusionOk="0" h="1919581" w="2265599">
                <a:moveTo>
                  <a:pt x="0" y="0"/>
                </a:moveTo>
                <a:lnTo>
                  <a:pt x="2265600" y="0"/>
                </a:lnTo>
                <a:lnTo>
                  <a:pt x="2265600" y="1919581"/>
                </a:lnTo>
                <a:lnTo>
                  <a:pt x="0" y="1919581"/>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83" name="Google Shape;283;p20"/>
          <p:cNvSpPr/>
          <p:nvPr/>
        </p:nvSpPr>
        <p:spPr>
          <a:xfrm rot="-2487314">
            <a:off x="1743136" y="-107524"/>
            <a:ext cx="1765007" cy="1495442"/>
          </a:xfrm>
          <a:custGeom>
            <a:rect b="b" l="l" r="r" t="t"/>
            <a:pathLst>
              <a:path extrusionOk="0" h="1494392" w="1763767">
                <a:moveTo>
                  <a:pt x="0" y="0"/>
                </a:moveTo>
                <a:lnTo>
                  <a:pt x="1763767" y="0"/>
                </a:lnTo>
                <a:lnTo>
                  <a:pt x="1763767" y="1494392"/>
                </a:lnTo>
                <a:lnTo>
                  <a:pt x="0" y="149439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84" name="Google Shape;284;p20"/>
          <p:cNvSpPr/>
          <p:nvPr/>
        </p:nvSpPr>
        <p:spPr>
          <a:xfrm rot="1293721">
            <a:off x="-1076941" y="5864789"/>
            <a:ext cx="2430227" cy="2059065"/>
          </a:xfrm>
          <a:custGeom>
            <a:rect b="b" l="l" r="r" t="t"/>
            <a:pathLst>
              <a:path extrusionOk="0" h="2059110" w="2430280">
                <a:moveTo>
                  <a:pt x="0" y="0"/>
                </a:moveTo>
                <a:lnTo>
                  <a:pt x="2430281" y="0"/>
                </a:lnTo>
                <a:lnTo>
                  <a:pt x="2430281" y="2059110"/>
                </a:lnTo>
                <a:lnTo>
                  <a:pt x="0" y="205911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85" name="Google Shape;285;p20"/>
          <p:cNvSpPr/>
          <p:nvPr/>
        </p:nvSpPr>
        <p:spPr>
          <a:xfrm rot="1593903">
            <a:off x="17343677" y="1208308"/>
            <a:ext cx="1940410" cy="1806345"/>
          </a:xfrm>
          <a:custGeom>
            <a:rect b="b" l="l" r="r" t="t"/>
            <a:pathLst>
              <a:path extrusionOk="0" h="1805189" w="1939168">
                <a:moveTo>
                  <a:pt x="0" y="0"/>
                </a:moveTo>
                <a:lnTo>
                  <a:pt x="1939169" y="0"/>
                </a:lnTo>
                <a:lnTo>
                  <a:pt x="1939169" y="1805189"/>
                </a:lnTo>
                <a:lnTo>
                  <a:pt x="0" y="1805189"/>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86" name="Google Shape;286;p20"/>
          <p:cNvSpPr/>
          <p:nvPr/>
        </p:nvSpPr>
        <p:spPr>
          <a:xfrm>
            <a:off x="7687907" y="30602"/>
            <a:ext cx="2912186" cy="1012162"/>
          </a:xfrm>
          <a:custGeom>
            <a:rect b="b" l="l" r="r" t="t"/>
            <a:pathLst>
              <a:path extrusionOk="0" h="1012162" w="2912186">
                <a:moveTo>
                  <a:pt x="0" y="0"/>
                </a:moveTo>
                <a:lnTo>
                  <a:pt x="2912186" y="0"/>
                </a:lnTo>
                <a:lnTo>
                  <a:pt x="2912186" y="1012162"/>
                </a:lnTo>
                <a:lnTo>
                  <a:pt x="0" y="1012162"/>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87" name="Google Shape;287;p20"/>
          <p:cNvSpPr txBox="1"/>
          <p:nvPr/>
        </p:nvSpPr>
        <p:spPr>
          <a:xfrm>
            <a:off x="1944000" y="1481138"/>
            <a:ext cx="5235600" cy="1260000"/>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Clr>
                <a:schemeClr val="dk1"/>
              </a:buClr>
              <a:buSzPts val="3200"/>
              <a:buFont typeface="Arial"/>
              <a:buNone/>
            </a:pPr>
            <a:r>
              <a:rPr b="0" i="0" lang="de-DE" sz="3200" u="none" cap="none" strike="noStrike">
                <a:solidFill>
                  <a:schemeClr val="dk1"/>
                </a:solidFill>
                <a:latin typeface="Arial"/>
                <a:ea typeface="Arial"/>
                <a:cs typeface="Arial"/>
                <a:sym typeface="Arial"/>
              </a:rPr>
              <a:t>Mastertitelformat bearbeiten</a:t>
            </a:r>
            <a:endParaRPr b="0" i="0" sz="3200" u="none" cap="none" strike="noStrike">
              <a:solidFill>
                <a:schemeClr val="dk1"/>
              </a:solidFill>
              <a:latin typeface="Arial"/>
              <a:ea typeface="Arial"/>
              <a:cs typeface="Arial"/>
              <a:sym typeface="Arial"/>
            </a:endParaRPr>
          </a:p>
        </p:txBody>
      </p:sp>
      <p:sp>
        <p:nvSpPr>
          <p:cNvPr id="288" name="Google Shape;288;p20"/>
          <p:cNvSpPr txBox="1"/>
          <p:nvPr>
            <p:ph idx="1" type="body"/>
          </p:nvPr>
        </p:nvSpPr>
        <p:spPr>
          <a:xfrm>
            <a:off x="1944000" y="3086100"/>
            <a:ext cx="5214000" cy="5718300"/>
          </a:xfrm>
          <a:prstGeom prst="rect">
            <a:avLst/>
          </a:prstGeom>
          <a:noFill/>
          <a:ln>
            <a:noFill/>
          </a:ln>
        </p:spPr>
        <p:txBody>
          <a:bodyPr anchorCtr="0" anchor="t" bIns="45700" lIns="91425" spcFirstLastPara="1" rIns="91425" wrap="square" tIns="45700">
            <a:normAutofit/>
          </a:bodyPr>
          <a:lstStyle>
            <a:lvl1pPr indent="-228600" lvl="0" marL="457200" rtl="0" algn="l">
              <a:lnSpc>
                <a:spcPct val="90000"/>
              </a:lnSpc>
              <a:spcBef>
                <a:spcPts val="1000"/>
              </a:spcBef>
              <a:spcAft>
                <a:spcPts val="0"/>
              </a:spcAft>
              <a:buClr>
                <a:schemeClr val="dk1"/>
              </a:buClr>
              <a:buSzPts val="1600"/>
              <a:buNone/>
              <a:defRPr sz="1600"/>
            </a:lvl1pPr>
            <a:lvl2pPr indent="-228600" lvl="1" marL="914400" rtl="0" algn="l">
              <a:lnSpc>
                <a:spcPct val="90000"/>
              </a:lnSpc>
              <a:spcBef>
                <a:spcPts val="500"/>
              </a:spcBef>
              <a:spcAft>
                <a:spcPts val="0"/>
              </a:spcAft>
              <a:buClr>
                <a:schemeClr val="dk1"/>
              </a:buClr>
              <a:buSzPts val="1400"/>
              <a:buNone/>
              <a:defRPr sz="1400"/>
            </a:lvl2pPr>
            <a:lvl3pPr indent="-228600" lvl="2" marL="1371600" rtl="0" algn="l">
              <a:lnSpc>
                <a:spcPct val="90000"/>
              </a:lnSpc>
              <a:spcBef>
                <a:spcPts val="500"/>
              </a:spcBef>
              <a:spcAft>
                <a:spcPts val="0"/>
              </a:spcAft>
              <a:buClr>
                <a:schemeClr val="dk1"/>
              </a:buClr>
              <a:buSzPts val="1200"/>
              <a:buNone/>
              <a:defRPr sz="1200"/>
            </a:lvl3pPr>
            <a:lvl4pPr indent="-228600" lvl="3" marL="1828800" rtl="0" algn="l">
              <a:lnSpc>
                <a:spcPct val="90000"/>
              </a:lnSpc>
              <a:spcBef>
                <a:spcPts val="500"/>
              </a:spcBef>
              <a:spcAft>
                <a:spcPts val="0"/>
              </a:spcAft>
              <a:buClr>
                <a:schemeClr val="dk1"/>
              </a:buClr>
              <a:buSzPts val="1000"/>
              <a:buNone/>
              <a:defRPr sz="1000"/>
            </a:lvl4pPr>
            <a:lvl5pPr indent="-228600" lvl="4" marL="2286000" rtl="0" algn="l">
              <a:lnSpc>
                <a:spcPct val="90000"/>
              </a:lnSpc>
              <a:spcBef>
                <a:spcPts val="500"/>
              </a:spcBef>
              <a:spcAft>
                <a:spcPts val="0"/>
              </a:spcAft>
              <a:buClr>
                <a:schemeClr val="dk1"/>
              </a:buClr>
              <a:buSzPts val="1000"/>
              <a:buNone/>
              <a:defRPr sz="1000"/>
            </a:lvl5pPr>
            <a:lvl6pPr indent="-228600" lvl="5" marL="2743200" rtl="0" algn="l">
              <a:lnSpc>
                <a:spcPct val="90000"/>
              </a:lnSpc>
              <a:spcBef>
                <a:spcPts val="500"/>
              </a:spcBef>
              <a:spcAft>
                <a:spcPts val="0"/>
              </a:spcAft>
              <a:buClr>
                <a:schemeClr val="dk1"/>
              </a:buClr>
              <a:buSzPts val="1000"/>
              <a:buNone/>
              <a:defRPr sz="1000"/>
            </a:lvl6pPr>
            <a:lvl7pPr indent="-228600" lvl="6" marL="3200400" rtl="0" algn="l">
              <a:lnSpc>
                <a:spcPct val="90000"/>
              </a:lnSpc>
              <a:spcBef>
                <a:spcPts val="500"/>
              </a:spcBef>
              <a:spcAft>
                <a:spcPts val="0"/>
              </a:spcAft>
              <a:buClr>
                <a:schemeClr val="dk1"/>
              </a:buClr>
              <a:buSzPts val="1000"/>
              <a:buNone/>
              <a:defRPr sz="1000"/>
            </a:lvl7pPr>
            <a:lvl8pPr indent="-228600" lvl="7" marL="3657600" rtl="0" algn="l">
              <a:lnSpc>
                <a:spcPct val="90000"/>
              </a:lnSpc>
              <a:spcBef>
                <a:spcPts val="500"/>
              </a:spcBef>
              <a:spcAft>
                <a:spcPts val="0"/>
              </a:spcAft>
              <a:buClr>
                <a:schemeClr val="dk1"/>
              </a:buClr>
              <a:buSzPts val="1000"/>
              <a:buNone/>
              <a:defRPr sz="1000"/>
            </a:lvl8pPr>
            <a:lvl9pPr indent="-228600" lvl="8" marL="4114800" rtl="0" algn="l">
              <a:lnSpc>
                <a:spcPct val="90000"/>
              </a:lnSpc>
              <a:spcBef>
                <a:spcPts val="500"/>
              </a:spcBef>
              <a:spcAft>
                <a:spcPts val="0"/>
              </a:spcAft>
              <a:buClr>
                <a:schemeClr val="dk1"/>
              </a:buClr>
              <a:buSzPts val="1000"/>
              <a:buNone/>
              <a:defRPr sz="1000"/>
            </a:lvl9pPr>
          </a:lstStyle>
          <a:p/>
        </p:txBody>
      </p:sp>
      <p:sp>
        <p:nvSpPr>
          <p:cNvPr id="289" name="Google Shape;289;p20"/>
          <p:cNvSpPr/>
          <p:nvPr/>
        </p:nvSpPr>
        <p:spPr>
          <a:xfrm rot="8000252">
            <a:off x="17047271" y="6736311"/>
            <a:ext cx="2795506" cy="2533916"/>
          </a:xfrm>
          <a:custGeom>
            <a:rect b="b" l="l" r="r" t="t"/>
            <a:pathLst>
              <a:path extrusionOk="0" h="2032289" w="2085371">
                <a:moveTo>
                  <a:pt x="0" y="0"/>
                </a:moveTo>
                <a:lnTo>
                  <a:pt x="2085371" y="0"/>
                </a:lnTo>
                <a:lnTo>
                  <a:pt x="2085371" y="2032289"/>
                </a:lnTo>
                <a:lnTo>
                  <a:pt x="0" y="2032289"/>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90" name="Google Shape;290;p20"/>
          <p:cNvSpPr/>
          <p:nvPr/>
        </p:nvSpPr>
        <p:spPr>
          <a:xfrm rot="7856596">
            <a:off x="16253406" y="8187835"/>
            <a:ext cx="2242638" cy="2087692"/>
          </a:xfrm>
          <a:custGeom>
            <a:rect b="b" l="l" r="r" t="t"/>
            <a:pathLst>
              <a:path extrusionOk="0" h="2088684" w="2243704">
                <a:moveTo>
                  <a:pt x="0" y="0"/>
                </a:moveTo>
                <a:lnTo>
                  <a:pt x="2243704" y="0"/>
                </a:lnTo>
                <a:lnTo>
                  <a:pt x="2243704" y="2088684"/>
                </a:lnTo>
                <a:lnTo>
                  <a:pt x="0" y="2088684"/>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5.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theme" Target="../theme/theme2.xml"/><Relationship Id="rId10" Type="http://schemas.openxmlformats.org/officeDocument/2006/relationships/slideLayout" Target="../slideLayouts/slideLayout9.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5.jpg"/><Relationship Id="rId2" Type="http://schemas.openxmlformats.org/officeDocument/2006/relationships/slideLayout" Target="../slideLayouts/slideLayout10.xml"/><Relationship Id="rId3" Type="http://schemas.openxmlformats.org/officeDocument/2006/relationships/slideLayout" Target="../slideLayouts/slideLayout11.xml"/><Relationship Id="rId4" Type="http://schemas.openxmlformats.org/officeDocument/2006/relationships/slideLayout" Target="../slideLayouts/slideLayout12.xml"/><Relationship Id="rId11" Type="http://schemas.openxmlformats.org/officeDocument/2006/relationships/theme" Target="../theme/theme1.xml"/><Relationship Id="rId10" Type="http://schemas.openxmlformats.org/officeDocument/2006/relationships/slideLayout" Target="../slideLayouts/slideLayout18.xml"/><Relationship Id="rId9" Type="http://schemas.openxmlformats.org/officeDocument/2006/relationships/slideLayout" Target="../slideLayouts/slideLayout17.xml"/><Relationship Id="rId5" Type="http://schemas.openxmlformats.org/officeDocument/2006/relationships/slideLayout" Target="../slideLayouts/slideLayout13.xml"/><Relationship Id="rId6" Type="http://schemas.openxmlformats.org/officeDocument/2006/relationships/slideLayout" Target="../slideLayouts/slideLayout14.xml"/><Relationship Id="rId7" Type="http://schemas.openxmlformats.org/officeDocument/2006/relationships/slideLayout" Target="../slideLayouts/slideLayout15.xml"/><Relationship Id="rId8"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1944000" y="1322140"/>
            <a:ext cx="14400000" cy="12600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1944000" y="2769110"/>
            <a:ext cx="14400000" cy="64800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
          <p:cNvSpPr/>
          <p:nvPr/>
        </p:nvSpPr>
        <p:spPr>
          <a:xfrm>
            <a:off x="7687907" y="30602"/>
            <a:ext cx="2912186" cy="1012162"/>
          </a:xfrm>
          <a:custGeom>
            <a:rect b="b" l="l" r="r" t="t"/>
            <a:pathLst>
              <a:path extrusionOk="0" h="1012162" w="2912186">
                <a:moveTo>
                  <a:pt x="0" y="0"/>
                </a:moveTo>
                <a:lnTo>
                  <a:pt x="2912186" y="0"/>
                </a:lnTo>
                <a:lnTo>
                  <a:pt x="2912186" y="1012162"/>
                </a:lnTo>
                <a:lnTo>
                  <a:pt x="0" y="1012162"/>
                </a:lnTo>
                <a:lnTo>
                  <a:pt x="0" y="0"/>
                </a:lnTo>
                <a:close/>
              </a:path>
            </a:pathLst>
          </a:custGeom>
          <a:blipFill rotWithShape="1">
            <a:blip r:embed="rId1">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0" name="Shape 150"/>
        <p:cNvGrpSpPr/>
        <p:nvPr/>
      </p:nvGrpSpPr>
      <p:grpSpPr>
        <a:xfrm>
          <a:off x="0" y="0"/>
          <a:ext cx="0" cy="0"/>
          <a:chOff x="0" y="0"/>
          <a:chExt cx="0" cy="0"/>
        </a:xfrm>
      </p:grpSpPr>
      <p:sp>
        <p:nvSpPr>
          <p:cNvPr id="151" name="Google Shape;151;p11"/>
          <p:cNvSpPr txBox="1"/>
          <p:nvPr>
            <p:ph type="title"/>
          </p:nvPr>
        </p:nvSpPr>
        <p:spPr>
          <a:xfrm>
            <a:off x="1944000" y="1322140"/>
            <a:ext cx="14400000" cy="12600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52" name="Google Shape;152;p11"/>
          <p:cNvSpPr txBox="1"/>
          <p:nvPr>
            <p:ph idx="1" type="body"/>
          </p:nvPr>
        </p:nvSpPr>
        <p:spPr>
          <a:xfrm>
            <a:off x="1944000" y="2769110"/>
            <a:ext cx="14400000" cy="64800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53" name="Google Shape;153;p11"/>
          <p:cNvSpPr/>
          <p:nvPr/>
        </p:nvSpPr>
        <p:spPr>
          <a:xfrm>
            <a:off x="7687907" y="30602"/>
            <a:ext cx="2912186" cy="1012162"/>
          </a:xfrm>
          <a:custGeom>
            <a:rect b="b" l="l" r="r" t="t"/>
            <a:pathLst>
              <a:path extrusionOk="0" h="1012162" w="2912186">
                <a:moveTo>
                  <a:pt x="0" y="0"/>
                </a:moveTo>
                <a:lnTo>
                  <a:pt x="2912186" y="0"/>
                </a:lnTo>
                <a:lnTo>
                  <a:pt x="2912186" y="1012162"/>
                </a:lnTo>
                <a:lnTo>
                  <a:pt x="0" y="1012162"/>
                </a:lnTo>
                <a:lnTo>
                  <a:pt x="0" y="0"/>
                </a:lnTo>
                <a:close/>
              </a:path>
            </a:pathLst>
          </a:custGeom>
          <a:blipFill rotWithShape="1">
            <a:blip r:embed="rId1">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21"/>
          <p:cNvSpPr txBox="1"/>
          <p:nvPr>
            <p:ph type="title"/>
          </p:nvPr>
        </p:nvSpPr>
        <p:spPr>
          <a:xfrm>
            <a:off x="1906800" y="2171700"/>
            <a:ext cx="14400000" cy="3955611"/>
          </a:xfrm>
          <a:prstGeom prst="rect">
            <a:avLst/>
          </a:prstGeom>
          <a:noFill/>
          <a:ln>
            <a:noFill/>
          </a:ln>
        </p:spPr>
        <p:txBody>
          <a:bodyPr anchorCtr="0" anchor="b" bIns="45700" lIns="90000" spcFirstLastPara="1" rIns="91425" wrap="square" tIns="45700">
            <a:normAutofit/>
          </a:bodyPr>
          <a:lstStyle/>
          <a:p>
            <a:pPr indent="0" lvl="0" marL="0" rtl="0" algn="l">
              <a:lnSpc>
                <a:spcPct val="90000"/>
              </a:lnSpc>
              <a:spcBef>
                <a:spcPts val="0"/>
              </a:spcBef>
              <a:spcAft>
                <a:spcPts val="0"/>
              </a:spcAft>
              <a:buClr>
                <a:schemeClr val="dk1"/>
              </a:buClr>
              <a:buSzPts val="6000"/>
              <a:buFont typeface="Arial"/>
              <a:buNone/>
            </a:pPr>
            <a:r>
              <a:rPr b="1" lang="de-DE"/>
              <a:t>Scientific Reading </a:t>
            </a:r>
            <a:r>
              <a:rPr lang="de-DE"/>
              <a:t>|Part 2</a:t>
            </a:r>
            <a:endParaRPr/>
          </a:p>
          <a:p>
            <a:pPr indent="0" lvl="0" marL="0" rtl="0" algn="l">
              <a:lnSpc>
                <a:spcPct val="90000"/>
              </a:lnSpc>
              <a:spcBef>
                <a:spcPts val="0"/>
              </a:spcBef>
              <a:spcAft>
                <a:spcPts val="0"/>
              </a:spcAft>
              <a:buClr>
                <a:schemeClr val="dk1"/>
              </a:buClr>
              <a:buSzPts val="6000"/>
              <a:buFont typeface="Arial"/>
              <a:buNone/>
            </a:pPr>
            <a:r>
              <a:rPr lang="de-DE"/>
              <a:t>Tools and Techniques</a:t>
            </a:r>
            <a:endParaRPr/>
          </a:p>
        </p:txBody>
      </p:sp>
      <p:sp>
        <p:nvSpPr>
          <p:cNvPr id="297" name="Google Shape;297;p21"/>
          <p:cNvSpPr txBox="1"/>
          <p:nvPr>
            <p:ph idx="1" type="body"/>
          </p:nvPr>
        </p:nvSpPr>
        <p:spPr>
          <a:xfrm>
            <a:off x="1906800" y="6491289"/>
            <a:ext cx="14400000" cy="2079814"/>
          </a:xfrm>
          <a:prstGeom prst="rect">
            <a:avLst/>
          </a:prstGeom>
          <a:noFill/>
          <a:ln>
            <a:noFill/>
          </a:ln>
        </p:spPr>
        <p:txBody>
          <a:bodyPr anchorCtr="0" anchor="t" bIns="45700" lIns="90000" spcFirstLastPara="1" rIns="91425" wrap="square" tIns="45700">
            <a:normAutofit/>
          </a:bodyPr>
          <a:lstStyle/>
          <a:p>
            <a:pPr indent="0" lvl="0" marL="0" rtl="0" algn="l">
              <a:lnSpc>
                <a:spcPct val="90000"/>
              </a:lnSpc>
              <a:spcBef>
                <a:spcPts val="0"/>
              </a:spcBef>
              <a:spcAft>
                <a:spcPts val="0"/>
              </a:spcAft>
              <a:buClr>
                <a:srgbClr val="757575"/>
              </a:buClr>
              <a:buSzPts val="2400"/>
              <a:buNone/>
            </a:pPr>
            <a:r>
              <a:rPr lang="de-DE"/>
              <a:t>Tutor:</a:t>
            </a:r>
            <a:endParaRPr/>
          </a:p>
          <a:p>
            <a:pPr indent="0" lvl="0" marL="0" rtl="0" algn="l">
              <a:lnSpc>
                <a:spcPct val="90000"/>
              </a:lnSpc>
              <a:spcBef>
                <a:spcPts val="0"/>
              </a:spcBef>
              <a:spcAft>
                <a:spcPts val="0"/>
              </a:spcAft>
              <a:buClr>
                <a:srgbClr val="757575"/>
              </a:buClr>
              <a:buSzPts val="2400"/>
              <a:buNone/>
            </a:pPr>
            <a:r>
              <a:rPr lang="de-DE"/>
              <a:t>Date: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22"/>
          <p:cNvSpPr txBox="1"/>
          <p:nvPr>
            <p:ph type="title"/>
          </p:nvPr>
        </p:nvSpPr>
        <p:spPr>
          <a:xfrm>
            <a:off x="1944000" y="1301860"/>
            <a:ext cx="14400000" cy="1260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lang="de-DE"/>
              <a:t>Dealing with Academic Texts</a:t>
            </a:r>
            <a:endParaRPr b="1"/>
          </a:p>
        </p:txBody>
      </p:sp>
      <p:sp>
        <p:nvSpPr>
          <p:cNvPr id="304" name="Google Shape;304;p22"/>
          <p:cNvSpPr txBox="1"/>
          <p:nvPr>
            <p:ph idx="1" type="body"/>
          </p:nvPr>
        </p:nvSpPr>
        <p:spPr>
          <a:xfrm>
            <a:off x="1944000" y="2738828"/>
            <a:ext cx="14400000" cy="6480000"/>
          </a:xfrm>
          <a:prstGeom prst="rect">
            <a:avLst/>
          </a:prstGeom>
          <a:noFill/>
          <a:ln>
            <a:noFill/>
          </a:ln>
        </p:spPr>
        <p:txBody>
          <a:bodyPr anchorCtr="0" anchor="t" bIns="45700" lIns="91425" spcFirstLastPara="1" rIns="91425" wrap="square" tIns="45700">
            <a:noAutofit/>
          </a:bodyPr>
          <a:lstStyle/>
          <a:p>
            <a:pPr indent="-419100" lvl="0" marL="457200" rtl="0" algn="l">
              <a:lnSpc>
                <a:spcPct val="100000"/>
              </a:lnSpc>
              <a:spcBef>
                <a:spcPts val="0"/>
              </a:spcBef>
              <a:spcAft>
                <a:spcPts val="0"/>
              </a:spcAft>
              <a:buSzPts val="3000"/>
              <a:buAutoNum type="arabicPeriod"/>
            </a:pPr>
            <a:r>
              <a:rPr b="1" lang="de-DE" sz="3000"/>
              <a:t>Determine your reading goals:</a:t>
            </a:r>
            <a:endParaRPr b="1" sz="3000"/>
          </a:p>
          <a:p>
            <a:pPr indent="-419100" lvl="0" marL="914400" rtl="0" algn="l">
              <a:lnSpc>
                <a:spcPct val="100000"/>
              </a:lnSpc>
              <a:spcBef>
                <a:spcPts val="0"/>
              </a:spcBef>
              <a:spcAft>
                <a:spcPts val="0"/>
              </a:spcAft>
              <a:buSzPts val="3000"/>
              <a:buChar char="•"/>
            </a:pPr>
            <a:r>
              <a:rPr lang="de-DE" sz="3000"/>
              <a:t>What do I already know? </a:t>
            </a:r>
            <a:endParaRPr sz="3000"/>
          </a:p>
          <a:p>
            <a:pPr indent="-419100" lvl="0" marL="914400" rtl="0" algn="l">
              <a:lnSpc>
                <a:spcPct val="100000"/>
              </a:lnSpc>
              <a:spcBef>
                <a:spcPts val="0"/>
              </a:spcBef>
              <a:spcAft>
                <a:spcPts val="0"/>
              </a:spcAft>
              <a:buSzPts val="3000"/>
              <a:buChar char="•"/>
            </a:pPr>
            <a:r>
              <a:rPr lang="de-DE" sz="3000"/>
              <a:t>What do I want to know? </a:t>
            </a:r>
            <a:endParaRPr sz="3000"/>
          </a:p>
          <a:p>
            <a:pPr indent="-419100" lvl="0" marL="914400" rtl="0" algn="l">
              <a:lnSpc>
                <a:spcPct val="100000"/>
              </a:lnSpc>
              <a:spcBef>
                <a:spcPts val="0"/>
              </a:spcBef>
              <a:spcAft>
                <a:spcPts val="0"/>
              </a:spcAft>
              <a:buSzPts val="3000"/>
              <a:buChar char="•"/>
            </a:pPr>
            <a:r>
              <a:rPr lang="de-DE" sz="3000"/>
              <a:t>What do I have to know? </a:t>
            </a:r>
            <a:endParaRPr sz="3000"/>
          </a:p>
          <a:p>
            <a:pPr indent="-419100" lvl="0" marL="914400" rtl="0" algn="l">
              <a:lnSpc>
                <a:spcPct val="100000"/>
              </a:lnSpc>
              <a:spcBef>
                <a:spcPts val="0"/>
              </a:spcBef>
              <a:spcAft>
                <a:spcPts val="0"/>
              </a:spcAft>
              <a:buSzPts val="3000"/>
              <a:buChar char="•"/>
            </a:pPr>
            <a:r>
              <a:rPr lang="de-DE" sz="3000"/>
              <a:t>What should I understand? </a:t>
            </a:r>
            <a:endParaRPr sz="3000"/>
          </a:p>
          <a:p>
            <a:pPr indent="-419100" lvl="0" marL="914400" rtl="0" algn="l">
              <a:lnSpc>
                <a:spcPct val="100000"/>
              </a:lnSpc>
              <a:spcBef>
                <a:spcPts val="0"/>
              </a:spcBef>
              <a:spcAft>
                <a:spcPts val="0"/>
              </a:spcAft>
              <a:buSzPts val="3000"/>
              <a:buChar char="•"/>
            </a:pPr>
            <a:r>
              <a:rPr lang="de-DE" sz="3000"/>
              <a:t>What do the instructors expect from me?</a:t>
            </a:r>
            <a:endParaRPr sz="3000"/>
          </a:p>
          <a:p>
            <a:pPr indent="0" lvl="0" marL="0" rtl="0" algn="l">
              <a:lnSpc>
                <a:spcPct val="100000"/>
              </a:lnSpc>
              <a:spcBef>
                <a:spcPts val="0"/>
              </a:spcBef>
              <a:spcAft>
                <a:spcPts val="0"/>
              </a:spcAft>
              <a:buNone/>
            </a:pPr>
            <a:r>
              <a:t/>
            </a:r>
            <a:endParaRPr sz="3000"/>
          </a:p>
          <a:p>
            <a:pPr indent="-419100" lvl="0" marL="457200" rtl="0" algn="l">
              <a:lnSpc>
                <a:spcPct val="100000"/>
              </a:lnSpc>
              <a:spcBef>
                <a:spcPts val="0"/>
              </a:spcBef>
              <a:spcAft>
                <a:spcPts val="0"/>
              </a:spcAft>
              <a:buSzPts val="3000"/>
              <a:buAutoNum type="arabicPeriod"/>
            </a:pPr>
            <a:r>
              <a:rPr b="1" lang="de-DE" sz="3000"/>
              <a:t>Time management:</a:t>
            </a:r>
            <a:endParaRPr b="1" sz="3000"/>
          </a:p>
          <a:p>
            <a:pPr indent="-419100" lvl="1" marL="914400" rtl="0" algn="l">
              <a:lnSpc>
                <a:spcPct val="100000"/>
              </a:lnSpc>
              <a:spcBef>
                <a:spcPts val="0"/>
              </a:spcBef>
              <a:spcAft>
                <a:spcPts val="0"/>
              </a:spcAft>
              <a:buSzPts val="3000"/>
              <a:buChar char="•"/>
            </a:pPr>
            <a:r>
              <a:rPr lang="de-DE" sz="3000"/>
              <a:t>How much time do I have to read until the text will be discussed in the seminar? </a:t>
            </a:r>
            <a:endParaRPr sz="3000"/>
          </a:p>
          <a:p>
            <a:pPr indent="-419100" lvl="1" marL="914400" rtl="0" algn="l">
              <a:lnSpc>
                <a:spcPct val="100000"/>
              </a:lnSpc>
              <a:spcBef>
                <a:spcPts val="0"/>
              </a:spcBef>
              <a:spcAft>
                <a:spcPts val="0"/>
              </a:spcAft>
              <a:buSzPts val="3000"/>
              <a:buChar char="•"/>
            </a:pPr>
            <a:r>
              <a:rPr lang="de-DE" sz="3000"/>
              <a:t>How much time do I plan to read?</a:t>
            </a:r>
            <a:endParaRPr sz="3000"/>
          </a:p>
          <a:p>
            <a:pPr indent="0" lvl="0" marL="0" rtl="0" algn="l">
              <a:lnSpc>
                <a:spcPct val="100000"/>
              </a:lnSpc>
              <a:spcBef>
                <a:spcPts val="0"/>
              </a:spcBef>
              <a:spcAft>
                <a:spcPts val="0"/>
              </a:spcAft>
              <a:buNone/>
            </a:pPr>
            <a:r>
              <a:t/>
            </a:r>
            <a:endParaRPr sz="3000"/>
          </a:p>
          <a:p>
            <a:pPr indent="0" lvl="0" marL="0" rtl="0" algn="l">
              <a:lnSpc>
                <a:spcPct val="100000"/>
              </a:lnSpc>
              <a:spcBef>
                <a:spcPts val="0"/>
              </a:spcBef>
              <a:spcAft>
                <a:spcPts val="0"/>
              </a:spcAft>
              <a:buNone/>
            </a:pPr>
            <a:r>
              <a:rPr b="1" lang="de-DE" sz="3000"/>
              <a:t>3.) Reflection:</a:t>
            </a:r>
            <a:endParaRPr b="1" sz="3000"/>
          </a:p>
          <a:p>
            <a:pPr indent="-419100" lvl="0" marL="457200" rtl="0" algn="l">
              <a:lnSpc>
                <a:spcPct val="100000"/>
              </a:lnSpc>
              <a:spcBef>
                <a:spcPts val="0"/>
              </a:spcBef>
              <a:spcAft>
                <a:spcPts val="0"/>
              </a:spcAft>
              <a:buSzPts val="3000"/>
              <a:buChar char="•"/>
            </a:pPr>
            <a:r>
              <a:rPr lang="de-DE" sz="3000"/>
              <a:t>What is the relationship between my reading goals and my time adjustments?</a:t>
            </a:r>
            <a:endParaRPr sz="3000"/>
          </a:p>
          <a:p>
            <a:pPr indent="-419100" lvl="0" marL="457200" rtl="0" algn="l">
              <a:lnSpc>
                <a:spcPct val="100000"/>
              </a:lnSpc>
              <a:spcBef>
                <a:spcPts val="0"/>
              </a:spcBef>
              <a:spcAft>
                <a:spcPts val="0"/>
              </a:spcAft>
              <a:buSzPts val="3000"/>
              <a:buChar char="•"/>
            </a:pPr>
            <a:r>
              <a:rPr lang="de-DE" sz="3000"/>
              <a:t>How do I want to deal with reading difficulties?</a:t>
            </a:r>
            <a:endParaRPr sz="3000"/>
          </a:p>
        </p:txBody>
      </p:sp>
      <p:sp>
        <p:nvSpPr>
          <p:cNvPr id="305" name="Google Shape;305;p22"/>
          <p:cNvSpPr/>
          <p:nvPr/>
        </p:nvSpPr>
        <p:spPr>
          <a:xfrm>
            <a:off x="10956275" y="1946475"/>
            <a:ext cx="5049054" cy="3978072"/>
          </a:xfrm>
          <a:prstGeom prst="irregularSeal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t/>
            </a:r>
            <a:endParaRPr sz="2200">
              <a:solidFill>
                <a:schemeClr val="dk1"/>
              </a:solidFill>
            </a:endParaRPr>
          </a:p>
          <a:p>
            <a:pPr indent="0" lvl="0" marL="0" rtl="0" algn="ctr">
              <a:spcBef>
                <a:spcPts val="0"/>
              </a:spcBef>
              <a:spcAft>
                <a:spcPts val="0"/>
              </a:spcAft>
              <a:buClr>
                <a:schemeClr val="dk1"/>
              </a:buClr>
              <a:buSzPts val="1100"/>
              <a:buFont typeface="Arial"/>
              <a:buNone/>
            </a:pPr>
            <a:r>
              <a:rPr lang="de-DE" sz="2200">
                <a:solidFill>
                  <a:schemeClr val="dk1"/>
                </a:solidFill>
              </a:rPr>
              <a:t>Please take a look at the </a:t>
            </a:r>
            <a:r>
              <a:rPr b="1" lang="de-DE" sz="2200">
                <a:solidFill>
                  <a:schemeClr val="dk1"/>
                </a:solidFill>
              </a:rPr>
              <a:t>flowchart </a:t>
            </a:r>
            <a:r>
              <a:rPr lang="de-DE" sz="2200">
                <a:solidFill>
                  <a:schemeClr val="dk1"/>
                </a:solidFill>
              </a:rPr>
              <a:t>to further improve your reading experience</a:t>
            </a:r>
            <a:endParaRPr sz="2200">
              <a:solidFill>
                <a:schemeClr val="dk1"/>
              </a:solidFill>
            </a:endParaRPr>
          </a:p>
          <a:p>
            <a:pPr indent="0" lvl="0" marL="0" rtl="0" algn="ctr">
              <a:spcBef>
                <a:spcPts val="0"/>
              </a:spcBef>
              <a:spcAft>
                <a:spcPts val="0"/>
              </a:spcAft>
              <a:buClr>
                <a:schemeClr val="dk1"/>
              </a:buClr>
              <a:buSzPts val="1100"/>
              <a:buFont typeface="Arial"/>
              <a:buNone/>
            </a:pPr>
            <a:r>
              <a:t/>
            </a:r>
            <a:endParaRPr sz="600">
              <a:solidFill>
                <a:schemeClr val="dk1"/>
              </a:solidFill>
            </a:endParaRPr>
          </a:p>
          <a:p>
            <a:pPr indent="0" lvl="0" marL="0" rtl="0" algn="ctr">
              <a:spcBef>
                <a:spcPts val="0"/>
              </a:spcBef>
              <a:spcAft>
                <a:spcPts val="0"/>
              </a:spcAft>
              <a:buNone/>
            </a:pPr>
            <a:r>
              <a:t/>
            </a:r>
            <a:endParaRPr sz="6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23"/>
          <p:cNvSpPr txBox="1"/>
          <p:nvPr>
            <p:ph type="title"/>
          </p:nvPr>
        </p:nvSpPr>
        <p:spPr>
          <a:xfrm>
            <a:off x="1944000" y="1301860"/>
            <a:ext cx="14400000" cy="1260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lang="de-DE"/>
              <a:t>(Pre)Reading Strategies and Techniques</a:t>
            </a:r>
            <a:endParaRPr b="1"/>
          </a:p>
        </p:txBody>
      </p:sp>
      <p:sp>
        <p:nvSpPr>
          <p:cNvPr id="312" name="Google Shape;312;p23"/>
          <p:cNvSpPr txBox="1"/>
          <p:nvPr>
            <p:ph idx="1" type="body"/>
          </p:nvPr>
        </p:nvSpPr>
        <p:spPr>
          <a:xfrm>
            <a:off x="1944000" y="2561853"/>
            <a:ext cx="14400000" cy="648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40"/>
              <a:buNone/>
            </a:pPr>
            <a:r>
              <a:rPr lang="de-DE" sz="3000"/>
              <a:t>Here is an overview of techniques that you may want to add to your repertoire. Consider the purpose and contextual factors (length of text, time available, medium, and so on) and then choose a technique that suits your purposes</a:t>
            </a:r>
            <a:endParaRPr sz="3000"/>
          </a:p>
          <a:p>
            <a:pPr indent="0" lvl="0" marL="0" rtl="0" algn="l">
              <a:lnSpc>
                <a:spcPct val="100000"/>
              </a:lnSpc>
              <a:spcBef>
                <a:spcPts val="0"/>
              </a:spcBef>
              <a:spcAft>
                <a:spcPts val="0"/>
              </a:spcAft>
              <a:buClr>
                <a:schemeClr val="dk1"/>
              </a:buClr>
              <a:buSzPts val="1440"/>
              <a:buNone/>
            </a:pPr>
            <a:r>
              <a:t/>
            </a:r>
            <a:endParaRPr sz="3000"/>
          </a:p>
          <a:p>
            <a:pPr indent="-419100" lvl="0" marL="457200" rtl="0" algn="l">
              <a:lnSpc>
                <a:spcPct val="100000"/>
              </a:lnSpc>
              <a:spcBef>
                <a:spcPts val="0"/>
              </a:spcBef>
              <a:spcAft>
                <a:spcPts val="0"/>
              </a:spcAft>
              <a:buSzPts val="3000"/>
              <a:buChar char="•"/>
            </a:pPr>
            <a:r>
              <a:rPr lang="de-DE" sz="3000"/>
              <a:t>previewing, skimming (preliminary analysis of meta-textual and textual aspects such as structure or genre) </a:t>
            </a:r>
            <a:endParaRPr sz="3000"/>
          </a:p>
          <a:p>
            <a:pPr indent="-419100" lvl="0" marL="457200" rtl="0" algn="l">
              <a:lnSpc>
                <a:spcPct val="100000"/>
              </a:lnSpc>
              <a:spcBef>
                <a:spcPts val="0"/>
              </a:spcBef>
              <a:spcAft>
                <a:spcPts val="0"/>
              </a:spcAft>
              <a:buSzPts val="3000"/>
              <a:buChar char="•"/>
            </a:pPr>
            <a:r>
              <a:rPr lang="de-DE" sz="3000"/>
              <a:t>annotations (as opposed to merely underlining and highlighting) and marginal notes </a:t>
            </a:r>
            <a:endParaRPr sz="3000"/>
          </a:p>
          <a:p>
            <a:pPr indent="-419100" lvl="0" marL="457200" rtl="0" algn="l">
              <a:lnSpc>
                <a:spcPct val="100000"/>
              </a:lnSpc>
              <a:spcBef>
                <a:spcPts val="0"/>
              </a:spcBef>
              <a:spcAft>
                <a:spcPts val="0"/>
              </a:spcAft>
              <a:buSzPts val="3000"/>
              <a:buChar char="•"/>
            </a:pPr>
            <a:r>
              <a:rPr lang="de-DE" sz="3000"/>
              <a:t>note-taking (separate document) </a:t>
            </a:r>
            <a:endParaRPr sz="3000"/>
          </a:p>
          <a:p>
            <a:pPr indent="-419100" lvl="0" marL="457200" rtl="0" algn="l">
              <a:lnSpc>
                <a:spcPct val="100000"/>
              </a:lnSpc>
              <a:spcBef>
                <a:spcPts val="0"/>
              </a:spcBef>
              <a:spcAft>
                <a:spcPts val="0"/>
              </a:spcAft>
              <a:buSzPts val="3000"/>
              <a:buChar char="•"/>
            </a:pPr>
            <a:r>
              <a:rPr lang="de-DE" sz="3000"/>
              <a:t>reading aloud, paraphrasing, summarizing, synthesizing</a:t>
            </a:r>
            <a:endParaRPr sz="3000"/>
          </a:p>
          <a:p>
            <a:pPr indent="-419100" lvl="0" marL="457200" rtl="0" algn="l">
              <a:lnSpc>
                <a:spcPct val="100000"/>
              </a:lnSpc>
              <a:spcBef>
                <a:spcPts val="0"/>
              </a:spcBef>
              <a:spcAft>
                <a:spcPts val="0"/>
              </a:spcAft>
              <a:buSzPts val="3000"/>
              <a:buChar char="•"/>
            </a:pPr>
            <a:r>
              <a:rPr lang="de-DE" sz="3000"/>
              <a:t>mapping, graphic organizer</a:t>
            </a:r>
            <a:endParaRPr sz="3000"/>
          </a:p>
          <a:p>
            <a:pPr indent="-419100" lvl="0" marL="457200" rtl="0" algn="l">
              <a:lnSpc>
                <a:spcPct val="100000"/>
              </a:lnSpc>
              <a:spcBef>
                <a:spcPts val="0"/>
              </a:spcBef>
              <a:spcAft>
                <a:spcPts val="0"/>
              </a:spcAft>
              <a:buSzPts val="3000"/>
              <a:buChar char="•"/>
            </a:pPr>
            <a:r>
              <a:rPr lang="de-DE" sz="3000"/>
              <a:t>rhetorical reading (focus on purpose, audience, claims/evidence, and appeals</a:t>
            </a:r>
            <a:endParaRPr sz="3000"/>
          </a:p>
          <a:p>
            <a:pPr indent="0" lvl="0" marL="0" rtl="0" algn="l">
              <a:lnSpc>
                <a:spcPct val="100000"/>
              </a:lnSpc>
              <a:spcBef>
                <a:spcPts val="0"/>
              </a:spcBef>
              <a:spcAft>
                <a:spcPts val="0"/>
              </a:spcAft>
              <a:buNone/>
            </a:pPr>
            <a:r>
              <a:t/>
            </a:r>
            <a:endParaRPr sz="3000"/>
          </a:p>
          <a:p>
            <a:pPr indent="0" lvl="0" marL="0" rtl="0" algn="l">
              <a:lnSpc>
                <a:spcPct val="100000"/>
              </a:lnSpc>
              <a:spcBef>
                <a:spcPts val="0"/>
              </a:spcBef>
              <a:spcAft>
                <a:spcPts val="0"/>
              </a:spcAft>
              <a:buNone/>
            </a:pPr>
            <a:r>
              <a:rPr lang="de-DE" sz="3000"/>
              <a:t>Other activities and practices:</a:t>
            </a:r>
            <a:endParaRPr sz="3000"/>
          </a:p>
          <a:p>
            <a:pPr indent="-419100" lvl="0" marL="457200" rtl="0" algn="l">
              <a:lnSpc>
                <a:spcPct val="100000"/>
              </a:lnSpc>
              <a:spcBef>
                <a:spcPts val="0"/>
              </a:spcBef>
              <a:spcAft>
                <a:spcPts val="0"/>
              </a:spcAft>
              <a:buSzPts val="3000"/>
              <a:buChar char="•"/>
            </a:pPr>
            <a:r>
              <a:rPr lang="de-DE" sz="3000"/>
              <a:t>reading logs and journals</a:t>
            </a:r>
            <a:endParaRPr sz="3000"/>
          </a:p>
          <a:p>
            <a:pPr indent="-419100" lvl="0" marL="457200" rtl="0" algn="l">
              <a:lnSpc>
                <a:spcPct val="100000"/>
              </a:lnSpc>
              <a:spcBef>
                <a:spcPts val="0"/>
              </a:spcBef>
              <a:spcAft>
                <a:spcPts val="0"/>
              </a:spcAft>
              <a:buSzPts val="3000"/>
              <a:buChar char="•"/>
            </a:pPr>
            <a:r>
              <a:rPr lang="de-DE" sz="3000"/>
              <a:t>imagined interviews with authors </a:t>
            </a:r>
            <a:endParaRPr sz="3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24"/>
          <p:cNvSpPr txBox="1"/>
          <p:nvPr>
            <p:ph type="title"/>
          </p:nvPr>
        </p:nvSpPr>
        <p:spPr>
          <a:xfrm>
            <a:off x="1944000" y="1301860"/>
            <a:ext cx="14400000" cy="1260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lang="de-DE"/>
              <a:t>Application: Testing the Tools</a:t>
            </a:r>
            <a:endParaRPr b="1"/>
          </a:p>
        </p:txBody>
      </p:sp>
      <p:sp>
        <p:nvSpPr>
          <p:cNvPr id="319" name="Google Shape;319;p24"/>
          <p:cNvSpPr txBox="1"/>
          <p:nvPr>
            <p:ph idx="1" type="body"/>
          </p:nvPr>
        </p:nvSpPr>
        <p:spPr>
          <a:xfrm>
            <a:off x="1944000" y="2738828"/>
            <a:ext cx="14400000" cy="648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de-DE" sz="3000"/>
              <a:t>For the next 10 minutes, please - choose one of the strategies, technique, or activities listed and apply it to one of the readings you have been assigned </a:t>
            </a:r>
            <a:endParaRPr sz="3000"/>
          </a:p>
          <a:p>
            <a:pPr indent="0" lvl="0" marL="0" rtl="0" algn="l">
              <a:lnSpc>
                <a:spcPct val="100000"/>
              </a:lnSpc>
              <a:spcBef>
                <a:spcPts val="0"/>
              </a:spcBef>
              <a:spcAft>
                <a:spcPts val="0"/>
              </a:spcAft>
              <a:buNone/>
            </a:pPr>
            <a:r>
              <a:t/>
            </a:r>
            <a:endParaRPr sz="3000"/>
          </a:p>
          <a:p>
            <a:pPr indent="0" lvl="0" marL="0" rtl="0" algn="l">
              <a:lnSpc>
                <a:spcPct val="100000"/>
              </a:lnSpc>
              <a:spcBef>
                <a:spcPts val="0"/>
              </a:spcBef>
              <a:spcAft>
                <a:spcPts val="0"/>
              </a:spcAft>
              <a:buNone/>
            </a:pPr>
            <a:r>
              <a:rPr lang="de-DE" sz="3000"/>
              <a:t>Then discuss this experience with a partner </a:t>
            </a:r>
            <a:endParaRPr sz="3000"/>
          </a:p>
          <a:p>
            <a:pPr indent="0" lvl="0" marL="0" rtl="0" algn="l">
              <a:lnSpc>
                <a:spcPct val="100000"/>
              </a:lnSpc>
              <a:spcBef>
                <a:spcPts val="0"/>
              </a:spcBef>
              <a:spcAft>
                <a:spcPts val="0"/>
              </a:spcAft>
              <a:buNone/>
            </a:pPr>
            <a:r>
              <a:t/>
            </a:r>
            <a:endParaRPr sz="3000"/>
          </a:p>
          <a:p>
            <a:pPr indent="0" lvl="0" marL="0" rtl="0" algn="l">
              <a:lnSpc>
                <a:spcPct val="100000"/>
              </a:lnSpc>
              <a:spcBef>
                <a:spcPts val="0"/>
              </a:spcBef>
              <a:spcAft>
                <a:spcPts val="0"/>
              </a:spcAft>
              <a:buNone/>
            </a:pPr>
            <a:r>
              <a:rPr lang="de-DE" sz="3000"/>
              <a:t>We will conclude this activity by sharing results with the entire group</a:t>
            </a:r>
            <a:endParaRPr sz="3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25"/>
          <p:cNvSpPr txBox="1"/>
          <p:nvPr>
            <p:ph type="ctrTitle"/>
          </p:nvPr>
        </p:nvSpPr>
        <p:spPr>
          <a:xfrm>
            <a:off x="2205643" y="2410767"/>
            <a:ext cx="13716000" cy="35814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Arial"/>
              <a:buNone/>
            </a:pPr>
            <a:r>
              <a:rPr b="1" lang="de-DE"/>
              <a:t>Reading Time</a:t>
            </a:r>
            <a:endParaRPr b="1"/>
          </a:p>
        </p:txBody>
      </p:sp>
      <p:sp>
        <p:nvSpPr>
          <p:cNvPr id="326" name="Google Shape;326;p25"/>
          <p:cNvSpPr txBox="1"/>
          <p:nvPr>
            <p:ph idx="1" type="subTitle"/>
          </p:nvPr>
        </p:nvSpPr>
        <p:spPr>
          <a:xfrm>
            <a:off x="2205643" y="6130279"/>
            <a:ext cx="13716000" cy="24828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de-DE" sz="3500"/>
              <a:t>10 Minutes</a:t>
            </a:r>
            <a:endParaRPr sz="35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26"/>
          <p:cNvSpPr txBox="1"/>
          <p:nvPr>
            <p:ph type="ctrTitle"/>
          </p:nvPr>
        </p:nvSpPr>
        <p:spPr>
          <a:xfrm>
            <a:off x="2205643" y="2410767"/>
            <a:ext cx="13716000" cy="35814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Arial"/>
              <a:buNone/>
            </a:pPr>
            <a:r>
              <a:rPr b="1" lang="de-DE"/>
              <a:t>Discuss Experience with a Partner</a:t>
            </a:r>
            <a:endParaRPr b="1"/>
          </a:p>
        </p:txBody>
      </p:sp>
      <p:sp>
        <p:nvSpPr>
          <p:cNvPr id="333" name="Google Shape;333;p26"/>
          <p:cNvSpPr txBox="1"/>
          <p:nvPr>
            <p:ph idx="1" type="subTitle"/>
          </p:nvPr>
        </p:nvSpPr>
        <p:spPr>
          <a:xfrm>
            <a:off x="2205643" y="6130279"/>
            <a:ext cx="13716000" cy="24828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de-DE" sz="3500"/>
              <a:t>5 </a:t>
            </a:r>
            <a:r>
              <a:rPr lang="de-DE" sz="3500"/>
              <a:t>Minutes</a:t>
            </a:r>
            <a:endParaRPr sz="35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27"/>
          <p:cNvSpPr txBox="1"/>
          <p:nvPr>
            <p:ph type="ctrTitle"/>
          </p:nvPr>
        </p:nvSpPr>
        <p:spPr>
          <a:xfrm>
            <a:off x="2205643" y="2410767"/>
            <a:ext cx="13716000" cy="35814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Arial"/>
              <a:buNone/>
            </a:pPr>
            <a:r>
              <a:rPr b="1" lang="de-DE"/>
              <a:t>Plenary</a:t>
            </a:r>
            <a:endParaRPr b="1"/>
          </a:p>
        </p:txBody>
      </p:sp>
      <p:sp>
        <p:nvSpPr>
          <p:cNvPr id="340" name="Google Shape;340;p27"/>
          <p:cNvSpPr txBox="1"/>
          <p:nvPr>
            <p:ph idx="1" type="subTitle"/>
          </p:nvPr>
        </p:nvSpPr>
        <p:spPr>
          <a:xfrm>
            <a:off x="2205643" y="6130279"/>
            <a:ext cx="13716000" cy="24828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de-DE" sz="3500"/>
              <a:t>Let’s collect in the plenary</a:t>
            </a:r>
            <a:endParaRPr sz="35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28"/>
          <p:cNvSpPr txBox="1"/>
          <p:nvPr>
            <p:ph type="title"/>
          </p:nvPr>
        </p:nvSpPr>
        <p:spPr>
          <a:xfrm>
            <a:off x="1944000" y="1301860"/>
            <a:ext cx="14400000" cy="1260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lang="de-DE"/>
              <a:t>Reading Tips</a:t>
            </a:r>
            <a:endParaRPr b="1"/>
          </a:p>
        </p:txBody>
      </p:sp>
      <p:sp>
        <p:nvSpPr>
          <p:cNvPr id="347" name="Google Shape;347;p28"/>
          <p:cNvSpPr txBox="1"/>
          <p:nvPr>
            <p:ph idx="1" type="body"/>
          </p:nvPr>
        </p:nvSpPr>
        <p:spPr>
          <a:xfrm>
            <a:off x="1944000" y="2738828"/>
            <a:ext cx="14400000" cy="648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40"/>
              <a:buFont typeface="Arial"/>
              <a:buNone/>
            </a:pPr>
            <a:r>
              <a:rPr b="1" lang="de-DE" sz="3000"/>
              <a:t>A. Reading an extensive text </a:t>
            </a:r>
            <a:r>
              <a:rPr lang="de-DE" sz="3000"/>
              <a:t>(Tropp and Uluğ, 2020)</a:t>
            </a:r>
            <a:endParaRPr sz="3000"/>
          </a:p>
          <a:p>
            <a:pPr indent="-419100" lvl="0" marL="457200" rtl="0" algn="l">
              <a:lnSpc>
                <a:spcPct val="100000"/>
              </a:lnSpc>
              <a:spcBef>
                <a:spcPts val="0"/>
              </a:spcBef>
              <a:spcAft>
                <a:spcPts val="0"/>
              </a:spcAft>
              <a:buSzPts val="3000"/>
              <a:buAutoNum type="arabicPeriod"/>
            </a:pPr>
            <a:r>
              <a:rPr lang="de-DE" sz="3000"/>
              <a:t>Set reading goal: What do I want to know? Why am I reading the text?</a:t>
            </a:r>
            <a:endParaRPr sz="3000"/>
          </a:p>
          <a:p>
            <a:pPr indent="-419100" lvl="0" marL="457200" rtl="0" algn="l">
              <a:lnSpc>
                <a:spcPct val="100000"/>
              </a:lnSpc>
              <a:spcBef>
                <a:spcPts val="0"/>
              </a:spcBef>
              <a:spcAft>
                <a:spcPts val="0"/>
              </a:spcAft>
              <a:buSzPts val="3000"/>
              <a:buAutoNum type="arabicPeriod"/>
            </a:pPr>
            <a:r>
              <a:rPr lang="de-DE" sz="3000"/>
              <a:t>Step 2 depends on the reading goal </a:t>
            </a:r>
            <a:endParaRPr sz="3000"/>
          </a:p>
          <a:p>
            <a:pPr indent="457200" lvl="0" marL="457200" rtl="0" algn="l">
              <a:lnSpc>
                <a:spcPct val="100000"/>
              </a:lnSpc>
              <a:spcBef>
                <a:spcPts val="0"/>
              </a:spcBef>
              <a:spcAft>
                <a:spcPts val="0"/>
              </a:spcAft>
              <a:buNone/>
            </a:pPr>
            <a:r>
              <a:rPr b="1" lang="de-DE" sz="3000"/>
              <a:t>Reading Goal 1:</a:t>
            </a:r>
            <a:r>
              <a:rPr lang="de-DE" sz="3000"/>
              <a:t> How do I get an initial overview of the text?</a:t>
            </a:r>
            <a:endParaRPr sz="3000"/>
          </a:p>
          <a:p>
            <a:pPr indent="0" lvl="0" marL="914400" rtl="0" algn="l">
              <a:lnSpc>
                <a:spcPct val="100000"/>
              </a:lnSpc>
              <a:spcBef>
                <a:spcPts val="0"/>
              </a:spcBef>
              <a:spcAft>
                <a:spcPts val="0"/>
              </a:spcAft>
              <a:buClr>
                <a:schemeClr val="dk1"/>
              </a:buClr>
              <a:buSzPts val="1440"/>
              <a:buNone/>
            </a:pPr>
            <a:r>
              <a:rPr lang="de-DE" sz="3000"/>
              <a:t>Reading strategy: Consult the table of contents, introduction/conclusion or summary</a:t>
            </a:r>
            <a:endParaRPr sz="3000"/>
          </a:p>
          <a:p>
            <a:pPr indent="0" lvl="0" marL="914400" rtl="0" algn="l">
              <a:lnSpc>
                <a:spcPct val="100000"/>
              </a:lnSpc>
              <a:spcBef>
                <a:spcPts val="0"/>
              </a:spcBef>
              <a:spcAft>
                <a:spcPts val="0"/>
              </a:spcAft>
              <a:buClr>
                <a:schemeClr val="dk1"/>
              </a:buClr>
              <a:buSzPts val="1440"/>
              <a:buFont typeface="Arial"/>
              <a:buNone/>
            </a:pPr>
            <a:r>
              <a:rPr b="1" lang="de-DE" sz="3000"/>
              <a:t>Reading Goal 2:</a:t>
            </a:r>
            <a:r>
              <a:rPr lang="de-DE" sz="3000"/>
              <a:t> What is the main message of the text?</a:t>
            </a:r>
            <a:endParaRPr sz="3000"/>
          </a:p>
          <a:p>
            <a:pPr indent="457200" lvl="0" marL="457200" rtl="0" algn="l">
              <a:lnSpc>
                <a:spcPct val="100000"/>
              </a:lnSpc>
              <a:spcBef>
                <a:spcPts val="0"/>
              </a:spcBef>
              <a:spcAft>
                <a:spcPts val="0"/>
              </a:spcAft>
              <a:buClr>
                <a:schemeClr val="dk1"/>
              </a:buClr>
              <a:buSzPts val="1440"/>
              <a:buFont typeface="Arial"/>
              <a:buNone/>
            </a:pPr>
            <a:r>
              <a:rPr lang="de-DE" sz="3000"/>
              <a:t>Reading strategy: In this case: read summary/abstract.</a:t>
            </a:r>
            <a:endParaRPr sz="3000"/>
          </a:p>
          <a:p>
            <a:pPr indent="457200" lvl="0" marL="457200" rtl="0" algn="l">
              <a:lnSpc>
                <a:spcPct val="100000"/>
              </a:lnSpc>
              <a:spcBef>
                <a:spcPts val="0"/>
              </a:spcBef>
              <a:spcAft>
                <a:spcPts val="0"/>
              </a:spcAft>
              <a:buClr>
                <a:schemeClr val="dk1"/>
              </a:buClr>
              <a:buSzPts val="1440"/>
              <a:buNone/>
            </a:pPr>
            <a:r>
              <a:rPr lang="de-DE" sz="3000"/>
              <a:t>Indicators: Search for keywords/phrases (e.g. </a:t>
            </a:r>
            <a:r>
              <a:rPr i="1" lang="de-DE" sz="3000"/>
              <a:t>To sum up…</a:t>
            </a:r>
            <a:r>
              <a:rPr lang="de-DE" sz="3000"/>
              <a:t>, etc.)</a:t>
            </a:r>
            <a:endParaRPr b="1" sz="30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29"/>
          <p:cNvSpPr txBox="1"/>
          <p:nvPr>
            <p:ph type="title"/>
          </p:nvPr>
        </p:nvSpPr>
        <p:spPr>
          <a:xfrm>
            <a:off x="1944000" y="1301860"/>
            <a:ext cx="14400000" cy="1260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lang="de-DE"/>
              <a:t>Reading Tips</a:t>
            </a:r>
            <a:endParaRPr b="1"/>
          </a:p>
        </p:txBody>
      </p:sp>
      <p:sp>
        <p:nvSpPr>
          <p:cNvPr id="354" name="Google Shape;354;p29"/>
          <p:cNvSpPr txBox="1"/>
          <p:nvPr>
            <p:ph idx="1" type="body"/>
          </p:nvPr>
        </p:nvSpPr>
        <p:spPr>
          <a:xfrm>
            <a:off x="1944000" y="2738828"/>
            <a:ext cx="14400000" cy="648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b="1" lang="de-DE" sz="3000"/>
              <a:t>B. Reading a complex, difficult text </a:t>
            </a:r>
            <a:r>
              <a:rPr lang="de-DE" sz="3000"/>
              <a:t>(Wielowiejski, 2020)</a:t>
            </a:r>
            <a:endParaRPr sz="3000"/>
          </a:p>
          <a:p>
            <a:pPr indent="0" lvl="0" marL="0" rtl="0" algn="l">
              <a:lnSpc>
                <a:spcPct val="115000"/>
              </a:lnSpc>
              <a:spcBef>
                <a:spcPts val="1200"/>
              </a:spcBef>
              <a:spcAft>
                <a:spcPts val="0"/>
              </a:spcAft>
              <a:buNone/>
            </a:pPr>
            <a:r>
              <a:rPr i="1" lang="de-DE" sz="3000"/>
              <a:t>Reading objective: Understanding the text</a:t>
            </a:r>
            <a:endParaRPr i="1" sz="3000"/>
          </a:p>
          <a:p>
            <a:pPr indent="-419100" lvl="0" marL="457200" rtl="0" algn="l">
              <a:lnSpc>
                <a:spcPct val="115000"/>
              </a:lnSpc>
              <a:spcBef>
                <a:spcPts val="1200"/>
              </a:spcBef>
              <a:spcAft>
                <a:spcPts val="0"/>
              </a:spcAft>
              <a:buSzPts val="3000"/>
              <a:buAutoNum type="arabicPeriod"/>
            </a:pPr>
            <a:r>
              <a:rPr b="1" lang="de-DE" sz="3000"/>
              <a:t>Gaining an overview of the text structure</a:t>
            </a:r>
            <a:endParaRPr b="1" sz="3000"/>
          </a:p>
          <a:p>
            <a:pPr indent="-419100" lvl="0" marL="457200" rtl="0" algn="l">
              <a:lnSpc>
                <a:spcPct val="115000"/>
              </a:lnSpc>
              <a:spcBef>
                <a:spcPts val="1200"/>
              </a:spcBef>
              <a:spcAft>
                <a:spcPts val="0"/>
              </a:spcAft>
              <a:buSzPts val="3000"/>
              <a:buChar char="●"/>
            </a:pPr>
            <a:r>
              <a:rPr lang="de-DE" sz="3000"/>
              <a:t>Headings as indicators</a:t>
            </a:r>
            <a:endParaRPr sz="3000"/>
          </a:p>
          <a:p>
            <a:pPr indent="-419100" lvl="0" marL="457200" rtl="0" algn="l">
              <a:lnSpc>
                <a:spcPct val="115000"/>
              </a:lnSpc>
              <a:spcBef>
                <a:spcPts val="0"/>
              </a:spcBef>
              <a:spcAft>
                <a:spcPts val="0"/>
              </a:spcAft>
              <a:buSzPts val="3000"/>
              <a:buChar char="●"/>
            </a:pPr>
            <a:r>
              <a:rPr lang="de-DE" sz="3000"/>
              <a:t>Identify text-commenting sections</a:t>
            </a:r>
            <a:endParaRPr sz="3000"/>
          </a:p>
          <a:p>
            <a:pPr indent="-419100" lvl="0" marL="457200" rtl="0" algn="l">
              <a:lnSpc>
                <a:spcPct val="115000"/>
              </a:lnSpc>
              <a:spcBef>
                <a:spcPts val="0"/>
              </a:spcBef>
              <a:spcAft>
                <a:spcPts val="0"/>
              </a:spcAft>
              <a:buSzPts val="3000"/>
              <a:buAutoNum type="arabicPeriod"/>
            </a:pPr>
            <a:r>
              <a:rPr b="1" lang="de-DE" sz="3000"/>
              <a:t>Recognize the aim of the article</a:t>
            </a:r>
            <a:endParaRPr b="1" sz="3000"/>
          </a:p>
          <a:p>
            <a:pPr indent="0" lvl="0" marL="0" rtl="0" algn="l">
              <a:lnSpc>
                <a:spcPct val="115000"/>
              </a:lnSpc>
              <a:spcBef>
                <a:spcPts val="1200"/>
              </a:spcBef>
              <a:spcAft>
                <a:spcPts val="0"/>
              </a:spcAft>
              <a:buNone/>
            </a:pPr>
            <a:r>
              <a:rPr lang="de-DE" sz="3000"/>
              <a:t>Reading strategy: Identify text-commenting sections. Where does the author “speak” about his text, i.e. give you as the reader hints on how to read the text?</a:t>
            </a:r>
            <a:endParaRPr sz="3000"/>
          </a:p>
          <a:p>
            <a:pPr indent="-419100" lvl="0" marL="457200" rtl="0" algn="l">
              <a:lnSpc>
                <a:spcPct val="115000"/>
              </a:lnSpc>
              <a:spcBef>
                <a:spcPts val="1200"/>
              </a:spcBef>
              <a:spcAft>
                <a:spcPts val="0"/>
              </a:spcAft>
              <a:buSzPts val="3000"/>
              <a:buChar char="●"/>
            </a:pPr>
            <a:r>
              <a:rPr i="1" lang="de-DE" sz="3000"/>
              <a:t>Linguistic indicators:</a:t>
            </a:r>
            <a:endParaRPr i="1" sz="3000"/>
          </a:p>
          <a:p>
            <a:pPr indent="-419100" lvl="1" marL="914400" rtl="0" algn="l">
              <a:lnSpc>
                <a:spcPct val="115000"/>
              </a:lnSpc>
              <a:spcBef>
                <a:spcPts val="1200"/>
              </a:spcBef>
              <a:spcAft>
                <a:spcPts val="0"/>
              </a:spcAft>
              <a:buSzPts val="3000"/>
              <a:buChar char="○"/>
            </a:pPr>
            <a:r>
              <a:rPr lang="de-DE" sz="3000"/>
              <a:t>In the following</a:t>
            </a:r>
            <a:endParaRPr sz="3000"/>
          </a:p>
          <a:p>
            <a:pPr indent="-419100" lvl="1" marL="914400" rtl="0" algn="l">
              <a:lnSpc>
                <a:spcPct val="115000"/>
              </a:lnSpc>
              <a:spcBef>
                <a:spcPts val="0"/>
              </a:spcBef>
              <a:spcAft>
                <a:spcPts val="0"/>
              </a:spcAft>
              <a:buSzPts val="3000"/>
              <a:buChar char="○"/>
            </a:pPr>
            <a:r>
              <a:rPr lang="de-DE" sz="3000"/>
              <a:t>First of all, it is about...</a:t>
            </a:r>
            <a:endParaRPr sz="3000"/>
          </a:p>
          <a:p>
            <a:pPr indent="-419100" lvl="1" marL="914400" rtl="0" algn="l">
              <a:lnSpc>
                <a:spcPct val="115000"/>
              </a:lnSpc>
              <a:spcBef>
                <a:spcPts val="0"/>
              </a:spcBef>
              <a:spcAft>
                <a:spcPts val="1200"/>
              </a:spcAft>
              <a:buSzPts val="3000"/>
              <a:buChar char="○"/>
            </a:pPr>
            <a:r>
              <a:rPr lang="de-DE" sz="3000"/>
              <a:t>Finally, should/will..</a:t>
            </a:r>
            <a:endParaRPr b="1" sz="30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30"/>
          <p:cNvSpPr txBox="1"/>
          <p:nvPr>
            <p:ph type="title"/>
          </p:nvPr>
        </p:nvSpPr>
        <p:spPr>
          <a:xfrm>
            <a:off x="1944000" y="1301860"/>
            <a:ext cx="14400000" cy="1260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lang="de-DE"/>
              <a:t>Reading Tips</a:t>
            </a:r>
            <a:endParaRPr b="1"/>
          </a:p>
        </p:txBody>
      </p:sp>
      <p:sp>
        <p:nvSpPr>
          <p:cNvPr id="361" name="Google Shape;361;p30"/>
          <p:cNvSpPr txBox="1"/>
          <p:nvPr>
            <p:ph idx="1" type="body"/>
          </p:nvPr>
        </p:nvSpPr>
        <p:spPr>
          <a:xfrm>
            <a:off x="1944000" y="2738828"/>
            <a:ext cx="14400000" cy="648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de-DE" sz="3000"/>
              <a:t>3) Activate prior knowledge</a:t>
            </a:r>
            <a:endParaRPr b="1" sz="3000"/>
          </a:p>
          <a:p>
            <a:pPr indent="0" lvl="0" marL="0" rtl="0" algn="l">
              <a:lnSpc>
                <a:spcPct val="115000"/>
              </a:lnSpc>
              <a:spcBef>
                <a:spcPts val="1200"/>
              </a:spcBef>
              <a:spcAft>
                <a:spcPts val="0"/>
              </a:spcAft>
              <a:buClr>
                <a:schemeClr val="dk1"/>
              </a:buClr>
              <a:buSzPts val="1100"/>
              <a:buFont typeface="Arial"/>
              <a:buNone/>
            </a:pPr>
            <a:r>
              <a:rPr lang="de-DE" sz="3000"/>
              <a:t>Scientists </a:t>
            </a:r>
            <a:r>
              <a:rPr i="1" lang="de-DE" sz="3000"/>
              <a:t>always </a:t>
            </a:r>
            <a:r>
              <a:rPr lang="de-DE" sz="3000"/>
              <a:t>connect their own statements with previously published ones.</a:t>
            </a:r>
            <a:br>
              <a:rPr lang="de-DE" sz="3000"/>
            </a:br>
            <a:endParaRPr sz="3000"/>
          </a:p>
          <a:p>
            <a:pPr indent="0" lvl="0" marL="0" rtl="0" algn="l">
              <a:lnSpc>
                <a:spcPct val="115000"/>
              </a:lnSpc>
              <a:spcBef>
                <a:spcPts val="1200"/>
              </a:spcBef>
              <a:spcAft>
                <a:spcPts val="0"/>
              </a:spcAft>
              <a:buClr>
                <a:schemeClr val="dk1"/>
              </a:buClr>
              <a:buSzPts val="1100"/>
              <a:buFont typeface="Arial"/>
              <a:buNone/>
            </a:pPr>
            <a:r>
              <a:rPr lang="de-DE" sz="3000"/>
              <a:t>Reading strategy:</a:t>
            </a:r>
            <a:endParaRPr sz="3000"/>
          </a:p>
          <a:p>
            <a:pPr indent="457200" lvl="0" marL="0" rtl="0" algn="l">
              <a:lnSpc>
                <a:spcPct val="115000"/>
              </a:lnSpc>
              <a:spcBef>
                <a:spcPts val="1200"/>
              </a:spcBef>
              <a:spcAft>
                <a:spcPts val="0"/>
              </a:spcAft>
              <a:buClr>
                <a:schemeClr val="dk1"/>
              </a:buClr>
              <a:buSzPts val="1100"/>
              <a:buFont typeface="Arial"/>
              <a:buNone/>
            </a:pPr>
            <a:r>
              <a:rPr lang="de-DE" sz="3000"/>
              <a:t>a) Identify who is “speaking” in the text and when:</a:t>
            </a:r>
            <a:endParaRPr sz="3000"/>
          </a:p>
          <a:p>
            <a:pPr indent="0" lvl="0" marL="457200" rtl="0" algn="l">
              <a:lnSpc>
                <a:spcPct val="115000"/>
              </a:lnSpc>
              <a:spcBef>
                <a:spcPts val="1200"/>
              </a:spcBef>
              <a:spcAft>
                <a:spcPts val="0"/>
              </a:spcAft>
              <a:buClr>
                <a:schemeClr val="dk1"/>
              </a:buClr>
              <a:buSzPts val="1100"/>
              <a:buFont typeface="Arial"/>
              <a:buNone/>
            </a:pPr>
            <a:r>
              <a:rPr lang="de-DE" sz="3000"/>
              <a:t>Where does the author present positions of others or refer from the literature? What does he “say” himself?</a:t>
            </a:r>
            <a:endParaRPr sz="3000"/>
          </a:p>
          <a:p>
            <a:pPr indent="457200" lvl="0" marL="0" rtl="0" algn="l">
              <a:lnSpc>
                <a:spcPct val="115000"/>
              </a:lnSpc>
              <a:spcBef>
                <a:spcPts val="1200"/>
              </a:spcBef>
              <a:spcAft>
                <a:spcPts val="0"/>
              </a:spcAft>
              <a:buClr>
                <a:schemeClr val="dk1"/>
              </a:buClr>
              <a:buSzPts val="1100"/>
              <a:buFont typeface="Arial"/>
              <a:buNone/>
            </a:pPr>
            <a:r>
              <a:rPr i="1" lang="de-DE" sz="3000"/>
              <a:t>Indicators</a:t>
            </a:r>
            <a:r>
              <a:rPr lang="de-DE" sz="3000"/>
              <a:t>: Where is the subjunctive mood used? Where is quoted/referenced?</a:t>
            </a:r>
            <a:endParaRPr sz="3000"/>
          </a:p>
          <a:p>
            <a:pPr indent="0" lvl="0" marL="457200" rtl="0" algn="l">
              <a:lnSpc>
                <a:spcPct val="115000"/>
              </a:lnSpc>
              <a:spcBef>
                <a:spcPts val="1200"/>
              </a:spcBef>
              <a:spcAft>
                <a:spcPts val="0"/>
              </a:spcAft>
              <a:buClr>
                <a:schemeClr val="dk1"/>
              </a:buClr>
              <a:buSzPts val="1100"/>
              <a:buFont typeface="Arial"/>
              <a:buNone/>
            </a:pPr>
            <a:r>
              <a:rPr lang="de-DE" sz="3000"/>
              <a:t>b) Determine what role the author assigns to the positions presented (see handout on citation). What is the author's intention? Formulates hypotheses.</a:t>
            </a:r>
            <a:endParaRPr sz="3000"/>
          </a:p>
          <a:p>
            <a:pPr indent="457200" lvl="0" marL="0" rtl="0" algn="l">
              <a:lnSpc>
                <a:spcPct val="115000"/>
              </a:lnSpc>
              <a:spcBef>
                <a:spcPts val="1200"/>
              </a:spcBef>
              <a:spcAft>
                <a:spcPts val="1200"/>
              </a:spcAft>
              <a:buNone/>
            </a:pPr>
            <a:r>
              <a:rPr i="1" lang="de-DE" sz="3000"/>
              <a:t>Indicators</a:t>
            </a:r>
            <a:r>
              <a:rPr lang="de-DE" sz="3000"/>
              <a:t>: Which verbs are used?</a:t>
            </a:r>
            <a:endParaRPr sz="30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31"/>
          <p:cNvSpPr txBox="1"/>
          <p:nvPr>
            <p:ph type="title"/>
          </p:nvPr>
        </p:nvSpPr>
        <p:spPr>
          <a:xfrm>
            <a:off x="1944000" y="1301860"/>
            <a:ext cx="14400000" cy="1260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lang="de-DE"/>
              <a:t>Reading Tips</a:t>
            </a:r>
            <a:endParaRPr b="1"/>
          </a:p>
        </p:txBody>
      </p:sp>
      <p:sp>
        <p:nvSpPr>
          <p:cNvPr id="368" name="Google Shape;368;p31"/>
          <p:cNvSpPr txBox="1"/>
          <p:nvPr>
            <p:ph idx="1" type="body"/>
          </p:nvPr>
        </p:nvSpPr>
        <p:spPr>
          <a:xfrm>
            <a:off x="1944000" y="2738828"/>
            <a:ext cx="14400000" cy="648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de-DE" sz="3000"/>
              <a:t>4) Identify problems with comprehension</a:t>
            </a:r>
            <a:endParaRPr b="1" sz="3000"/>
          </a:p>
          <a:p>
            <a:pPr indent="0" lvl="0" marL="0" rtl="0" algn="l">
              <a:lnSpc>
                <a:spcPct val="115000"/>
              </a:lnSpc>
              <a:spcBef>
                <a:spcPts val="1200"/>
              </a:spcBef>
              <a:spcAft>
                <a:spcPts val="0"/>
              </a:spcAft>
              <a:buClr>
                <a:schemeClr val="dk1"/>
              </a:buClr>
              <a:buSzPts val="1100"/>
              <a:buFont typeface="Arial"/>
              <a:buNone/>
            </a:pPr>
            <a:r>
              <a:rPr lang="de-DE" sz="3000"/>
              <a:t>Reading strategy: Identify unknown technical terms/concepts/... </a:t>
            </a:r>
            <a:endParaRPr sz="3000"/>
          </a:p>
          <a:p>
            <a:pPr indent="-419100" lvl="0" marL="457200" rtl="0" algn="l">
              <a:lnSpc>
                <a:spcPct val="115000"/>
              </a:lnSpc>
              <a:spcBef>
                <a:spcPts val="1200"/>
              </a:spcBef>
              <a:spcAft>
                <a:spcPts val="0"/>
              </a:spcAft>
              <a:buSzPts val="3000"/>
              <a:buChar char="●"/>
            </a:pPr>
            <a:r>
              <a:rPr lang="de-DE" sz="3000"/>
              <a:t>Which ones are essential for your understanding?</a:t>
            </a:r>
            <a:endParaRPr sz="3000"/>
          </a:p>
          <a:p>
            <a:pPr indent="-419100" lvl="0" marL="457200" rtl="0" algn="l">
              <a:lnSpc>
                <a:spcPct val="115000"/>
              </a:lnSpc>
              <a:spcBef>
                <a:spcPts val="0"/>
              </a:spcBef>
              <a:spcAft>
                <a:spcPts val="0"/>
              </a:spcAft>
              <a:buSzPts val="3000"/>
              <a:buChar char="●"/>
            </a:pPr>
            <a:r>
              <a:rPr lang="de-DE" sz="3000"/>
              <a:t>Which ones can you </a:t>
            </a:r>
            <a:r>
              <a:rPr lang="de-DE" sz="3000"/>
              <a:t>figure</a:t>
            </a:r>
            <a:r>
              <a:rPr lang="de-DE" sz="3000"/>
              <a:t> out by yourself?</a:t>
            </a:r>
            <a:endParaRPr sz="3000"/>
          </a:p>
          <a:p>
            <a:pPr indent="-419100" lvl="0" marL="457200" rtl="0" algn="l">
              <a:lnSpc>
                <a:spcPct val="115000"/>
              </a:lnSpc>
              <a:spcBef>
                <a:spcPts val="0"/>
              </a:spcBef>
              <a:spcAft>
                <a:spcPts val="0"/>
              </a:spcAft>
              <a:buSzPts val="3000"/>
              <a:buChar char="●"/>
            </a:pPr>
            <a:r>
              <a:rPr lang="de-DE" sz="3000"/>
              <a:t>Which ones do you need to ask about in the seminar (because they are too complex for you to figure out yourself)?</a:t>
            </a:r>
            <a:br>
              <a:rPr lang="de-DE" sz="3000"/>
            </a:br>
            <a:endParaRPr sz="3000"/>
          </a:p>
          <a:p>
            <a:pPr indent="0" lvl="0" marL="0" rtl="0" algn="l">
              <a:lnSpc>
                <a:spcPct val="115000"/>
              </a:lnSpc>
              <a:spcBef>
                <a:spcPts val="1200"/>
              </a:spcBef>
              <a:spcAft>
                <a:spcPts val="0"/>
              </a:spcAft>
              <a:buClr>
                <a:schemeClr val="dk1"/>
              </a:buClr>
              <a:buSzPts val="1100"/>
              <a:buFont typeface="Arial"/>
              <a:buNone/>
            </a:pPr>
            <a:r>
              <a:rPr b="1" lang="de-DE" sz="3000"/>
              <a:t>5) Reconstruct the line of argumentation</a:t>
            </a:r>
            <a:endParaRPr b="1" sz="3000"/>
          </a:p>
          <a:p>
            <a:pPr indent="-419100" lvl="0" marL="457200" rtl="0" algn="l">
              <a:lnSpc>
                <a:spcPct val="115000"/>
              </a:lnSpc>
              <a:spcBef>
                <a:spcPts val="1200"/>
              </a:spcBef>
              <a:spcAft>
                <a:spcPts val="0"/>
              </a:spcAft>
              <a:buSzPts val="3000"/>
              <a:buChar char="●"/>
            </a:pPr>
            <a:r>
              <a:rPr lang="de-DE" sz="3000"/>
              <a:t>Where does the author start from?</a:t>
            </a:r>
            <a:endParaRPr sz="3000"/>
          </a:p>
          <a:p>
            <a:pPr indent="-419100" lvl="0" marL="457200" rtl="0" algn="l">
              <a:lnSpc>
                <a:spcPct val="115000"/>
              </a:lnSpc>
              <a:spcBef>
                <a:spcPts val="0"/>
              </a:spcBef>
              <a:spcAft>
                <a:spcPts val="0"/>
              </a:spcAft>
              <a:buSzPts val="3000"/>
              <a:buChar char="●"/>
            </a:pPr>
            <a:r>
              <a:rPr lang="de-DE" sz="3000"/>
              <a:t>What is his goal?</a:t>
            </a:r>
            <a:endParaRPr sz="3000"/>
          </a:p>
          <a:p>
            <a:pPr indent="-419100" lvl="0" marL="457200" rtl="0" algn="l">
              <a:lnSpc>
                <a:spcPct val="115000"/>
              </a:lnSpc>
              <a:spcBef>
                <a:spcPts val="0"/>
              </a:spcBef>
              <a:spcAft>
                <a:spcPts val="0"/>
              </a:spcAft>
              <a:buSzPts val="3000"/>
              <a:buChar char="●"/>
            </a:pPr>
            <a:r>
              <a:rPr lang="de-DE" sz="3000"/>
              <a:t>How does he achieve it?</a:t>
            </a:r>
            <a:endParaRPr sz="30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32"/>
          <p:cNvSpPr txBox="1"/>
          <p:nvPr>
            <p:ph type="title"/>
          </p:nvPr>
        </p:nvSpPr>
        <p:spPr>
          <a:xfrm>
            <a:off x="1944000" y="1301860"/>
            <a:ext cx="14400000" cy="1260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lang="de-DE"/>
              <a:t>Reading Tips</a:t>
            </a:r>
            <a:endParaRPr b="1"/>
          </a:p>
        </p:txBody>
      </p:sp>
      <p:sp>
        <p:nvSpPr>
          <p:cNvPr id="375" name="Google Shape;375;p32"/>
          <p:cNvSpPr txBox="1"/>
          <p:nvPr>
            <p:ph idx="1" type="body"/>
          </p:nvPr>
        </p:nvSpPr>
        <p:spPr>
          <a:xfrm>
            <a:off x="1944000" y="2738828"/>
            <a:ext cx="14400000" cy="648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b="1" lang="de-DE" sz="3000"/>
              <a:t>6) Reflection</a:t>
            </a:r>
            <a:endParaRPr b="1" sz="3000"/>
          </a:p>
          <a:p>
            <a:pPr indent="0" lvl="0" marL="0" rtl="0" algn="l">
              <a:lnSpc>
                <a:spcPct val="115000"/>
              </a:lnSpc>
              <a:spcBef>
                <a:spcPts val="1200"/>
              </a:spcBef>
              <a:spcAft>
                <a:spcPts val="0"/>
              </a:spcAft>
              <a:buNone/>
            </a:pPr>
            <a:r>
              <a:rPr lang="de-DE" sz="3000"/>
              <a:t>Summarize:</a:t>
            </a:r>
            <a:endParaRPr sz="3000"/>
          </a:p>
          <a:p>
            <a:pPr indent="-419100" lvl="0" marL="457200" rtl="0" algn="l">
              <a:lnSpc>
                <a:spcPct val="115000"/>
              </a:lnSpc>
              <a:spcBef>
                <a:spcPts val="1200"/>
              </a:spcBef>
              <a:spcAft>
                <a:spcPts val="0"/>
              </a:spcAft>
              <a:buSzPts val="3000"/>
              <a:buChar char="●"/>
            </a:pPr>
            <a:r>
              <a:rPr lang="de-DE" sz="3000"/>
              <a:t>What do you take away?</a:t>
            </a:r>
            <a:endParaRPr sz="3000"/>
          </a:p>
          <a:p>
            <a:pPr indent="-419100" lvl="0" marL="457200" rtl="0" algn="l">
              <a:lnSpc>
                <a:spcPct val="115000"/>
              </a:lnSpc>
              <a:spcBef>
                <a:spcPts val="0"/>
              </a:spcBef>
              <a:spcAft>
                <a:spcPts val="0"/>
              </a:spcAft>
              <a:buSzPts val="3000"/>
              <a:buChar char="●"/>
            </a:pPr>
            <a:r>
              <a:rPr lang="de-DE" sz="3000"/>
              <a:t>What has been left unresolved?</a:t>
            </a:r>
            <a:endParaRPr sz="3000"/>
          </a:p>
          <a:p>
            <a:pPr indent="-419100" lvl="0" marL="457200" rtl="0" algn="l">
              <a:lnSpc>
                <a:spcPct val="115000"/>
              </a:lnSpc>
              <a:spcBef>
                <a:spcPts val="0"/>
              </a:spcBef>
              <a:spcAft>
                <a:spcPts val="0"/>
              </a:spcAft>
              <a:buSzPts val="3000"/>
              <a:buChar char="●"/>
            </a:pPr>
            <a:r>
              <a:rPr lang="de-DE" sz="3000"/>
              <a:t>What would you like to develop further?</a:t>
            </a:r>
            <a:br>
              <a:rPr lang="de-DE" sz="3000"/>
            </a:br>
            <a:endParaRPr b="1" sz="3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33"/>
          <p:cNvSpPr txBox="1"/>
          <p:nvPr>
            <p:ph type="title"/>
          </p:nvPr>
        </p:nvSpPr>
        <p:spPr>
          <a:xfrm>
            <a:off x="1944000" y="1301860"/>
            <a:ext cx="14400000" cy="1260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lang="de-DE"/>
              <a:t>English Academic Texts</a:t>
            </a:r>
            <a:endParaRPr b="1"/>
          </a:p>
        </p:txBody>
      </p:sp>
      <p:sp>
        <p:nvSpPr>
          <p:cNvPr id="382" name="Google Shape;382;p33"/>
          <p:cNvSpPr txBox="1"/>
          <p:nvPr>
            <p:ph idx="1" type="body"/>
          </p:nvPr>
        </p:nvSpPr>
        <p:spPr>
          <a:xfrm>
            <a:off x="1944000" y="2738828"/>
            <a:ext cx="14400000" cy="648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lang="de-DE" sz="3000"/>
              <a:t>The text by Miller and Walsh (2015) is a </a:t>
            </a:r>
            <a:r>
              <a:rPr b="1" lang="de-DE" sz="3000"/>
              <a:t>typical academic text in English </a:t>
            </a:r>
            <a:r>
              <a:rPr lang="de-DE" sz="3000"/>
              <a:t>and therefore another “text genre” that you will probably come across from time to time. There are also strategies for these types of texts with particularly promising results:</a:t>
            </a:r>
            <a:endParaRPr sz="3000"/>
          </a:p>
          <a:p>
            <a:pPr indent="-419100" lvl="0" marL="457200" rtl="0" algn="l">
              <a:lnSpc>
                <a:spcPct val="115000"/>
              </a:lnSpc>
              <a:spcBef>
                <a:spcPts val="1200"/>
              </a:spcBef>
              <a:spcAft>
                <a:spcPts val="0"/>
              </a:spcAft>
              <a:buSzPts val="3000"/>
              <a:buChar char="●"/>
            </a:pPr>
            <a:r>
              <a:rPr lang="de-DE" sz="3000"/>
              <a:t>Skimming</a:t>
            </a:r>
            <a:endParaRPr sz="3000"/>
          </a:p>
          <a:p>
            <a:pPr indent="-419100" lvl="0" marL="457200" rtl="0" algn="l">
              <a:lnSpc>
                <a:spcPct val="115000"/>
              </a:lnSpc>
              <a:spcBef>
                <a:spcPts val="0"/>
              </a:spcBef>
              <a:spcAft>
                <a:spcPts val="0"/>
              </a:spcAft>
              <a:buSzPts val="3000"/>
              <a:buChar char="●"/>
            </a:pPr>
            <a:r>
              <a:rPr lang="de-DE" sz="3000"/>
              <a:t>Close reading</a:t>
            </a:r>
            <a:endParaRPr sz="30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34"/>
          <p:cNvSpPr txBox="1"/>
          <p:nvPr>
            <p:ph type="title"/>
          </p:nvPr>
        </p:nvSpPr>
        <p:spPr>
          <a:xfrm>
            <a:off x="1944000" y="1301860"/>
            <a:ext cx="14400000" cy="1260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lang="de-DE" sz="4850"/>
              <a:t>Strategies for English Texts</a:t>
            </a:r>
            <a:endParaRPr b="1" sz="4850"/>
          </a:p>
          <a:p>
            <a:pPr indent="0" lvl="0" marL="0" rtl="0" algn="l">
              <a:lnSpc>
                <a:spcPct val="90000"/>
              </a:lnSpc>
              <a:spcBef>
                <a:spcPts val="0"/>
              </a:spcBef>
              <a:spcAft>
                <a:spcPts val="0"/>
              </a:spcAft>
              <a:buClr>
                <a:schemeClr val="dk1"/>
              </a:buClr>
              <a:buSzPts val="4400"/>
              <a:buFont typeface="Arial"/>
              <a:buNone/>
            </a:pPr>
            <a:r>
              <a:rPr lang="de-DE" sz="2900"/>
              <a:t>(Miller and Walsh, 2015)</a:t>
            </a:r>
            <a:endParaRPr sz="2900"/>
          </a:p>
        </p:txBody>
      </p:sp>
      <p:sp>
        <p:nvSpPr>
          <p:cNvPr id="389" name="Google Shape;389;p34"/>
          <p:cNvSpPr txBox="1"/>
          <p:nvPr>
            <p:ph idx="1" type="body"/>
          </p:nvPr>
        </p:nvSpPr>
        <p:spPr>
          <a:xfrm>
            <a:off x="1944000" y="2738828"/>
            <a:ext cx="14400000" cy="648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de-DE" sz="2100"/>
              <a:t>Reading strategy for group 1: Skimming</a:t>
            </a:r>
            <a:endParaRPr b="1" sz="2100"/>
          </a:p>
          <a:p>
            <a:pPr indent="0" lvl="0" marL="0" rtl="0" algn="l">
              <a:lnSpc>
                <a:spcPct val="115000"/>
              </a:lnSpc>
              <a:spcBef>
                <a:spcPts val="1200"/>
              </a:spcBef>
              <a:spcAft>
                <a:spcPts val="0"/>
              </a:spcAft>
              <a:buClr>
                <a:schemeClr val="dk1"/>
              </a:buClr>
              <a:buSzPts val="1100"/>
              <a:buFont typeface="Arial"/>
              <a:buNone/>
            </a:pPr>
            <a:r>
              <a:rPr lang="de-DE" sz="2100"/>
              <a:t>Using the PDF file or a printed copy of (Miller and Walsh, 2015), quickly read the section on </a:t>
            </a:r>
            <a:r>
              <a:rPr i="1" lang="de-DE" sz="2100"/>
              <a:t>Metadata </a:t>
            </a:r>
            <a:r>
              <a:rPr lang="de-DE" sz="2100"/>
              <a:t>in its entirety (pp.7-10). </a:t>
            </a:r>
            <a:r>
              <a:rPr b="1" lang="de-DE" sz="2100"/>
              <a:t>One option is to read only the first sentence of a paragraph (</a:t>
            </a:r>
            <a:r>
              <a:rPr b="1" i="1" lang="de-DE" sz="2100"/>
              <a:t>topic sentence</a:t>
            </a:r>
            <a:r>
              <a:rPr b="1" lang="de-DE" sz="2100"/>
              <a:t>).</a:t>
            </a:r>
            <a:endParaRPr b="1" sz="2100"/>
          </a:p>
          <a:p>
            <a:pPr indent="0" lvl="0" marL="0" rtl="0" algn="l">
              <a:lnSpc>
                <a:spcPct val="115000"/>
              </a:lnSpc>
              <a:spcBef>
                <a:spcPts val="1200"/>
              </a:spcBef>
              <a:spcAft>
                <a:spcPts val="0"/>
              </a:spcAft>
              <a:buClr>
                <a:schemeClr val="dk1"/>
              </a:buClr>
              <a:buSzPts val="1100"/>
              <a:buFont typeface="Arial"/>
              <a:buNone/>
            </a:pPr>
            <a:r>
              <a:rPr i="1" lang="de-DE" sz="2100"/>
              <a:t>(Note that this approach to reading texts only works if the academic text is written in English and has not been translated from another language)</a:t>
            </a:r>
            <a:br>
              <a:rPr i="1" lang="de-DE" sz="2100"/>
            </a:br>
            <a:endParaRPr i="1" sz="2100"/>
          </a:p>
          <a:p>
            <a:pPr indent="0" lvl="0" marL="0" rtl="0" algn="l">
              <a:lnSpc>
                <a:spcPct val="115000"/>
              </a:lnSpc>
              <a:spcBef>
                <a:spcPts val="1200"/>
              </a:spcBef>
              <a:spcAft>
                <a:spcPts val="0"/>
              </a:spcAft>
              <a:buClr>
                <a:schemeClr val="dk1"/>
              </a:buClr>
              <a:buSzPts val="1100"/>
              <a:buFont typeface="Arial"/>
              <a:buNone/>
            </a:pPr>
            <a:r>
              <a:rPr b="1" lang="de-DE" sz="2100"/>
              <a:t>Reading strategy for group 2: Close reading</a:t>
            </a:r>
            <a:endParaRPr b="1" sz="2100"/>
          </a:p>
          <a:p>
            <a:pPr indent="0" lvl="0" marL="0" rtl="0" algn="l">
              <a:lnSpc>
                <a:spcPct val="115000"/>
              </a:lnSpc>
              <a:spcBef>
                <a:spcPts val="1200"/>
              </a:spcBef>
              <a:spcAft>
                <a:spcPts val="0"/>
              </a:spcAft>
              <a:buClr>
                <a:schemeClr val="dk1"/>
              </a:buClr>
              <a:buSzPts val="1100"/>
              <a:buFont typeface="Arial"/>
              <a:buNone/>
            </a:pPr>
            <a:r>
              <a:rPr lang="de-DE" sz="2100"/>
              <a:t>Focus on the first three full paragraphs of the section on </a:t>
            </a:r>
            <a:r>
              <a:rPr i="1" lang="de-DE" sz="2100"/>
              <a:t>Metadata </a:t>
            </a:r>
            <a:r>
              <a:rPr lang="de-DE" sz="2100"/>
              <a:t>(p.7f) and </a:t>
            </a:r>
            <a:r>
              <a:rPr b="1" lang="de-DE" sz="2100"/>
              <a:t>read this part as carefully as your time allows</a:t>
            </a:r>
            <a:r>
              <a:rPr lang="de-DE" sz="2100"/>
              <a:t>. For example, you can,</a:t>
            </a:r>
            <a:endParaRPr sz="2100"/>
          </a:p>
          <a:p>
            <a:pPr indent="-361950" lvl="0" marL="457200" rtl="0" algn="l">
              <a:lnSpc>
                <a:spcPct val="115000"/>
              </a:lnSpc>
              <a:spcBef>
                <a:spcPts val="1200"/>
              </a:spcBef>
              <a:spcAft>
                <a:spcPts val="0"/>
              </a:spcAft>
              <a:buSzPts val="2100"/>
              <a:buChar char="●"/>
            </a:pPr>
            <a:r>
              <a:rPr lang="de-DE" sz="2100"/>
              <a:t>highlight, underline or circle key words and phrases</a:t>
            </a:r>
            <a:endParaRPr sz="2100"/>
          </a:p>
          <a:p>
            <a:pPr indent="-361950" lvl="0" marL="457200" rtl="0" algn="l">
              <a:lnSpc>
                <a:spcPct val="115000"/>
              </a:lnSpc>
              <a:spcBef>
                <a:spcPts val="0"/>
              </a:spcBef>
              <a:spcAft>
                <a:spcPts val="0"/>
              </a:spcAft>
              <a:buSzPts val="2100"/>
              <a:buChar char="●"/>
            </a:pPr>
            <a:r>
              <a:rPr lang="de-DE" sz="2100"/>
              <a:t>add comments, short summaries or questions</a:t>
            </a:r>
            <a:endParaRPr sz="2100"/>
          </a:p>
          <a:p>
            <a:pPr indent="-361950" lvl="0" marL="457200" rtl="0" algn="l">
              <a:lnSpc>
                <a:spcPct val="115000"/>
              </a:lnSpc>
              <a:spcBef>
                <a:spcPts val="0"/>
              </a:spcBef>
              <a:spcAft>
                <a:spcPts val="0"/>
              </a:spcAft>
              <a:buSzPts val="2100"/>
              <a:buChar char="●"/>
            </a:pPr>
            <a:r>
              <a:rPr lang="de-DE" sz="2100"/>
              <a:t>Paraphrase one or more paragraphs</a:t>
            </a:r>
            <a:endParaRPr sz="2100"/>
          </a:p>
          <a:p>
            <a:pPr indent="-361950" lvl="0" marL="457200" rtl="0" algn="l">
              <a:lnSpc>
                <a:spcPct val="115000"/>
              </a:lnSpc>
              <a:spcBef>
                <a:spcPts val="0"/>
              </a:spcBef>
              <a:spcAft>
                <a:spcPts val="0"/>
              </a:spcAft>
              <a:buSzPts val="2100"/>
              <a:buChar char="●"/>
            </a:pPr>
            <a:r>
              <a:rPr lang="de-DE" sz="2100"/>
              <a:t>take notes on a separate sheet of paper or in a new file</a:t>
            </a:r>
            <a:endParaRPr sz="2100"/>
          </a:p>
          <a:p>
            <a:pPr indent="0" lvl="0" marL="0" rtl="0" algn="l">
              <a:lnSpc>
                <a:spcPct val="115000"/>
              </a:lnSpc>
              <a:spcBef>
                <a:spcPts val="1200"/>
              </a:spcBef>
              <a:spcAft>
                <a:spcPts val="1200"/>
              </a:spcAft>
              <a:buNone/>
            </a:pPr>
            <a:r>
              <a:rPr lang="de-DE" sz="2100"/>
              <a:t>and so on</a:t>
            </a:r>
            <a:endParaRPr b="1" sz="21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35"/>
          <p:cNvSpPr txBox="1"/>
          <p:nvPr>
            <p:ph type="title"/>
          </p:nvPr>
        </p:nvSpPr>
        <p:spPr>
          <a:xfrm>
            <a:off x="1944000" y="1301860"/>
            <a:ext cx="14400000" cy="1260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lang="de-DE"/>
              <a:t>Task: Trying Out Strategies</a:t>
            </a:r>
            <a:endParaRPr b="1"/>
          </a:p>
        </p:txBody>
      </p:sp>
      <p:sp>
        <p:nvSpPr>
          <p:cNvPr id="396" name="Google Shape;396;p35"/>
          <p:cNvSpPr txBox="1"/>
          <p:nvPr>
            <p:ph idx="1" type="body"/>
          </p:nvPr>
        </p:nvSpPr>
        <p:spPr>
          <a:xfrm>
            <a:off x="1944000" y="2738828"/>
            <a:ext cx="14400000" cy="648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lang="de-DE" sz="3000"/>
              <a:t>Take notes on what you think are the most important points of the section you have read, as well as any other observations you think are relevant.</a:t>
            </a:r>
            <a:endParaRPr sz="3000"/>
          </a:p>
          <a:p>
            <a:pPr indent="0" lvl="0" marL="0" rtl="0" algn="l">
              <a:lnSpc>
                <a:spcPct val="115000"/>
              </a:lnSpc>
              <a:spcBef>
                <a:spcPts val="1200"/>
              </a:spcBef>
              <a:spcAft>
                <a:spcPts val="0"/>
              </a:spcAft>
              <a:buNone/>
            </a:pPr>
            <a:r>
              <a:rPr lang="de-DE" sz="3000"/>
              <a:t>Try to get a rough idea of how the authors presented their ideas: Can you recognize a strategy or internal logic?</a:t>
            </a:r>
            <a:br>
              <a:rPr lang="de-DE" sz="3000"/>
            </a:br>
            <a:endParaRPr sz="3000"/>
          </a:p>
          <a:p>
            <a:pPr indent="0" lvl="0" marL="0" rtl="0" algn="l">
              <a:lnSpc>
                <a:spcPct val="115000"/>
              </a:lnSpc>
              <a:spcBef>
                <a:spcPts val="1200"/>
              </a:spcBef>
              <a:spcAft>
                <a:spcPts val="0"/>
              </a:spcAft>
              <a:buNone/>
            </a:pPr>
            <a:r>
              <a:rPr b="1" lang="de-DE" sz="3000"/>
              <a:t>Then discuss in the plenary:</a:t>
            </a:r>
            <a:endParaRPr b="1" sz="3000"/>
          </a:p>
          <a:p>
            <a:pPr indent="-298450" lvl="0" marL="457200" rtl="0" algn="l">
              <a:lnSpc>
                <a:spcPct val="115000"/>
              </a:lnSpc>
              <a:spcBef>
                <a:spcPts val="1200"/>
              </a:spcBef>
              <a:spcAft>
                <a:spcPts val="0"/>
              </a:spcAft>
              <a:buSzPts val="1100"/>
              <a:buChar char="●"/>
            </a:pPr>
            <a:r>
              <a:rPr lang="de-DE" sz="3000"/>
              <a:t>Did both groups grasp or perceive the text differently?</a:t>
            </a:r>
            <a:endParaRPr sz="3000"/>
          </a:p>
          <a:p>
            <a:pPr indent="-298450" lvl="0" marL="457200" rtl="0" algn="l">
              <a:lnSpc>
                <a:spcPct val="115000"/>
              </a:lnSpc>
              <a:spcBef>
                <a:spcPts val="0"/>
              </a:spcBef>
              <a:spcAft>
                <a:spcPts val="0"/>
              </a:spcAft>
              <a:buSzPts val="1100"/>
              <a:buChar char="●"/>
            </a:pPr>
            <a:r>
              <a:rPr lang="de-DE" sz="3000"/>
              <a:t>To what extent do you think this could influence how you can use what you have read for your portfolio, for example?</a:t>
            </a:r>
            <a:br>
              <a:rPr lang="de-DE" sz="3000"/>
            </a:br>
            <a:endParaRPr sz="30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36"/>
          <p:cNvSpPr txBox="1"/>
          <p:nvPr>
            <p:ph type="ctrTitle"/>
          </p:nvPr>
        </p:nvSpPr>
        <p:spPr>
          <a:xfrm>
            <a:off x="2205643" y="2410767"/>
            <a:ext cx="13716000" cy="35814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Arial"/>
              <a:buNone/>
            </a:pPr>
            <a:r>
              <a:rPr b="1" lang="de-DE"/>
              <a:t>Any questions?</a:t>
            </a:r>
            <a:endParaRPr b="1"/>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37"/>
          <p:cNvSpPr txBox="1"/>
          <p:nvPr>
            <p:ph type="ctrTitle"/>
          </p:nvPr>
        </p:nvSpPr>
        <p:spPr>
          <a:xfrm>
            <a:off x="2205643" y="2410767"/>
            <a:ext cx="13716000" cy="35814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Arial"/>
              <a:buNone/>
            </a:pPr>
            <a:r>
              <a:rPr b="1" lang="de-DE"/>
              <a:t>Break…</a:t>
            </a:r>
            <a:endParaRPr b="1"/>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38"/>
          <p:cNvSpPr txBox="1"/>
          <p:nvPr>
            <p:ph type="ctrTitle"/>
          </p:nvPr>
        </p:nvSpPr>
        <p:spPr>
          <a:xfrm>
            <a:off x="2205643" y="2410767"/>
            <a:ext cx="13716000" cy="35814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Arial"/>
              <a:buNone/>
            </a:pPr>
            <a:r>
              <a:rPr b="1" lang="de-DE"/>
              <a:t>Welcome and Arrival</a:t>
            </a:r>
            <a:endParaRPr b="1"/>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39"/>
          <p:cNvSpPr txBox="1"/>
          <p:nvPr>
            <p:ph type="ctrTitle"/>
          </p:nvPr>
        </p:nvSpPr>
        <p:spPr>
          <a:xfrm>
            <a:off x="2205643" y="2410767"/>
            <a:ext cx="13716000" cy="35814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Arial"/>
              <a:buNone/>
            </a:pPr>
            <a:r>
              <a:rPr b="1" lang="de-DE"/>
              <a:t>Energizer!</a:t>
            </a:r>
            <a:endParaRPr b="1"/>
          </a:p>
        </p:txBody>
      </p:sp>
    </p:spTree>
  </p:cSld>
  <p:clrMapOvr>
    <a:masterClrMapping/>
  </p:clrMapOvr>
</p:sld>
</file>

<file path=ppt/theme/theme1.xml><?xml version="1.0" encoding="utf-8"?>
<a:theme xmlns:a="http://schemas.openxmlformats.org/drawingml/2006/main" xmlns:r="http://schemas.openxmlformats.org/officeDocument/2006/relationships" name="Benutzerdefiniertes Design">
  <a:themeElements>
    <a:clrScheme name="Benutzerdefiniert 1">
      <a:dk1>
        <a:srgbClr val="000000"/>
      </a:dk1>
      <a:lt1>
        <a:srgbClr val="FFFFFF"/>
      </a:lt1>
      <a:dk2>
        <a:srgbClr val="771334"/>
      </a:dk2>
      <a:lt2>
        <a:srgbClr val="E8BAC7"/>
      </a:lt2>
      <a:accent1>
        <a:srgbClr val="771335"/>
      </a:accent1>
      <a:accent2>
        <a:srgbClr val="C59CAB"/>
      </a:accent2>
      <a:accent3>
        <a:srgbClr val="FECD78"/>
      </a:accent3>
      <a:accent4>
        <a:srgbClr val="8E3255"/>
      </a:accent4>
      <a:accent5>
        <a:srgbClr val="FFDA9C"/>
      </a:accent5>
      <a:accent6>
        <a:srgbClr val="4F4D4D"/>
      </a:accent6>
      <a:hlink>
        <a:srgbClr val="FECC78"/>
      </a:hlink>
      <a:folHlink>
        <a:srgbClr val="C59CA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enutzerdefiniertes Design">
  <a:themeElements>
    <a:clrScheme name="Benutzerdefiniert 1">
      <a:dk1>
        <a:srgbClr val="000000"/>
      </a:dk1>
      <a:lt1>
        <a:srgbClr val="FFFFFF"/>
      </a:lt1>
      <a:dk2>
        <a:srgbClr val="771334"/>
      </a:dk2>
      <a:lt2>
        <a:srgbClr val="E8BAC7"/>
      </a:lt2>
      <a:accent1>
        <a:srgbClr val="771335"/>
      </a:accent1>
      <a:accent2>
        <a:srgbClr val="C59CAB"/>
      </a:accent2>
      <a:accent3>
        <a:srgbClr val="FECD78"/>
      </a:accent3>
      <a:accent4>
        <a:srgbClr val="8E3255"/>
      </a:accent4>
      <a:accent5>
        <a:srgbClr val="FFDA9C"/>
      </a:accent5>
      <a:accent6>
        <a:srgbClr val="4F4D4D"/>
      </a:accent6>
      <a:hlink>
        <a:srgbClr val="FECC78"/>
      </a:hlink>
      <a:folHlink>
        <a:srgbClr val="C59CA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4A71E891A511D040A52CA52D008DEB36" ma:contentTypeVersion="3" ma:contentTypeDescription="Ein neues Dokument erstellen." ma:contentTypeScope="" ma:versionID="4cba4315779cb03d474ae37b2c0aa786">
  <xsd:schema xmlns:xsd="http://www.w3.org/2001/XMLSchema" xmlns:xs="http://www.w3.org/2001/XMLSchema" xmlns:p="http://schemas.microsoft.com/office/2006/metadata/properties" xmlns:ns2="e0647eb4-fdd8-4a76-905c-ef029484ffcd" targetNamespace="http://schemas.microsoft.com/office/2006/metadata/properties" ma:root="true" ma:fieldsID="ffc498f6898bc391fabeb722ec17ef06" ns2:_="">
    <xsd:import namespace="e0647eb4-fdd8-4a76-905c-ef029484ffcd"/>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0647eb4-fdd8-4a76-905c-ef029484ffc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F5BDB7E-DC8C-4FC6-AB0C-FA88F559CF3C}"/>
</file>

<file path=customXml/itemProps2.xml><?xml version="1.0" encoding="utf-8"?>
<ds:datastoreItem xmlns:ds="http://schemas.openxmlformats.org/officeDocument/2006/customXml" ds:itemID="{745BFFF6-D3CB-4A27-949D-87618FE7FA87}"/>
</file>

<file path=customXml/itemProps3.xml><?xml version="1.0" encoding="utf-8"?>
<ds:datastoreItem xmlns:ds="http://schemas.openxmlformats.org/officeDocument/2006/customXml" ds:itemID="{772F7CB0-7087-4D8B-BF88-B52820F235C4}"/>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0x0101004A71E891A511D040A52CA52D008DEB36</vt:lpwstr>
  </property>
</Properties>
</file>