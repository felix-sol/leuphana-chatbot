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Lst>
  <p:notesMasterIdLst>
    <p:notesMasterId r:id="rId21"/>
  </p:notesMasterIdLst>
  <p:sldIdLst>
    <p:sldId id="257"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Lst>
  <p:sldSz cx="9144000" cy="5143500" type="screen16x9"/>
  <p:notesSz cx="9144000" cy="5143500"/>
  <p:embeddedFontLst>
    <p:embeddedFont>
      <p:font typeface="Arial Narrow" panose="020B0606020202030204" pitchFamily="34" charset="0"/>
      <p:regular r:id="rId22"/>
      <p:bold r:id="rId23"/>
      <p:italic r:id="rId24"/>
      <p:boldItalic r:id="rId25"/>
    </p:embeddedFont>
    <p:embeddedFont>
      <p:font typeface="Liberation Sans" panose="020B0604020202020204" pitchFamily="34" charset="0"/>
      <p:regular r:id="rId26"/>
      <p:bold r:id="rId27"/>
      <p:italic r:id="rId28"/>
      <p:boldItalic r:id="rId29"/>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0A071B-E13B-3D58-2206-02CE5CB02122}" v="40" dt="2025-10-06T07:39:41.1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97" d="100"/>
          <a:sy n="197" d="100"/>
        </p:scale>
        <p:origin x="612" y="4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ane Steiner" userId="S::ariane.steiner@stud.leuphana.de::7db5a556-6c31-40f4-8dd7-55ef11ccf4a1" providerId="AD" clId="Web-{7C0A071B-E13B-3D58-2206-02CE5CB02122}"/>
    <pc:docChg chg="addSld delSld modSld">
      <pc:chgData name="Ariane Steiner" userId="S::ariane.steiner@stud.leuphana.de::7db5a556-6c31-40f4-8dd7-55ef11ccf4a1" providerId="AD" clId="Web-{7C0A071B-E13B-3D58-2206-02CE5CB02122}" dt="2025-10-06T07:39:39.001" v="38"/>
      <pc:docMkLst>
        <pc:docMk/>
      </pc:docMkLst>
      <pc:sldChg chg="modSp">
        <pc:chgData name="Ariane Steiner" userId="S::ariane.steiner@stud.leuphana.de::7db5a556-6c31-40f4-8dd7-55ef11ccf4a1" providerId="AD" clId="Web-{7C0A071B-E13B-3D58-2206-02CE5CB02122}" dt="2025-10-06T07:39:38.704" v="37" actId="20577"/>
        <pc:sldMkLst>
          <pc:docMk/>
          <pc:sldMk cId="0" sldId="256"/>
        </pc:sldMkLst>
        <pc:spChg chg="mod">
          <ac:chgData name="Ariane Steiner" userId="S::ariane.steiner@stud.leuphana.de::7db5a556-6c31-40f4-8dd7-55ef11ccf4a1" providerId="AD" clId="Web-{7C0A071B-E13B-3D58-2206-02CE5CB02122}" dt="2025-10-06T07:39:38.704" v="37" actId="20577"/>
          <ac:spMkLst>
            <pc:docMk/>
            <pc:sldMk cId="0" sldId="256"/>
            <ac:spMk id="121" creationId="{00000000-0000-0000-0000-000000000000}"/>
          </ac:spMkLst>
        </pc:spChg>
      </pc:sldChg>
      <pc:sldChg chg="new">
        <pc:chgData name="Ariane Steiner" userId="S::ariane.steiner@stud.leuphana.de::7db5a556-6c31-40f4-8dd7-55ef11ccf4a1" providerId="AD" clId="Web-{7C0A071B-E13B-3D58-2206-02CE5CB02122}" dt="2025-10-06T07:35:33.951" v="0"/>
        <pc:sldMkLst>
          <pc:docMk/>
          <pc:sldMk cId="2532977025" sldId="280"/>
        </pc:sldMkLst>
      </pc:sldChg>
      <pc:sldChg chg="new del">
        <pc:chgData name="Ariane Steiner" userId="S::ariane.steiner@stud.leuphana.de::7db5a556-6c31-40f4-8dd7-55ef11ccf4a1" providerId="AD" clId="Web-{7C0A071B-E13B-3D58-2206-02CE5CB02122}" dt="2025-10-06T07:39:39.001" v="38"/>
        <pc:sldMkLst>
          <pc:docMk/>
          <pc:sldMk cId="1240208172" sldId="28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F6BC18-8EE0-4AD1-A846-F504BC25CE9B}" type="doc">
      <dgm:prSet loTypeId="urn:microsoft.com/office/officeart/2005/8/layout/default" loCatId="list" qsTypeId="urn:microsoft.com/office/officeart/2005/8/quickstyle/simple1#1" qsCatId="simple" csTypeId="urn:microsoft.com/office/officeart/2005/8/colors/accent1_2" csCatId="accent1" phldr="1"/>
      <dgm:spPr bwMode="auto"/>
      <dgm:t>
        <a:bodyPr/>
        <a:lstStyle/>
        <a:p>
          <a:pPr>
            <a:defRPr/>
          </a:pPr>
          <a:endParaRPr lang="en-US"/>
        </a:p>
      </dgm:t>
    </dgm:pt>
    <dgm:pt modelId="{0C58A5A8-E9FE-4278-9E4A-E8CA9276A14F}">
      <dgm:prSet phldrT=""/>
      <dgm:spPr bwMode="auto"/>
      <dgm:t>
        <a:bodyPr/>
        <a:lstStyle/>
        <a:p>
          <a:pPr>
            <a:defRPr/>
          </a:pPr>
          <a:r>
            <a:rPr lang="de-DE"/>
            <a:t>Scientific reading</a:t>
          </a:r>
          <a:endParaRPr lang="en-US"/>
        </a:p>
      </dgm:t>
    </dgm:pt>
    <dgm:pt modelId="{60589411-121A-43A0-B90F-57B1A2B29CEC}" type="parTrans" cxnId="{B54992CF-095E-4B73-A684-4E308422801A}">
      <dgm:prSet/>
      <dgm:spPr bwMode="auto"/>
      <dgm:t>
        <a:bodyPr/>
        <a:lstStyle/>
        <a:p>
          <a:pPr>
            <a:defRPr/>
          </a:pPr>
          <a:endParaRPr lang="en-US"/>
        </a:p>
      </dgm:t>
    </dgm:pt>
    <dgm:pt modelId="{6F5ECE3C-3E99-4873-8B07-7AB4BDA17C1E}" type="sibTrans" cxnId="{B54992CF-095E-4B73-A684-4E308422801A}">
      <dgm:prSet/>
      <dgm:spPr bwMode="auto"/>
      <dgm:t>
        <a:bodyPr/>
        <a:lstStyle/>
        <a:p>
          <a:pPr>
            <a:defRPr/>
          </a:pPr>
          <a:endParaRPr lang="en-US"/>
        </a:p>
      </dgm:t>
    </dgm:pt>
    <dgm:pt modelId="{0BEB6531-9C43-4D8A-B8BF-4F8CA0E8DA3A}">
      <dgm:prSet phldrT=""/>
      <dgm:spPr bwMode="auto"/>
      <dgm:t>
        <a:bodyPr/>
        <a:lstStyle/>
        <a:p>
          <a:pPr>
            <a:defRPr/>
          </a:pPr>
          <a:r>
            <a:rPr lang="de-DE"/>
            <a:t>Topic identification</a:t>
          </a:r>
          <a:endParaRPr lang="en-US"/>
        </a:p>
      </dgm:t>
    </dgm:pt>
    <dgm:pt modelId="{3B320BAF-1FE0-4BAF-808C-F28506A2C6F1}" type="parTrans" cxnId="{F4EE28CC-3E0A-40A6-A47C-B96CB8DB00C6}">
      <dgm:prSet/>
      <dgm:spPr bwMode="auto"/>
      <dgm:t>
        <a:bodyPr/>
        <a:lstStyle/>
        <a:p>
          <a:pPr>
            <a:defRPr/>
          </a:pPr>
          <a:endParaRPr lang="en-US"/>
        </a:p>
      </dgm:t>
    </dgm:pt>
    <dgm:pt modelId="{A8424591-36FB-4839-A582-AA5705DE7A67}" type="sibTrans" cxnId="{F4EE28CC-3E0A-40A6-A47C-B96CB8DB00C6}">
      <dgm:prSet/>
      <dgm:spPr bwMode="auto"/>
      <dgm:t>
        <a:bodyPr/>
        <a:lstStyle/>
        <a:p>
          <a:pPr>
            <a:defRPr/>
          </a:pPr>
          <a:endParaRPr lang="en-US"/>
        </a:p>
      </dgm:t>
    </dgm:pt>
    <dgm:pt modelId="{290C5993-4CE2-49C1-844D-E05F57894F8F}">
      <dgm:prSet phldrT=""/>
      <dgm:spPr bwMode="auto"/>
      <dgm:t>
        <a:bodyPr/>
        <a:lstStyle/>
        <a:p>
          <a:pPr>
            <a:defRPr/>
          </a:pPr>
          <a:r>
            <a:rPr lang="de-DE"/>
            <a:t>Formulating a question</a:t>
          </a:r>
          <a:endParaRPr lang="en-US"/>
        </a:p>
      </dgm:t>
    </dgm:pt>
    <dgm:pt modelId="{AD3ED405-F38B-4D63-9B27-EA905DF6A3CE}" type="parTrans" cxnId="{48BB1ED5-2BDB-4B90-9020-7A686553D45C}">
      <dgm:prSet/>
      <dgm:spPr bwMode="auto"/>
      <dgm:t>
        <a:bodyPr/>
        <a:lstStyle/>
        <a:p>
          <a:pPr>
            <a:defRPr/>
          </a:pPr>
          <a:endParaRPr lang="en-US"/>
        </a:p>
      </dgm:t>
    </dgm:pt>
    <dgm:pt modelId="{B01E9A89-F307-4AE0-8F32-7E0A30984FBA}" type="sibTrans" cxnId="{48BB1ED5-2BDB-4B90-9020-7A686553D45C}">
      <dgm:prSet/>
      <dgm:spPr bwMode="auto"/>
      <dgm:t>
        <a:bodyPr/>
        <a:lstStyle/>
        <a:p>
          <a:pPr>
            <a:defRPr/>
          </a:pPr>
          <a:endParaRPr lang="en-US"/>
        </a:p>
      </dgm:t>
    </dgm:pt>
    <dgm:pt modelId="{B61C570A-7C79-498E-BE61-BD6C6181375C}">
      <dgm:prSet phldrT=""/>
      <dgm:spPr bwMode="auto"/>
      <dgm:t>
        <a:bodyPr/>
        <a:lstStyle/>
        <a:p>
          <a:pPr>
            <a:defRPr/>
          </a:pPr>
          <a:r>
            <a:rPr lang="de-DE"/>
            <a:t>Organization of group work</a:t>
          </a:r>
          <a:endParaRPr lang="en-US"/>
        </a:p>
      </dgm:t>
    </dgm:pt>
    <dgm:pt modelId="{90B5EAED-E4F8-463A-AC75-10A7FC3D79BA}" type="parTrans" cxnId="{3BF84EF8-D079-4CF7-BA4B-11BC0DB34887}">
      <dgm:prSet/>
      <dgm:spPr bwMode="auto"/>
      <dgm:t>
        <a:bodyPr/>
        <a:lstStyle/>
        <a:p>
          <a:pPr>
            <a:defRPr/>
          </a:pPr>
          <a:endParaRPr lang="en-US"/>
        </a:p>
      </dgm:t>
    </dgm:pt>
    <dgm:pt modelId="{89E07D65-74FF-4A7B-8FF4-CB15F32C8E88}" type="sibTrans" cxnId="{3BF84EF8-D079-4CF7-BA4B-11BC0DB34887}">
      <dgm:prSet/>
      <dgm:spPr bwMode="auto"/>
      <dgm:t>
        <a:bodyPr/>
        <a:lstStyle/>
        <a:p>
          <a:pPr>
            <a:defRPr/>
          </a:pPr>
          <a:endParaRPr lang="en-US"/>
        </a:p>
      </dgm:t>
    </dgm:pt>
    <dgm:pt modelId="{A9A52667-7FF4-4996-BF4B-50B3232C45A3}">
      <dgm:prSet phldrT=""/>
      <dgm:spPr bwMode="auto"/>
      <dgm:t>
        <a:bodyPr/>
        <a:lstStyle/>
        <a:p>
          <a:pPr>
            <a:defRPr/>
          </a:pPr>
          <a:r>
            <a:rPr lang="de-DE"/>
            <a:t>Time management</a:t>
          </a:r>
          <a:endParaRPr lang="en-US"/>
        </a:p>
      </dgm:t>
    </dgm:pt>
    <dgm:pt modelId="{4F9AC6DA-423E-45E4-BC54-4B5A3EE510A0}" type="parTrans" cxnId="{385E6E1F-382D-4E76-8F30-3400E91D29B3}">
      <dgm:prSet/>
      <dgm:spPr bwMode="auto"/>
      <dgm:t>
        <a:bodyPr/>
        <a:lstStyle/>
        <a:p>
          <a:pPr>
            <a:defRPr/>
          </a:pPr>
          <a:endParaRPr lang="en-US"/>
        </a:p>
      </dgm:t>
    </dgm:pt>
    <dgm:pt modelId="{9156F956-A421-4568-940A-19060C921CCE}" type="sibTrans" cxnId="{385E6E1F-382D-4E76-8F30-3400E91D29B3}">
      <dgm:prSet/>
      <dgm:spPr bwMode="auto"/>
      <dgm:t>
        <a:bodyPr/>
        <a:lstStyle/>
        <a:p>
          <a:pPr>
            <a:defRPr/>
          </a:pPr>
          <a:endParaRPr lang="en-US"/>
        </a:p>
      </dgm:t>
    </dgm:pt>
    <dgm:pt modelId="{14784B39-E32A-4E8E-A261-6A60205EDDE6}">
      <dgm:prSet phldrT=""/>
      <dgm:spPr bwMode="auto"/>
      <dgm:t>
        <a:bodyPr/>
        <a:lstStyle/>
        <a:p>
          <a:pPr>
            <a:defRPr/>
          </a:pPr>
          <a:r>
            <a:rPr lang="de-DE"/>
            <a:t>Presentations</a:t>
          </a:r>
          <a:endParaRPr lang="en-US"/>
        </a:p>
      </dgm:t>
    </dgm:pt>
    <dgm:pt modelId="{23867C34-DE67-4CE3-96F3-00E2B3CFD008}" type="parTrans" cxnId="{835B61E8-C093-456B-A21B-1CBE6B130E9E}">
      <dgm:prSet/>
      <dgm:spPr bwMode="auto"/>
      <dgm:t>
        <a:bodyPr/>
        <a:lstStyle/>
        <a:p>
          <a:pPr>
            <a:defRPr/>
          </a:pPr>
          <a:endParaRPr lang="en-US"/>
        </a:p>
      </dgm:t>
    </dgm:pt>
    <dgm:pt modelId="{01C6BE77-1FB5-4F1A-9695-99326D76DF47}" type="sibTrans" cxnId="{835B61E8-C093-456B-A21B-1CBE6B130E9E}">
      <dgm:prSet/>
      <dgm:spPr bwMode="auto"/>
      <dgm:t>
        <a:bodyPr/>
        <a:lstStyle/>
        <a:p>
          <a:pPr>
            <a:defRPr/>
          </a:pPr>
          <a:endParaRPr lang="en-US"/>
        </a:p>
      </dgm:t>
    </dgm:pt>
    <dgm:pt modelId="{0D1DC06F-C132-4CB5-813B-05947F9B2861}">
      <dgm:prSet phldrT=""/>
      <dgm:spPr bwMode="auto"/>
      <dgm:t>
        <a:bodyPr/>
        <a:lstStyle/>
        <a:p>
          <a:pPr>
            <a:defRPr/>
          </a:pPr>
          <a:r>
            <a:rPr lang="de-DE"/>
            <a:t>Correct citation</a:t>
          </a:r>
          <a:endParaRPr lang="en-US"/>
        </a:p>
      </dgm:t>
    </dgm:pt>
    <dgm:pt modelId="{CD434261-66B6-4034-B4C3-8E43AB6CCB0C}" type="parTrans" cxnId="{610070FC-7EB7-4595-8592-E6B9542B1FB2}">
      <dgm:prSet/>
      <dgm:spPr bwMode="auto"/>
      <dgm:t>
        <a:bodyPr/>
        <a:lstStyle/>
        <a:p>
          <a:pPr>
            <a:defRPr/>
          </a:pPr>
          <a:endParaRPr lang="en-US"/>
        </a:p>
      </dgm:t>
    </dgm:pt>
    <dgm:pt modelId="{7468D1BD-CBFB-46A7-98E1-A9AF47010BC6}" type="sibTrans" cxnId="{610070FC-7EB7-4595-8592-E6B9542B1FB2}">
      <dgm:prSet/>
      <dgm:spPr bwMode="auto"/>
      <dgm:t>
        <a:bodyPr/>
        <a:lstStyle/>
        <a:p>
          <a:pPr>
            <a:defRPr/>
          </a:pPr>
          <a:endParaRPr lang="en-US"/>
        </a:p>
      </dgm:t>
    </dgm:pt>
    <dgm:pt modelId="{327A8FE6-8A12-4F00-84C0-546A17045681}">
      <dgm:prSet phldrT=""/>
      <dgm:spPr bwMode="auto"/>
      <dgm:t>
        <a:bodyPr/>
        <a:lstStyle/>
        <a:p>
          <a:pPr>
            <a:defRPr/>
          </a:pPr>
          <a:r>
            <a:rPr lang="de-DE"/>
            <a:t>Literature research</a:t>
          </a:r>
          <a:endParaRPr lang="en-US"/>
        </a:p>
      </dgm:t>
    </dgm:pt>
    <dgm:pt modelId="{19E7BD3B-AF75-4543-84A1-FDE89EB96DDE}" type="parTrans" cxnId="{9195B4D6-348F-46C1-89A6-FDD080A0F2AE}">
      <dgm:prSet/>
      <dgm:spPr bwMode="auto"/>
      <dgm:t>
        <a:bodyPr/>
        <a:lstStyle/>
        <a:p>
          <a:pPr>
            <a:defRPr/>
          </a:pPr>
          <a:endParaRPr lang="en-US"/>
        </a:p>
      </dgm:t>
    </dgm:pt>
    <dgm:pt modelId="{66771251-4389-48FA-B8D2-99220C8B0981}" type="sibTrans" cxnId="{9195B4D6-348F-46C1-89A6-FDD080A0F2AE}">
      <dgm:prSet/>
      <dgm:spPr bwMode="auto"/>
      <dgm:t>
        <a:bodyPr/>
        <a:lstStyle/>
        <a:p>
          <a:pPr>
            <a:defRPr/>
          </a:pPr>
          <a:endParaRPr lang="en-US"/>
        </a:p>
      </dgm:t>
    </dgm:pt>
    <dgm:pt modelId="{D5B8E998-926D-4485-BABA-184ECDDAC295}">
      <dgm:prSet phldrT=""/>
      <dgm:spPr bwMode="auto"/>
      <dgm:t>
        <a:bodyPr/>
        <a:lstStyle/>
        <a:p>
          <a:pPr>
            <a:defRPr/>
          </a:pPr>
          <a:r>
            <a:rPr lang="de-DE"/>
            <a:t>Study for exams</a:t>
          </a:r>
          <a:endParaRPr lang="en-US"/>
        </a:p>
      </dgm:t>
    </dgm:pt>
    <dgm:pt modelId="{B7464D49-52E2-4026-8895-626C88DA9536}" type="parTrans" cxnId="{1E16E817-261E-4EB5-ACA1-78F03857FD28}">
      <dgm:prSet/>
      <dgm:spPr bwMode="auto"/>
      <dgm:t>
        <a:bodyPr/>
        <a:lstStyle/>
        <a:p>
          <a:pPr>
            <a:defRPr/>
          </a:pPr>
          <a:endParaRPr lang="en-US"/>
        </a:p>
      </dgm:t>
    </dgm:pt>
    <dgm:pt modelId="{A23B53AB-9D77-4E7A-9284-A6FEE1094363}" type="sibTrans" cxnId="{1E16E817-261E-4EB5-ACA1-78F03857FD28}">
      <dgm:prSet/>
      <dgm:spPr bwMode="auto"/>
      <dgm:t>
        <a:bodyPr/>
        <a:lstStyle/>
        <a:p>
          <a:pPr>
            <a:defRPr/>
          </a:pPr>
          <a:endParaRPr lang="en-US"/>
        </a:p>
      </dgm:t>
    </dgm:pt>
    <dgm:pt modelId="{084A1B21-C392-45B5-93E3-D08014EA6ED4}">
      <dgm:prSet phldrT=""/>
      <dgm:spPr bwMode="auto"/>
      <dgm:t>
        <a:bodyPr/>
        <a:lstStyle/>
        <a:p>
          <a:pPr>
            <a:defRPr/>
          </a:pPr>
          <a:r>
            <a:rPr lang="de-DE"/>
            <a:t>Structure &amp; writing of written papers</a:t>
          </a:r>
          <a:endParaRPr lang="en-US"/>
        </a:p>
      </dgm:t>
    </dgm:pt>
    <dgm:pt modelId="{1F20A32D-8037-4D64-B9BE-30FA43EC7EC6}" type="parTrans" cxnId="{F0BFD9CE-D626-4CDB-B42A-DB2C5536A3EC}">
      <dgm:prSet/>
      <dgm:spPr bwMode="auto"/>
      <dgm:t>
        <a:bodyPr/>
        <a:lstStyle/>
        <a:p>
          <a:pPr>
            <a:defRPr/>
          </a:pPr>
          <a:endParaRPr lang="en-US"/>
        </a:p>
      </dgm:t>
    </dgm:pt>
    <dgm:pt modelId="{7CC143E1-CB31-4A53-B37B-05EA8B3ADE6F}" type="sibTrans" cxnId="{F0BFD9CE-D626-4CDB-B42A-DB2C5536A3EC}">
      <dgm:prSet/>
      <dgm:spPr bwMode="auto"/>
      <dgm:t>
        <a:bodyPr/>
        <a:lstStyle/>
        <a:p>
          <a:pPr>
            <a:defRPr/>
          </a:pPr>
          <a:endParaRPr lang="en-US"/>
        </a:p>
      </dgm:t>
    </dgm:pt>
    <dgm:pt modelId="{BBB8AB4E-35D5-DC41-A81B-3ED5BA173818}" type="pres">
      <dgm:prSet presAssocID="{45F6BC18-8EE0-4AD1-A846-F504BC25CE9B}" presName="diagram" presStyleCnt="0">
        <dgm:presLayoutVars>
          <dgm:dir/>
          <dgm:resizeHandles val="exact"/>
        </dgm:presLayoutVars>
      </dgm:prSet>
      <dgm:spPr bwMode="auto"/>
    </dgm:pt>
    <dgm:pt modelId="{47E037D4-5D5E-9044-A7F3-4B2703F64FEC}" type="pres">
      <dgm:prSet presAssocID="{0C58A5A8-E9FE-4278-9E4A-E8CA9276A14F}" presName="node" presStyleLbl="node1" presStyleIdx="0" presStyleCnt="10">
        <dgm:presLayoutVars>
          <dgm:bulletEnabled val="1"/>
        </dgm:presLayoutVars>
      </dgm:prSet>
      <dgm:spPr bwMode="auto"/>
    </dgm:pt>
    <dgm:pt modelId="{606FE9E5-8B9B-064F-A8EB-CF3414254F62}" type="pres">
      <dgm:prSet presAssocID="{6F5ECE3C-3E99-4873-8B07-7AB4BDA17C1E}" presName="sibTrans" presStyleCnt="0"/>
      <dgm:spPr bwMode="auto"/>
    </dgm:pt>
    <dgm:pt modelId="{AD16D4E3-887A-8E4A-B3DD-05189DA068C8}" type="pres">
      <dgm:prSet presAssocID="{0BEB6531-9C43-4D8A-B8BF-4F8CA0E8DA3A}" presName="node" presStyleLbl="node1" presStyleIdx="1" presStyleCnt="10">
        <dgm:presLayoutVars>
          <dgm:bulletEnabled val="1"/>
        </dgm:presLayoutVars>
      </dgm:prSet>
      <dgm:spPr bwMode="auto"/>
    </dgm:pt>
    <dgm:pt modelId="{B93B5FC1-BA5D-BE40-A036-E51EF712297D}" type="pres">
      <dgm:prSet presAssocID="{A8424591-36FB-4839-A582-AA5705DE7A67}" presName="sibTrans" presStyleCnt="0"/>
      <dgm:spPr bwMode="auto"/>
    </dgm:pt>
    <dgm:pt modelId="{4715C456-BE43-B847-9BC2-E9C34223541C}" type="pres">
      <dgm:prSet presAssocID="{290C5993-4CE2-49C1-844D-E05F57894F8F}" presName="node" presStyleLbl="node1" presStyleIdx="2" presStyleCnt="10">
        <dgm:presLayoutVars>
          <dgm:bulletEnabled val="1"/>
        </dgm:presLayoutVars>
      </dgm:prSet>
      <dgm:spPr bwMode="auto"/>
    </dgm:pt>
    <dgm:pt modelId="{FEAF9136-FCCF-8F46-9908-311BC79AE693}" type="pres">
      <dgm:prSet presAssocID="{B01E9A89-F307-4AE0-8F32-7E0A30984FBA}" presName="sibTrans" presStyleCnt="0"/>
      <dgm:spPr bwMode="auto"/>
    </dgm:pt>
    <dgm:pt modelId="{78E07B3F-5E2B-8F43-82BA-CF66473DC1DF}" type="pres">
      <dgm:prSet presAssocID="{B61C570A-7C79-498E-BE61-BD6C6181375C}" presName="node" presStyleLbl="node1" presStyleIdx="3" presStyleCnt="10">
        <dgm:presLayoutVars>
          <dgm:bulletEnabled val="1"/>
        </dgm:presLayoutVars>
      </dgm:prSet>
      <dgm:spPr bwMode="auto"/>
    </dgm:pt>
    <dgm:pt modelId="{1653F288-D25E-7C4B-A9B8-39D1D57FF53B}" type="pres">
      <dgm:prSet presAssocID="{89E07D65-74FF-4A7B-8FF4-CB15F32C8E88}" presName="sibTrans" presStyleCnt="0"/>
      <dgm:spPr bwMode="auto"/>
    </dgm:pt>
    <dgm:pt modelId="{AD4E0D35-488B-4541-B7F9-5157E5D07646}" type="pres">
      <dgm:prSet presAssocID="{A9A52667-7FF4-4996-BF4B-50B3232C45A3}" presName="node" presStyleLbl="node1" presStyleIdx="4" presStyleCnt="10">
        <dgm:presLayoutVars>
          <dgm:bulletEnabled val="1"/>
        </dgm:presLayoutVars>
      </dgm:prSet>
      <dgm:spPr bwMode="auto"/>
    </dgm:pt>
    <dgm:pt modelId="{14615B16-E94F-654E-A91A-4C38FBF02CE1}" type="pres">
      <dgm:prSet presAssocID="{9156F956-A421-4568-940A-19060C921CCE}" presName="sibTrans" presStyleCnt="0"/>
      <dgm:spPr bwMode="auto"/>
    </dgm:pt>
    <dgm:pt modelId="{035BD778-1F1C-A04C-95DA-7EC985FED504}" type="pres">
      <dgm:prSet presAssocID="{14784B39-E32A-4E8E-A261-6A60205EDDE6}" presName="node" presStyleLbl="node1" presStyleIdx="5" presStyleCnt="10">
        <dgm:presLayoutVars>
          <dgm:bulletEnabled val="1"/>
        </dgm:presLayoutVars>
      </dgm:prSet>
      <dgm:spPr bwMode="auto"/>
    </dgm:pt>
    <dgm:pt modelId="{88FD0A59-C879-924D-91A1-4AD5E12D5B5A}" type="pres">
      <dgm:prSet presAssocID="{01C6BE77-1FB5-4F1A-9695-99326D76DF47}" presName="sibTrans" presStyleCnt="0"/>
      <dgm:spPr bwMode="auto"/>
    </dgm:pt>
    <dgm:pt modelId="{6B0E03A8-A133-0340-9E06-8E6D709EAE27}" type="pres">
      <dgm:prSet presAssocID="{0D1DC06F-C132-4CB5-813B-05947F9B2861}" presName="node" presStyleLbl="node1" presStyleIdx="6" presStyleCnt="10">
        <dgm:presLayoutVars>
          <dgm:bulletEnabled val="1"/>
        </dgm:presLayoutVars>
      </dgm:prSet>
      <dgm:spPr bwMode="auto"/>
    </dgm:pt>
    <dgm:pt modelId="{7FC09DA0-092A-0B42-91F6-212D12AFA214}" type="pres">
      <dgm:prSet presAssocID="{7468D1BD-CBFB-46A7-98E1-A9AF47010BC6}" presName="sibTrans" presStyleCnt="0"/>
      <dgm:spPr bwMode="auto"/>
    </dgm:pt>
    <dgm:pt modelId="{10386742-C61D-324E-9DF6-9E839FB10322}" type="pres">
      <dgm:prSet presAssocID="{327A8FE6-8A12-4F00-84C0-546A17045681}" presName="node" presStyleLbl="node1" presStyleIdx="7" presStyleCnt="10">
        <dgm:presLayoutVars>
          <dgm:bulletEnabled val="1"/>
        </dgm:presLayoutVars>
      </dgm:prSet>
      <dgm:spPr bwMode="auto"/>
    </dgm:pt>
    <dgm:pt modelId="{DA9560CE-E465-9C4A-B82A-37FA158EFE1E}" type="pres">
      <dgm:prSet presAssocID="{66771251-4389-48FA-B8D2-99220C8B0981}" presName="sibTrans" presStyleCnt="0"/>
      <dgm:spPr bwMode="auto"/>
    </dgm:pt>
    <dgm:pt modelId="{FA932710-5E4D-5A4B-98DF-F9583A360D8C}" type="pres">
      <dgm:prSet presAssocID="{D5B8E998-926D-4485-BABA-184ECDDAC295}" presName="node" presStyleLbl="node1" presStyleIdx="8" presStyleCnt="10">
        <dgm:presLayoutVars>
          <dgm:bulletEnabled val="1"/>
        </dgm:presLayoutVars>
      </dgm:prSet>
      <dgm:spPr bwMode="auto"/>
    </dgm:pt>
    <dgm:pt modelId="{165BDB7A-031D-7C41-AFAA-D7248E814CCA}" type="pres">
      <dgm:prSet presAssocID="{A23B53AB-9D77-4E7A-9284-A6FEE1094363}" presName="sibTrans" presStyleCnt="0"/>
      <dgm:spPr bwMode="auto"/>
    </dgm:pt>
    <dgm:pt modelId="{C69942B4-CE96-F74C-9E7C-34ECCDD528DF}" type="pres">
      <dgm:prSet presAssocID="{084A1B21-C392-45B5-93E3-D08014EA6ED4}" presName="node" presStyleLbl="node1" presStyleIdx="9" presStyleCnt="10">
        <dgm:presLayoutVars>
          <dgm:bulletEnabled val="1"/>
        </dgm:presLayoutVars>
      </dgm:prSet>
      <dgm:spPr bwMode="auto"/>
    </dgm:pt>
  </dgm:ptLst>
  <dgm:cxnLst>
    <dgm:cxn modelId="{1E16E817-261E-4EB5-ACA1-78F03857FD28}" srcId="{45F6BC18-8EE0-4AD1-A846-F504BC25CE9B}" destId="{D5B8E998-926D-4485-BABA-184ECDDAC295}" srcOrd="8" destOrd="0" parTransId="{B7464D49-52E2-4026-8895-626C88DA9536}" sibTransId="{A23B53AB-9D77-4E7A-9284-A6FEE1094363}"/>
    <dgm:cxn modelId="{385E6E1F-382D-4E76-8F30-3400E91D29B3}" srcId="{45F6BC18-8EE0-4AD1-A846-F504BC25CE9B}" destId="{A9A52667-7FF4-4996-BF4B-50B3232C45A3}" srcOrd="4" destOrd="0" parTransId="{4F9AC6DA-423E-45E4-BC54-4B5A3EE510A0}" sibTransId="{9156F956-A421-4568-940A-19060C921CCE}"/>
    <dgm:cxn modelId="{57ED5222-EFF3-0A46-9A1E-90A39871CBB2}" type="presOf" srcId="{084A1B21-C392-45B5-93E3-D08014EA6ED4}" destId="{C69942B4-CE96-F74C-9E7C-34ECCDD528DF}" srcOrd="0" destOrd="0" presId="urn:microsoft.com/office/officeart/2005/8/layout/default"/>
    <dgm:cxn modelId="{EE74983D-EA1D-0C40-8F08-2A160EF60D78}" type="presOf" srcId="{14784B39-E32A-4E8E-A261-6A60205EDDE6}" destId="{035BD778-1F1C-A04C-95DA-7EC985FED504}" srcOrd="0" destOrd="0" presId="urn:microsoft.com/office/officeart/2005/8/layout/default"/>
    <dgm:cxn modelId="{1FBBF043-6ED9-9548-9F4F-53F083A71740}" type="presOf" srcId="{327A8FE6-8A12-4F00-84C0-546A17045681}" destId="{10386742-C61D-324E-9DF6-9E839FB10322}" srcOrd="0" destOrd="0" presId="urn:microsoft.com/office/officeart/2005/8/layout/default"/>
    <dgm:cxn modelId="{03219665-CE47-EF4E-AEFB-2AF87019A9AA}" type="presOf" srcId="{45F6BC18-8EE0-4AD1-A846-F504BC25CE9B}" destId="{BBB8AB4E-35D5-DC41-A81B-3ED5BA173818}" srcOrd="0" destOrd="0" presId="urn:microsoft.com/office/officeart/2005/8/layout/default"/>
    <dgm:cxn modelId="{20754A51-DE7C-0A42-8644-28F6C722DBBF}" type="presOf" srcId="{B61C570A-7C79-498E-BE61-BD6C6181375C}" destId="{78E07B3F-5E2B-8F43-82BA-CF66473DC1DF}" srcOrd="0" destOrd="0" presId="urn:microsoft.com/office/officeart/2005/8/layout/default"/>
    <dgm:cxn modelId="{24C9FA8C-6650-6A46-97DA-8D37DCB4D1A8}" type="presOf" srcId="{290C5993-4CE2-49C1-844D-E05F57894F8F}" destId="{4715C456-BE43-B847-9BC2-E9C34223541C}" srcOrd="0" destOrd="0" presId="urn:microsoft.com/office/officeart/2005/8/layout/default"/>
    <dgm:cxn modelId="{0D80E599-684C-A244-933C-6988124BFEB7}" type="presOf" srcId="{A9A52667-7FF4-4996-BF4B-50B3232C45A3}" destId="{AD4E0D35-488B-4541-B7F9-5157E5D07646}" srcOrd="0" destOrd="0" presId="urn:microsoft.com/office/officeart/2005/8/layout/default"/>
    <dgm:cxn modelId="{850B949F-E177-0344-9221-89709B4FDEDB}" type="presOf" srcId="{D5B8E998-926D-4485-BABA-184ECDDAC295}" destId="{FA932710-5E4D-5A4B-98DF-F9583A360D8C}" srcOrd="0" destOrd="0" presId="urn:microsoft.com/office/officeart/2005/8/layout/default"/>
    <dgm:cxn modelId="{0F08F9B2-9725-0249-84CA-AB86B4DEC02D}" type="presOf" srcId="{0C58A5A8-E9FE-4278-9E4A-E8CA9276A14F}" destId="{47E037D4-5D5E-9044-A7F3-4B2703F64FEC}" srcOrd="0" destOrd="0" presId="urn:microsoft.com/office/officeart/2005/8/layout/default"/>
    <dgm:cxn modelId="{03F2DBB3-2334-9B40-85C6-03BE0E1BCAF0}" type="presOf" srcId="{0D1DC06F-C132-4CB5-813B-05947F9B2861}" destId="{6B0E03A8-A133-0340-9E06-8E6D709EAE27}" srcOrd="0" destOrd="0" presId="urn:microsoft.com/office/officeart/2005/8/layout/default"/>
    <dgm:cxn modelId="{F4EE28CC-3E0A-40A6-A47C-B96CB8DB00C6}" srcId="{45F6BC18-8EE0-4AD1-A846-F504BC25CE9B}" destId="{0BEB6531-9C43-4D8A-B8BF-4F8CA0E8DA3A}" srcOrd="1" destOrd="0" parTransId="{3B320BAF-1FE0-4BAF-808C-F28506A2C6F1}" sibTransId="{A8424591-36FB-4839-A582-AA5705DE7A67}"/>
    <dgm:cxn modelId="{F0BFD9CE-D626-4CDB-B42A-DB2C5536A3EC}" srcId="{45F6BC18-8EE0-4AD1-A846-F504BC25CE9B}" destId="{084A1B21-C392-45B5-93E3-D08014EA6ED4}" srcOrd="9" destOrd="0" parTransId="{1F20A32D-8037-4D64-B9BE-30FA43EC7EC6}" sibTransId="{7CC143E1-CB31-4A53-B37B-05EA8B3ADE6F}"/>
    <dgm:cxn modelId="{B54992CF-095E-4B73-A684-4E308422801A}" srcId="{45F6BC18-8EE0-4AD1-A846-F504BC25CE9B}" destId="{0C58A5A8-E9FE-4278-9E4A-E8CA9276A14F}" srcOrd="0" destOrd="0" parTransId="{60589411-121A-43A0-B90F-57B1A2B29CEC}" sibTransId="{6F5ECE3C-3E99-4873-8B07-7AB4BDA17C1E}"/>
    <dgm:cxn modelId="{48BB1ED5-2BDB-4B90-9020-7A686553D45C}" srcId="{45F6BC18-8EE0-4AD1-A846-F504BC25CE9B}" destId="{290C5993-4CE2-49C1-844D-E05F57894F8F}" srcOrd="2" destOrd="0" parTransId="{AD3ED405-F38B-4D63-9B27-EA905DF6A3CE}" sibTransId="{B01E9A89-F307-4AE0-8F32-7E0A30984FBA}"/>
    <dgm:cxn modelId="{9195B4D6-348F-46C1-89A6-FDD080A0F2AE}" srcId="{45F6BC18-8EE0-4AD1-A846-F504BC25CE9B}" destId="{327A8FE6-8A12-4F00-84C0-546A17045681}" srcOrd="7" destOrd="0" parTransId="{19E7BD3B-AF75-4543-84A1-FDE89EB96DDE}" sibTransId="{66771251-4389-48FA-B8D2-99220C8B0981}"/>
    <dgm:cxn modelId="{835B61E8-C093-456B-A21B-1CBE6B130E9E}" srcId="{45F6BC18-8EE0-4AD1-A846-F504BC25CE9B}" destId="{14784B39-E32A-4E8E-A261-6A60205EDDE6}" srcOrd="5" destOrd="0" parTransId="{23867C34-DE67-4CE3-96F3-00E2B3CFD008}" sibTransId="{01C6BE77-1FB5-4F1A-9695-99326D76DF47}"/>
    <dgm:cxn modelId="{3BF84EF8-D079-4CF7-BA4B-11BC0DB34887}" srcId="{45F6BC18-8EE0-4AD1-A846-F504BC25CE9B}" destId="{B61C570A-7C79-498E-BE61-BD6C6181375C}" srcOrd="3" destOrd="0" parTransId="{90B5EAED-E4F8-463A-AC75-10A7FC3D79BA}" sibTransId="{89E07D65-74FF-4A7B-8FF4-CB15F32C8E88}"/>
    <dgm:cxn modelId="{610070FC-7EB7-4595-8592-E6B9542B1FB2}" srcId="{45F6BC18-8EE0-4AD1-A846-F504BC25CE9B}" destId="{0D1DC06F-C132-4CB5-813B-05947F9B2861}" srcOrd="6" destOrd="0" parTransId="{CD434261-66B6-4034-B4C3-8E43AB6CCB0C}" sibTransId="{7468D1BD-CBFB-46A7-98E1-A9AF47010BC6}"/>
    <dgm:cxn modelId="{FC767AFF-0B6E-024A-A0C1-34C214EA3463}" type="presOf" srcId="{0BEB6531-9C43-4D8A-B8BF-4F8CA0E8DA3A}" destId="{AD16D4E3-887A-8E4A-B3DD-05189DA068C8}" srcOrd="0" destOrd="0" presId="urn:microsoft.com/office/officeart/2005/8/layout/default"/>
    <dgm:cxn modelId="{710B308D-46F6-DF4C-9548-1CC1B9597DB7}" type="presParOf" srcId="{BBB8AB4E-35D5-DC41-A81B-3ED5BA173818}" destId="{47E037D4-5D5E-9044-A7F3-4B2703F64FEC}" srcOrd="0" destOrd="0" presId="urn:microsoft.com/office/officeart/2005/8/layout/default"/>
    <dgm:cxn modelId="{85DB1E01-609F-1543-99CB-F6582F79B730}" type="presParOf" srcId="{BBB8AB4E-35D5-DC41-A81B-3ED5BA173818}" destId="{606FE9E5-8B9B-064F-A8EB-CF3414254F62}" srcOrd="1" destOrd="0" presId="urn:microsoft.com/office/officeart/2005/8/layout/default"/>
    <dgm:cxn modelId="{51E7E9E0-1E3F-2D4B-BB40-26927301B11A}" type="presParOf" srcId="{BBB8AB4E-35D5-DC41-A81B-3ED5BA173818}" destId="{AD16D4E3-887A-8E4A-B3DD-05189DA068C8}" srcOrd="2" destOrd="0" presId="urn:microsoft.com/office/officeart/2005/8/layout/default"/>
    <dgm:cxn modelId="{2021C4BB-761D-3A48-82C0-0A0FA73A668E}" type="presParOf" srcId="{BBB8AB4E-35D5-DC41-A81B-3ED5BA173818}" destId="{B93B5FC1-BA5D-BE40-A036-E51EF712297D}" srcOrd="3" destOrd="0" presId="urn:microsoft.com/office/officeart/2005/8/layout/default"/>
    <dgm:cxn modelId="{300077A5-1F8B-7D48-AEC9-3F9E774484E2}" type="presParOf" srcId="{BBB8AB4E-35D5-DC41-A81B-3ED5BA173818}" destId="{4715C456-BE43-B847-9BC2-E9C34223541C}" srcOrd="4" destOrd="0" presId="urn:microsoft.com/office/officeart/2005/8/layout/default"/>
    <dgm:cxn modelId="{D7D539DD-6819-CC48-8FA1-CDB243A63D81}" type="presParOf" srcId="{BBB8AB4E-35D5-DC41-A81B-3ED5BA173818}" destId="{FEAF9136-FCCF-8F46-9908-311BC79AE693}" srcOrd="5" destOrd="0" presId="urn:microsoft.com/office/officeart/2005/8/layout/default"/>
    <dgm:cxn modelId="{CB063273-4283-474F-9C8C-B2C4846A328B}" type="presParOf" srcId="{BBB8AB4E-35D5-DC41-A81B-3ED5BA173818}" destId="{78E07B3F-5E2B-8F43-82BA-CF66473DC1DF}" srcOrd="6" destOrd="0" presId="urn:microsoft.com/office/officeart/2005/8/layout/default"/>
    <dgm:cxn modelId="{4D1CD31C-A5F2-CB42-B58E-F67D44AB81C9}" type="presParOf" srcId="{BBB8AB4E-35D5-DC41-A81B-3ED5BA173818}" destId="{1653F288-D25E-7C4B-A9B8-39D1D57FF53B}" srcOrd="7" destOrd="0" presId="urn:microsoft.com/office/officeart/2005/8/layout/default"/>
    <dgm:cxn modelId="{76BB6F23-3900-C84A-8518-D794C0F41FE1}" type="presParOf" srcId="{BBB8AB4E-35D5-DC41-A81B-3ED5BA173818}" destId="{AD4E0D35-488B-4541-B7F9-5157E5D07646}" srcOrd="8" destOrd="0" presId="urn:microsoft.com/office/officeart/2005/8/layout/default"/>
    <dgm:cxn modelId="{BB9E3EB9-D6A3-3648-BD3E-0B6D5CC350A5}" type="presParOf" srcId="{BBB8AB4E-35D5-DC41-A81B-3ED5BA173818}" destId="{14615B16-E94F-654E-A91A-4C38FBF02CE1}" srcOrd="9" destOrd="0" presId="urn:microsoft.com/office/officeart/2005/8/layout/default"/>
    <dgm:cxn modelId="{70C35441-CCF9-9B40-A3CE-5FF996C8B36F}" type="presParOf" srcId="{BBB8AB4E-35D5-DC41-A81B-3ED5BA173818}" destId="{035BD778-1F1C-A04C-95DA-7EC985FED504}" srcOrd="10" destOrd="0" presId="urn:microsoft.com/office/officeart/2005/8/layout/default"/>
    <dgm:cxn modelId="{E25B4E92-30DE-7144-957A-30AA2D76D337}" type="presParOf" srcId="{BBB8AB4E-35D5-DC41-A81B-3ED5BA173818}" destId="{88FD0A59-C879-924D-91A1-4AD5E12D5B5A}" srcOrd="11" destOrd="0" presId="urn:microsoft.com/office/officeart/2005/8/layout/default"/>
    <dgm:cxn modelId="{2BC353A0-9555-2643-B864-F7206CD6B725}" type="presParOf" srcId="{BBB8AB4E-35D5-DC41-A81B-3ED5BA173818}" destId="{6B0E03A8-A133-0340-9E06-8E6D709EAE27}" srcOrd="12" destOrd="0" presId="urn:microsoft.com/office/officeart/2005/8/layout/default"/>
    <dgm:cxn modelId="{9DFD9944-EC7E-6542-BB10-981D72812A27}" type="presParOf" srcId="{BBB8AB4E-35D5-DC41-A81B-3ED5BA173818}" destId="{7FC09DA0-092A-0B42-91F6-212D12AFA214}" srcOrd="13" destOrd="0" presId="urn:microsoft.com/office/officeart/2005/8/layout/default"/>
    <dgm:cxn modelId="{94D39130-39E3-2846-B6DC-5E1B6BB27BB4}" type="presParOf" srcId="{BBB8AB4E-35D5-DC41-A81B-3ED5BA173818}" destId="{10386742-C61D-324E-9DF6-9E839FB10322}" srcOrd="14" destOrd="0" presId="urn:microsoft.com/office/officeart/2005/8/layout/default"/>
    <dgm:cxn modelId="{FC51C4AD-17FD-0347-AB6A-E3176AB9E274}" type="presParOf" srcId="{BBB8AB4E-35D5-DC41-A81B-3ED5BA173818}" destId="{DA9560CE-E465-9C4A-B82A-37FA158EFE1E}" srcOrd="15" destOrd="0" presId="urn:microsoft.com/office/officeart/2005/8/layout/default"/>
    <dgm:cxn modelId="{477477A5-9E48-7340-895D-F815336D4243}" type="presParOf" srcId="{BBB8AB4E-35D5-DC41-A81B-3ED5BA173818}" destId="{FA932710-5E4D-5A4B-98DF-F9583A360D8C}" srcOrd="16" destOrd="0" presId="urn:microsoft.com/office/officeart/2005/8/layout/default"/>
    <dgm:cxn modelId="{0611E427-B4BA-E54B-88D6-AF3662981453}" type="presParOf" srcId="{BBB8AB4E-35D5-DC41-A81B-3ED5BA173818}" destId="{165BDB7A-031D-7C41-AFAA-D7248E814CCA}" srcOrd="17" destOrd="0" presId="urn:microsoft.com/office/officeart/2005/8/layout/default"/>
    <dgm:cxn modelId="{91B5D245-6F27-AF42-AB0C-4112A2DEEE5F}" type="presParOf" srcId="{BBB8AB4E-35D5-DC41-A81B-3ED5BA173818}" destId="{C69942B4-CE96-F74C-9E7C-34ECCDD528DF}"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E037D4-5D5E-9044-A7F3-4B2703F64FEC}">
      <dsp:nvSpPr>
        <dsp:cNvPr id="0" name=""/>
        <dsp:cNvSpPr/>
      </dsp:nvSpPr>
      <dsp:spPr bwMode="auto">
        <a:xfrm>
          <a:off x="122782" y="783"/>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Scientific reading</a:t>
          </a:r>
          <a:endParaRPr lang="en-US" sz="1700" kern="1200"/>
        </a:p>
      </dsp:txBody>
      <dsp:txXfrm>
        <a:off x="122782" y="783"/>
        <a:ext cx="1517020" cy="910212"/>
      </dsp:txXfrm>
    </dsp:sp>
    <dsp:sp modelId="{AD16D4E3-887A-8E4A-B3DD-05189DA068C8}">
      <dsp:nvSpPr>
        <dsp:cNvPr id="0" name=""/>
        <dsp:cNvSpPr/>
      </dsp:nvSpPr>
      <dsp:spPr bwMode="auto">
        <a:xfrm>
          <a:off x="1791504" y="783"/>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Topic identification</a:t>
          </a:r>
          <a:endParaRPr lang="en-US" sz="1700" kern="1200"/>
        </a:p>
      </dsp:txBody>
      <dsp:txXfrm>
        <a:off x="1791504" y="783"/>
        <a:ext cx="1517020" cy="910212"/>
      </dsp:txXfrm>
    </dsp:sp>
    <dsp:sp modelId="{4715C456-BE43-B847-9BC2-E9C34223541C}">
      <dsp:nvSpPr>
        <dsp:cNvPr id="0" name=""/>
        <dsp:cNvSpPr/>
      </dsp:nvSpPr>
      <dsp:spPr bwMode="auto">
        <a:xfrm>
          <a:off x="3460227" y="783"/>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Formulating a question</a:t>
          </a:r>
          <a:endParaRPr lang="en-US" sz="1700" kern="1200"/>
        </a:p>
      </dsp:txBody>
      <dsp:txXfrm>
        <a:off x="3460227" y="783"/>
        <a:ext cx="1517020" cy="910212"/>
      </dsp:txXfrm>
    </dsp:sp>
    <dsp:sp modelId="{78E07B3F-5E2B-8F43-82BA-CF66473DC1DF}">
      <dsp:nvSpPr>
        <dsp:cNvPr id="0" name=""/>
        <dsp:cNvSpPr/>
      </dsp:nvSpPr>
      <dsp:spPr bwMode="auto">
        <a:xfrm>
          <a:off x="5128949" y="783"/>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Organization of group work</a:t>
          </a:r>
          <a:endParaRPr lang="en-US" sz="1700" kern="1200"/>
        </a:p>
      </dsp:txBody>
      <dsp:txXfrm>
        <a:off x="5128949" y="783"/>
        <a:ext cx="1517020" cy="910212"/>
      </dsp:txXfrm>
    </dsp:sp>
    <dsp:sp modelId="{AD4E0D35-488B-4541-B7F9-5157E5D07646}">
      <dsp:nvSpPr>
        <dsp:cNvPr id="0" name=""/>
        <dsp:cNvSpPr/>
      </dsp:nvSpPr>
      <dsp:spPr bwMode="auto">
        <a:xfrm>
          <a:off x="122782" y="1062697"/>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Time management</a:t>
          </a:r>
          <a:endParaRPr lang="en-US" sz="1700" kern="1200"/>
        </a:p>
      </dsp:txBody>
      <dsp:txXfrm>
        <a:off x="122782" y="1062697"/>
        <a:ext cx="1517020" cy="910212"/>
      </dsp:txXfrm>
    </dsp:sp>
    <dsp:sp modelId="{035BD778-1F1C-A04C-95DA-7EC985FED504}">
      <dsp:nvSpPr>
        <dsp:cNvPr id="0" name=""/>
        <dsp:cNvSpPr/>
      </dsp:nvSpPr>
      <dsp:spPr bwMode="auto">
        <a:xfrm>
          <a:off x="1791504" y="1062697"/>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Presentations</a:t>
          </a:r>
          <a:endParaRPr lang="en-US" sz="1700" kern="1200"/>
        </a:p>
      </dsp:txBody>
      <dsp:txXfrm>
        <a:off x="1791504" y="1062697"/>
        <a:ext cx="1517020" cy="910212"/>
      </dsp:txXfrm>
    </dsp:sp>
    <dsp:sp modelId="{6B0E03A8-A133-0340-9E06-8E6D709EAE27}">
      <dsp:nvSpPr>
        <dsp:cNvPr id="0" name=""/>
        <dsp:cNvSpPr/>
      </dsp:nvSpPr>
      <dsp:spPr bwMode="auto">
        <a:xfrm>
          <a:off x="3460227" y="1062697"/>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Correct citation</a:t>
          </a:r>
          <a:endParaRPr lang="en-US" sz="1700" kern="1200"/>
        </a:p>
      </dsp:txBody>
      <dsp:txXfrm>
        <a:off x="3460227" y="1062697"/>
        <a:ext cx="1517020" cy="910212"/>
      </dsp:txXfrm>
    </dsp:sp>
    <dsp:sp modelId="{10386742-C61D-324E-9DF6-9E839FB10322}">
      <dsp:nvSpPr>
        <dsp:cNvPr id="0" name=""/>
        <dsp:cNvSpPr/>
      </dsp:nvSpPr>
      <dsp:spPr bwMode="auto">
        <a:xfrm>
          <a:off x="5128949" y="1062697"/>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Literature research</a:t>
          </a:r>
          <a:endParaRPr lang="en-US" sz="1700" kern="1200"/>
        </a:p>
      </dsp:txBody>
      <dsp:txXfrm>
        <a:off x="5128949" y="1062697"/>
        <a:ext cx="1517020" cy="910212"/>
      </dsp:txXfrm>
    </dsp:sp>
    <dsp:sp modelId="{FA932710-5E4D-5A4B-98DF-F9583A360D8C}">
      <dsp:nvSpPr>
        <dsp:cNvPr id="0" name=""/>
        <dsp:cNvSpPr/>
      </dsp:nvSpPr>
      <dsp:spPr bwMode="auto">
        <a:xfrm>
          <a:off x="1791504" y="2124612"/>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Study for exams</a:t>
          </a:r>
          <a:endParaRPr lang="en-US" sz="1700" kern="1200"/>
        </a:p>
      </dsp:txBody>
      <dsp:txXfrm>
        <a:off x="1791504" y="2124612"/>
        <a:ext cx="1517020" cy="910212"/>
      </dsp:txXfrm>
    </dsp:sp>
    <dsp:sp modelId="{C69942B4-CE96-F74C-9E7C-34ECCDD528DF}">
      <dsp:nvSpPr>
        <dsp:cNvPr id="0" name=""/>
        <dsp:cNvSpPr/>
      </dsp:nvSpPr>
      <dsp:spPr bwMode="auto">
        <a:xfrm>
          <a:off x="3460227" y="2124612"/>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Structure &amp; writing of written papers</a:t>
          </a:r>
          <a:endParaRPr lang="en-US" sz="1700" kern="1200"/>
        </a:p>
      </dsp:txBody>
      <dsp:txXfrm>
        <a:off x="3460227" y="2124612"/>
        <a:ext cx="1517020" cy="91021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381174"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FBF71C9-B1D1-2F3E-4637-A33F591CE0D5}"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Selection from the topics to be discussed in the tutorial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Use this slide to collect topics that are on the participants' minds. What would they like to discuss? Talk about what can be included in the tutorial and what needs to be placed elsewhere.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Encourage students to actively participate in the timing of the tutorial throughout the semester. If you have the impression that certain topics are burning and others are not yet so relevant, it is fine to arrange the order accordingly.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It's best to think about this in advance: How would you like to communicate with the students - e.g. WhatsApp group or exclusively by email?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lgn="l">
              <a:buFont typeface="Arial"/>
              <a:buChar char="•"/>
              <a:defRPr/>
            </a:pPr>
            <a:r>
              <a:rPr lang="de-DE" b="1" i="0" u="none" strike="noStrike">
                <a:solidFill>
                  <a:srgbClr val="000000"/>
                </a:solidFill>
              </a:rPr>
              <a:t>Clear expectations:</a:t>
            </a:r>
            <a:r>
              <a:rPr lang="de-DE" b="0" i="0" u="none" strike="noStrike">
                <a:solidFill>
                  <a:srgbClr val="000000"/>
                </a:solidFill>
              </a:rPr>
              <a:t> A code of conduct sets out the rules of behavior and expectations to ensure a respectful and productive learning environment.</a:t>
            </a:r>
            <a:endParaRPr/>
          </a:p>
          <a:p>
            <a:pPr algn="l">
              <a:buFont typeface="Arial"/>
              <a:buChar char="•"/>
              <a:defRPr/>
            </a:pPr>
            <a:r>
              <a:rPr lang="de-DE" b="1" i="0" u="none" strike="noStrike">
                <a:solidFill>
                  <a:srgbClr val="000000"/>
                </a:solidFill>
              </a:rPr>
              <a:t>Avoidance of conflicts:</a:t>
            </a:r>
            <a:r>
              <a:rPr lang="de-DE" b="0" i="0" u="none" strike="noStrike">
                <a:solidFill>
                  <a:srgbClr val="000000"/>
                </a:solidFill>
              </a:rPr>
              <a:t> It helps to avoid misunderstandings and conflicts by providing clear guidelines for behavior and communication.</a:t>
            </a:r>
            <a:endParaRPr/>
          </a:p>
          <a:p>
            <a:pPr algn="l">
              <a:buFont typeface="Arial"/>
              <a:buChar char="•"/>
              <a:defRPr/>
            </a:pPr>
            <a:r>
              <a:rPr lang="de-DE" b="1" i="0" u="none" strike="noStrike">
                <a:solidFill>
                  <a:srgbClr val="000000"/>
                </a:solidFill>
              </a:rPr>
              <a:t>Promoting cooperation: </a:t>
            </a:r>
            <a:r>
              <a:rPr lang="de-DE" b="0" i="0" u="none" strike="noStrike">
                <a:solidFill>
                  <a:srgbClr val="000000"/>
                </a:solidFill>
              </a:rPr>
              <a:t>Defined rules promote an open and supportive atmosphere that facilitates exchange and cooperation between participants.</a:t>
            </a:r>
            <a:br>
              <a:rPr lang="de-DE" b="0" i="0" u="none" strike="noStrike">
                <a:solidFill>
                  <a:srgbClr val="000000"/>
                </a:solidFill>
              </a:rPr>
            </a:br>
            <a:br>
              <a:rPr lang="de-DE" b="0" i="0" u="none" strike="noStrike">
                <a:solidFill>
                  <a:srgbClr val="000000"/>
                </a:solidFill>
              </a:rPr>
            </a:br>
            <a:br>
              <a:rPr lang="de-DE" b="0" i="0" u="none" strike="noStrike">
                <a:solidFill>
                  <a:srgbClr val="000000"/>
                </a:solidFill>
              </a:rPr>
            </a:br>
            <a:r>
              <a:rPr lang="de-DE" b="1" i="0" u="none" strike="noStrike">
                <a:solidFill>
                  <a:srgbClr val="000000"/>
                </a:solidFill>
              </a:rPr>
              <a:t>Procedure:</a:t>
            </a:r>
            <a:endParaRPr/>
          </a:p>
          <a:p>
            <a:pPr algn="l">
              <a:buFont typeface="+mj-lt"/>
              <a:buAutoNum type="arabicPeriod"/>
              <a:defRPr/>
            </a:pPr>
            <a:r>
              <a:rPr lang="de-DE" b="1" i="0" u="none" strike="noStrike">
                <a:solidFill>
                  <a:srgbClr val="000000"/>
                </a:solidFill>
              </a:rPr>
              <a:t>Introduction </a:t>
            </a:r>
            <a:r>
              <a:rPr lang="de-DE" b="0" i="0" u="none" strike="noStrike">
                <a:solidFill>
                  <a:srgbClr val="000000"/>
                </a:solidFill>
              </a:rPr>
              <a:t>to the purpose of the Code of Conduct and its significance for group work and respectful interaction with one another.</a:t>
            </a:r>
            <a:endParaRPr/>
          </a:p>
          <a:p>
            <a:pPr algn="l">
              <a:buFont typeface="+mj-lt"/>
              <a:buAutoNum type="arabicPeriod"/>
              <a:defRPr/>
            </a:pPr>
            <a:r>
              <a:rPr lang="de-DE" b="1" i="0" u="none" strike="noStrike">
                <a:solidFill>
                  <a:srgbClr val="000000"/>
                </a:solidFill>
              </a:rPr>
              <a:t>Development: </a:t>
            </a:r>
            <a:r>
              <a:rPr lang="de-DE" b="0" i="0" u="none" strike="noStrike">
                <a:solidFill>
                  <a:srgbClr val="000000"/>
                </a:solidFill>
              </a:rPr>
              <a:t>Discuss together with the participants which rules of conduct are important. This can take the form of an open discussion or brainstorming.</a:t>
            </a:r>
            <a:endParaRPr/>
          </a:p>
          <a:p>
            <a:pPr algn="l">
              <a:buFont typeface="+mj-lt"/>
              <a:buAutoNum type="arabicPeriod"/>
              <a:defRPr/>
            </a:pPr>
            <a:r>
              <a:rPr lang="de-DE" b="1" i="0" u="none" strike="noStrike">
                <a:solidFill>
                  <a:srgbClr val="000000"/>
                </a:solidFill>
              </a:rPr>
              <a:t>Formulation: </a:t>
            </a:r>
            <a:r>
              <a:rPr lang="de-DE" b="0" i="0" u="none" strike="noStrike">
                <a:solidFill>
                  <a:srgbClr val="000000"/>
                </a:solidFill>
              </a:rPr>
              <a:t>Draw up a list of rules of conduct and expectations together. Make sure that these are clear, specific and understandable.</a:t>
            </a:r>
            <a:endParaRPr/>
          </a:p>
          <a:p>
            <a:pPr algn="l">
              <a:buFont typeface="+mj-lt"/>
              <a:buAutoNum type="arabicPeriod"/>
              <a:defRPr/>
            </a:pPr>
            <a:r>
              <a:rPr lang="de-DE" b="1" i="0" u="none" strike="noStrike">
                <a:solidFill>
                  <a:srgbClr val="000000"/>
                </a:solidFill>
              </a:rPr>
              <a:t>Documentation: </a:t>
            </a:r>
            <a:r>
              <a:rPr lang="de-DE" b="0" i="0" u="none" strike="noStrike">
                <a:solidFill>
                  <a:srgbClr val="000000"/>
                </a:solidFill>
              </a:rPr>
              <a:t>Record the agreed rules in writing and distribute them to all participants (e.g. by sharing the slides). Make sure that everyone has the opportunity to read and understand the Code of Conduct.</a:t>
            </a:r>
            <a:endParaRPr/>
          </a:p>
          <a:p>
            <a:pPr algn="l">
              <a:buFont typeface="+mj-lt"/>
              <a:buAutoNum type="arabicPeriod"/>
              <a:defRPr/>
            </a:pPr>
            <a:r>
              <a:rPr lang="de-DE" b="1" i="0" u="none" strike="noStrike">
                <a:solidFill>
                  <a:srgbClr val="000000"/>
                </a:solidFill>
              </a:rPr>
              <a:t>Reinforcement: </a:t>
            </a:r>
            <a:r>
              <a:rPr lang="de-DE" b="0" i="0" u="none" strike="noStrike">
                <a:solidFill>
                  <a:srgbClr val="000000"/>
                </a:solidFill>
              </a:rPr>
              <a:t>Refer regularly to the Code of Conduct, especially when questions or conflicts arise. Remind employees of the agreed standards of conduct when necessary.</a:t>
            </a:r>
            <a:endParaRPr/>
          </a:p>
          <a:p>
            <a:pPr algn="l">
              <a:buFont typeface="+mj-lt"/>
              <a:buAutoNum type="arabicPeriod"/>
              <a:defRPr/>
            </a:pPr>
            <a:r>
              <a:rPr lang="de-DE" b="1" i="0" u="none" strike="noStrike">
                <a:solidFill>
                  <a:srgbClr val="000000"/>
                </a:solidFill>
              </a:rPr>
              <a:t>Feedback: </a:t>
            </a:r>
            <a:r>
              <a:rPr lang="de-DE" b="0" i="0" u="none" strike="noStrike">
                <a:solidFill>
                  <a:srgbClr val="000000"/>
                </a:solidFill>
              </a:rPr>
              <a:t>Leave room for feedback and adjustments to the code to further improve it over the course of the semester and adapt it to the needs of the group.</a:t>
            </a:r>
            <a:endParaRPr/>
          </a:p>
          <a:p>
            <a:pPr>
              <a:defRPr/>
            </a:pPr>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sz="1100" b="0" i="0" u="none" strike="noStrike" cap="none" spc="0">
                <a:solidFill>
                  <a:srgbClr val="000000"/>
                </a:solidFill>
                <a:latin typeface="Arial"/>
                <a:ea typeface="Arial"/>
                <a:cs typeface="Arial"/>
              </a:rPr>
              <a:t>Discuss with your participants the things that need to be observed at a university. Some may seem intuitive, but in recent years, there have been increasing incidents that have shown this is not always the case.</a:t>
            </a:r>
            <a:endParaRPr lang="de-DE">
              <a:latin typeface="+mj-l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Presentation of important support services at Leuphana</a:t>
            </a:r>
            <a:endParaRPr/>
          </a:p>
          <a:p>
            <a:pPr>
              <a:defRPr/>
            </a:pPr>
            <a:r>
              <a:rPr lang="de-DE"/>
              <a:t>If you can think of any others, please feel free to add them or tell us a little about them.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23524E2-8050-5E0A-0C34-993264C40E15}"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19C4A0-E533-D8C8-96BD-0F369012E409}"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F23CBC4-8A84-4A37-FC74-A1D7E548F83E}"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AD6CE0-6167-290C-4EA5-4069EA7735B3}" type="slidenum">
              <a:rPr/>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4" Type="http://schemas.openxmlformats.org/officeDocument/2006/relationships/image" Target="../media/image39.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1102822" y="1205384"/>
            <a:ext cx="6858000" cy="1790700"/>
          </a:xfrm>
        </p:spPr>
        <p:txBody>
          <a:bodyPr anchor="b"/>
          <a:lstStyle>
            <a:lvl1pPr algn="ctr">
              <a:defRPr sz="3000"/>
            </a:lvl1pPr>
          </a:lstStyle>
          <a:p>
            <a:pPr>
              <a:defRPr/>
            </a:pPr>
            <a:r>
              <a:rPr lang="de-DE"/>
              <a:t>Titel</a:t>
            </a:r>
            <a:endParaRPr/>
          </a:p>
        </p:txBody>
      </p:sp>
      <p:sp>
        <p:nvSpPr>
          <p:cNvPr id="3" name="Untertitel 2"/>
          <p:cNvSpPr>
            <a:spLocks noGrp="1"/>
          </p:cNvSpPr>
          <p:nvPr>
            <p:ph type="subTitle" idx="1" hasCustomPrompt="1"/>
          </p:nvPr>
        </p:nvSpPr>
        <p:spPr bwMode="auto">
          <a:xfrm>
            <a:off x="1102822" y="3194219"/>
            <a:ext cx="6858000" cy="391596"/>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pPr>
              <a:defRPr/>
            </a:pPr>
            <a:r>
              <a:rPr lang="de-DE"/>
              <a:t>Tutor:</a:t>
            </a:r>
            <a:endParaRPr/>
          </a:p>
          <a:p>
            <a:pPr>
              <a:defRPr/>
            </a:pPr>
            <a:r>
              <a:rPr lang="de-DE"/>
              <a:t>Date: </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8">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3000"/>
            </a:lvl1pPr>
          </a:lstStyle>
          <a:p>
            <a:pPr>
              <a:defRPr/>
            </a:pPr>
            <a:r>
              <a:rPr lang="de-DE"/>
              <a:t>Agenda</a:t>
            </a:r>
            <a:endParaRPr/>
          </a:p>
        </p:txBody>
      </p:sp>
      <p:sp>
        <p:nvSpPr>
          <p:cNvPr id="17"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30" name="Freeform 10"/>
          <p:cNvSpPr/>
          <p:nvPr userDrawn="1"/>
        </p:nvSpPr>
        <p:spPr bwMode="auto">
          <a:xfrm rot="-2487859">
            <a:off x="1009333" y="253259"/>
            <a:ext cx="1404703" cy="132166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31" name="Freeform 2"/>
          <p:cNvSpPr/>
          <p:nvPr userDrawn="1"/>
        </p:nvSpPr>
        <p:spPr bwMode="auto">
          <a:xfrm>
            <a:off x="-281392" y="2212337"/>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700"/>
          </a:p>
        </p:txBody>
      </p:sp>
      <p:sp>
        <p:nvSpPr>
          <p:cNvPr id="32"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700"/>
          </a:p>
        </p:txBody>
      </p:sp>
      <p:sp>
        <p:nvSpPr>
          <p:cNvPr id="33" name="Freeform 4"/>
          <p:cNvSpPr/>
          <p:nvPr userDrawn="1"/>
        </p:nvSpPr>
        <p:spPr bwMode="auto">
          <a:xfrm>
            <a:off x="-883" y="-130302"/>
            <a:ext cx="1947126" cy="2034242"/>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700"/>
          </a:p>
        </p:txBody>
      </p:sp>
      <p:sp>
        <p:nvSpPr>
          <p:cNvPr id="34" name="Freeform 5"/>
          <p:cNvSpPr/>
          <p:nvPr userDrawn="1"/>
        </p:nvSpPr>
        <p:spPr bwMode="auto">
          <a:xfrm rot="16008410">
            <a:off x="7499118" y="493623"/>
            <a:ext cx="1736763" cy="1457318"/>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700"/>
          </a:p>
        </p:txBody>
      </p:sp>
      <p:sp>
        <p:nvSpPr>
          <p:cNvPr id="35" name="Freeform 6"/>
          <p:cNvSpPr/>
          <p:nvPr userDrawn="1"/>
        </p:nvSpPr>
        <p:spPr bwMode="auto">
          <a:xfrm rot="7860678">
            <a:off x="63273" y="3613160"/>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700"/>
          </a:p>
        </p:txBody>
      </p:sp>
      <p:sp>
        <p:nvSpPr>
          <p:cNvPr id="36"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700"/>
          </a:p>
        </p:txBody>
      </p:sp>
      <p:sp>
        <p:nvSpPr>
          <p:cNvPr id="38" name="Freeform 9"/>
          <p:cNvSpPr/>
          <p:nvPr userDrawn="1"/>
        </p:nvSpPr>
        <p:spPr bwMode="auto">
          <a:xfrm rot="1296289">
            <a:off x="7274238" y="-352704"/>
            <a:ext cx="1600562" cy="1594025"/>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700"/>
          </a:p>
        </p:txBody>
      </p:sp>
      <p:sp>
        <p:nvSpPr>
          <p:cNvPr id="39"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40" name="Freeform 11"/>
          <p:cNvSpPr/>
          <p:nvPr userDrawn="1"/>
        </p:nvSpPr>
        <p:spPr bwMode="auto">
          <a:xfrm rot="1296289">
            <a:off x="-183369" y="3910726"/>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700"/>
          </a:p>
        </p:txBody>
      </p:sp>
      <p:sp>
        <p:nvSpPr>
          <p:cNvPr id="41" name="Freeform 12"/>
          <p:cNvSpPr/>
          <p:nvPr userDrawn="1"/>
        </p:nvSpPr>
        <p:spPr bwMode="auto">
          <a:xfrm rot="2046247">
            <a:off x="8525253" y="-281905"/>
            <a:ext cx="1079111" cy="14324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700"/>
          </a:p>
        </p:txBody>
      </p:sp>
      <p:sp>
        <p:nvSpPr>
          <p:cNvPr id="3" name="Inhaltsplatzhalter 2"/>
          <p:cNvSpPr>
            <a:spLocks noGrp="1"/>
          </p:cNvSpPr>
          <p:nvPr>
            <p:ph idx="1" hasCustomPrompt="1"/>
          </p:nvPr>
        </p:nvSpPr>
        <p:spPr bwMode="auto">
          <a:xfrm>
            <a:off x="2333380" y="1359246"/>
            <a:ext cx="4871083" cy="3240000"/>
          </a:xfrm>
        </p:spPr>
        <p:txBody>
          <a:bodyPr/>
          <a:lstStyle>
            <a:lvl1pPr marL="257175" indent="-257175">
              <a:buFont typeface="+mj-lt"/>
              <a:buAutoNum type="arabicPeriod"/>
              <a:defRPr sz="1800"/>
            </a:lvl1pPr>
            <a:lvl2pPr marL="485775" indent="-257175">
              <a:buFont typeface="+mj-lt"/>
              <a:buAutoNum type="romanLcPeriod"/>
              <a:defRPr sz="18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947588" y="1091697"/>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241837"/>
          </a:xfrm>
        </p:spPr>
        <p:txBody>
          <a:bodyPr lIns="90000" anchor="ctr"/>
          <a:lstStyle>
            <a:lvl1pPr>
              <a:defRPr sz="3000"/>
            </a:lvl1pPr>
          </a:lstStyle>
          <a:p>
            <a:pPr>
              <a:defRPr/>
            </a:pPr>
            <a:r>
              <a:rPr lang="de-DE"/>
              <a:t>Check-In</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650930"/>
            <a:ext cx="7200000" cy="630000"/>
          </a:xfrm>
        </p:spPr>
        <p:txBody>
          <a:bodyPr/>
          <a:lstStyle/>
          <a:p>
            <a:pPr>
              <a:defRPr/>
            </a:pPr>
            <a:r>
              <a:rPr lang="de-DE"/>
              <a:t>Überschrift</a:t>
            </a:r>
            <a:endParaRPr/>
          </a:p>
        </p:txBody>
      </p:sp>
      <p:sp>
        <p:nvSpPr>
          <p:cNvPr id="3" name="Inhaltsplatzhalter 2"/>
          <p:cNvSpPr>
            <a:spLocks noGrp="1"/>
          </p:cNvSpPr>
          <p:nvPr>
            <p:ph idx="1"/>
          </p:nvPr>
        </p:nvSpPr>
        <p:spPr bwMode="auto">
          <a:xfrm>
            <a:off x="972000" y="1369414"/>
            <a:ext cx="7200000" cy="324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403070" y="-401868"/>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042686" cy="101614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385884" y="108129"/>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823310" y="-18835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310651">
            <a:off x="-405768" y="1869879"/>
            <a:ext cx="1254981" cy="104779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8659208" y="1141819"/>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53400" y="1085850"/>
            <a:ext cx="7200000" cy="1977806"/>
          </a:xfrm>
        </p:spPr>
        <p:txBody>
          <a:bodyPr lIns="90000" anchor="b"/>
          <a:lstStyle>
            <a:lvl1pPr>
              <a:defRPr sz="3000"/>
            </a:lvl1pPr>
          </a:lstStyle>
          <a:p>
            <a:pPr>
              <a:defRPr/>
            </a:pPr>
            <a:r>
              <a:rPr lang="de-DE"/>
              <a:t>Überschrift</a:t>
            </a:r>
            <a:endParaRPr/>
          </a:p>
        </p:txBody>
      </p:sp>
      <p:sp>
        <p:nvSpPr>
          <p:cNvPr id="3" name="Textplatzhalter 2"/>
          <p:cNvSpPr>
            <a:spLocks noGrp="1"/>
          </p:cNvSpPr>
          <p:nvPr>
            <p:ph type="body" idx="1"/>
          </p:nvPr>
        </p:nvSpPr>
        <p:spPr bwMode="auto">
          <a:xfrm>
            <a:off x="953400" y="3245645"/>
            <a:ext cx="7200000" cy="1039907"/>
          </a:xfrm>
        </p:spPr>
        <p:txBody>
          <a:bodyPr lIns="90000"/>
          <a:lstStyle>
            <a:lvl1pPr marL="0" indent="0">
              <a:buNone/>
              <a:defRPr sz="1200">
                <a:solidFill>
                  <a:schemeClr val="tx1">
                    <a:tint val="82000"/>
                  </a:schemeClr>
                </a:solidFill>
              </a:defRPr>
            </a:lvl1pPr>
            <a:lvl2pPr marL="228600" indent="0">
              <a:buNone/>
              <a:defRPr sz="1000">
                <a:solidFill>
                  <a:schemeClr val="tx1">
                    <a:tint val="82000"/>
                  </a:schemeClr>
                </a:solidFill>
              </a:defRPr>
            </a:lvl2pPr>
            <a:lvl3pPr marL="457200" indent="0">
              <a:buNone/>
              <a:defRPr sz="900">
                <a:solidFill>
                  <a:schemeClr val="tx1">
                    <a:tint val="82000"/>
                  </a:schemeClr>
                </a:solidFill>
              </a:defRPr>
            </a:lvl3pPr>
            <a:lvl4pPr marL="685800" indent="0">
              <a:buNone/>
              <a:defRPr sz="800">
                <a:solidFill>
                  <a:schemeClr val="tx1">
                    <a:tint val="82000"/>
                  </a:schemeClr>
                </a:solidFill>
              </a:defRPr>
            </a:lvl4pPr>
            <a:lvl5pPr marL="914400" indent="0">
              <a:buNone/>
              <a:defRPr sz="800">
                <a:solidFill>
                  <a:schemeClr val="tx1">
                    <a:tint val="82000"/>
                  </a:schemeClr>
                </a:solidFill>
              </a:defRPr>
            </a:lvl5pPr>
            <a:lvl6pPr marL="1143000" indent="0">
              <a:buNone/>
              <a:defRPr sz="800">
                <a:solidFill>
                  <a:schemeClr val="tx1">
                    <a:tint val="82000"/>
                  </a:schemeClr>
                </a:solidFill>
              </a:defRPr>
            </a:lvl6pPr>
            <a:lvl7pPr marL="1371600" indent="0">
              <a:buNone/>
              <a:defRPr sz="800">
                <a:solidFill>
                  <a:schemeClr val="tx1">
                    <a:tint val="82000"/>
                  </a:schemeClr>
                </a:solidFill>
              </a:defRPr>
            </a:lvl7pPr>
            <a:lvl8pPr marL="1600200" indent="0">
              <a:buNone/>
              <a:defRPr sz="800">
                <a:solidFill>
                  <a:schemeClr val="tx1">
                    <a:tint val="82000"/>
                  </a:schemeClr>
                </a:solidFill>
              </a:defRPr>
            </a:lvl8pPr>
            <a:lvl9pPr marL="1828800" indent="0">
              <a:buNone/>
              <a:defRPr sz="8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953400" y="1085850"/>
            <a:ext cx="7200000" cy="319970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199702"/>
          </a:xfrm>
        </p:spPr>
        <p:txBody>
          <a:bodyPr lIns="90000" anchor="ctr"/>
          <a:lstStyle>
            <a:lvl1pPr>
              <a:defRPr sz="3000"/>
            </a:lvl1pPr>
          </a:lstStyle>
          <a:p>
            <a:pPr>
              <a:defRPr/>
            </a:pPr>
            <a:r>
              <a:rPr lang="de-DE"/>
              <a:t>PAUSE</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953400" y="1085850"/>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199702"/>
          </a:xfrm>
        </p:spPr>
        <p:txBody>
          <a:bodyPr lIns="90000" anchor="ctr"/>
          <a:lstStyle>
            <a:lvl1pPr>
              <a:defRPr sz="3000"/>
            </a:lvl1pPr>
          </a:lstStyle>
          <a:p>
            <a:pPr>
              <a:defRPr/>
            </a:pPr>
            <a:r>
              <a:rPr lang="de-DE"/>
              <a:t>ENERGIZER</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683382"/>
            <a:ext cx="7200000" cy="630000"/>
          </a:xfrm>
        </p:spPr>
        <p:txBody>
          <a:bodyPr/>
          <a:lstStyle/>
          <a:p>
            <a:pPr>
              <a:defRPr/>
            </a:pPr>
            <a:r>
              <a:rPr lang="de-DE"/>
              <a:t>Überschrift</a:t>
            </a:r>
            <a:endParaRPr/>
          </a:p>
        </p:txBody>
      </p:sp>
      <p:sp>
        <p:nvSpPr>
          <p:cNvPr id="3" name="Inhaltsplatzhalter 2"/>
          <p:cNvSpPr>
            <a:spLocks noGrp="1"/>
          </p:cNvSpPr>
          <p:nvPr>
            <p:ph sz="half" idx="1"/>
          </p:nvPr>
        </p:nvSpPr>
        <p:spPr bwMode="auto">
          <a:xfrm>
            <a:off x="972000" y="1369218"/>
            <a:ext cx="3561900" cy="32639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4610100" y="1369218"/>
            <a:ext cx="3561900" cy="32639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11" name="Freeform 5"/>
          <p:cNvSpPr/>
          <p:nvPr userDrawn="1"/>
        </p:nvSpPr>
        <p:spPr bwMode="auto">
          <a:xfrm>
            <a:off x="-120597" y="73093"/>
            <a:ext cx="1042686" cy="101614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6" name="Freeform 10"/>
          <p:cNvSpPr/>
          <p:nvPr userDrawn="1"/>
        </p:nvSpPr>
        <p:spPr bwMode="auto">
          <a:xfrm rot="-2487859">
            <a:off x="826629" y="-26985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1"/>
          <p:cNvSpPr/>
          <p:nvPr userDrawn="1"/>
        </p:nvSpPr>
        <p:spPr bwMode="auto">
          <a:xfrm rot="1296289">
            <a:off x="-203778" y="425211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0"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21" name="Freeform 5"/>
          <p:cNvSpPr/>
          <p:nvPr userDrawn="1"/>
        </p:nvSpPr>
        <p:spPr bwMode="auto">
          <a:xfrm rot="16008410">
            <a:off x="8200771" y="357236"/>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22" name="Freeform 7"/>
          <p:cNvSpPr/>
          <p:nvPr userDrawn="1"/>
        </p:nvSpPr>
        <p:spPr bwMode="auto">
          <a:xfrm rot="7860678">
            <a:off x="8458522" y="3343840"/>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23" name="Freeform 9"/>
          <p:cNvSpPr/>
          <p:nvPr userDrawn="1"/>
        </p:nvSpPr>
        <p:spPr bwMode="auto">
          <a:xfrm rot="1296289">
            <a:off x="7692175" y="-272960"/>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24"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25" name="Freeform 12"/>
          <p:cNvSpPr/>
          <p:nvPr userDrawn="1"/>
        </p:nvSpPr>
        <p:spPr bwMode="auto">
          <a:xfrm rot="2046247">
            <a:off x="8861597" y="-178740"/>
            <a:ext cx="853546" cy="968131"/>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587312"/>
            <a:ext cx="7200000" cy="630000"/>
          </a:xfrm>
        </p:spPr>
        <p:txBody>
          <a:bodyPr/>
          <a:lstStyle/>
          <a:p>
            <a:pPr>
              <a:defRPr/>
            </a:pPr>
            <a:r>
              <a:rPr lang="de-DE"/>
              <a:t>Überschrift</a:t>
            </a:r>
            <a:endParaRPr/>
          </a:p>
        </p:txBody>
      </p:sp>
      <p:sp>
        <p:nvSpPr>
          <p:cNvPr id="3" name="Textplatzhalter 2"/>
          <p:cNvSpPr>
            <a:spLocks noGrp="1"/>
          </p:cNvSpPr>
          <p:nvPr>
            <p:ph type="body" idx="1"/>
          </p:nvPr>
        </p:nvSpPr>
        <p:spPr bwMode="auto">
          <a:xfrm>
            <a:off x="972000" y="1261269"/>
            <a:ext cx="3526181"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defRPr/>
            </a:pPr>
            <a:r>
              <a:rPr lang="de-DE"/>
              <a:t>Mastertextformat bearbeiten</a:t>
            </a:r>
            <a:endParaRPr/>
          </a:p>
        </p:txBody>
      </p:sp>
      <p:sp>
        <p:nvSpPr>
          <p:cNvPr id="4" name="Inhaltsplatzhalter 3"/>
          <p:cNvSpPr>
            <a:spLocks noGrp="1"/>
          </p:cNvSpPr>
          <p:nvPr>
            <p:ph sz="half" idx="2"/>
          </p:nvPr>
        </p:nvSpPr>
        <p:spPr bwMode="auto">
          <a:xfrm>
            <a:off x="972000" y="1878807"/>
            <a:ext cx="3526181" cy="276383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4629151" y="1261269"/>
            <a:ext cx="3542850"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4629151" y="1878807"/>
            <a:ext cx="3542850" cy="276383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12" name="Freeform 4"/>
          <p:cNvSpPr/>
          <p:nvPr userDrawn="1"/>
        </p:nvSpPr>
        <p:spPr bwMode="auto">
          <a:xfrm>
            <a:off x="8302970" y="3145869"/>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5" name="Freeform 7"/>
          <p:cNvSpPr/>
          <p:nvPr userDrawn="1"/>
        </p:nvSpPr>
        <p:spPr bwMode="auto">
          <a:xfrm rot="7860678">
            <a:off x="8336347" y="2932849"/>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6" name="Freeform 8"/>
          <p:cNvSpPr/>
          <p:nvPr userDrawn="1"/>
        </p:nvSpPr>
        <p:spPr bwMode="auto">
          <a:xfrm rot="-458312">
            <a:off x="8355052" y="526573"/>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7" name="Freeform 9"/>
          <p:cNvSpPr/>
          <p:nvPr userDrawn="1"/>
        </p:nvSpPr>
        <p:spPr bwMode="auto">
          <a:xfrm rot="1296289">
            <a:off x="7695168" y="-263701"/>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20" name="Freeform 12"/>
          <p:cNvSpPr/>
          <p:nvPr userDrawn="1"/>
        </p:nvSpPr>
        <p:spPr bwMode="auto">
          <a:xfrm rot="7628196">
            <a:off x="8578643" y="65966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21"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2" name="Freeform 2"/>
          <p:cNvSpPr/>
          <p:nvPr userDrawn="1"/>
        </p:nvSpPr>
        <p:spPr bwMode="auto">
          <a:xfrm>
            <a:off x="-624791" y="2068765"/>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23"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4" name="Freeform 6"/>
          <p:cNvSpPr/>
          <p:nvPr userDrawn="1"/>
        </p:nvSpPr>
        <p:spPr bwMode="auto">
          <a:xfrm rot="7860678">
            <a:off x="-377688" y="2336570"/>
            <a:ext cx="800477" cy="822848"/>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24" name="Freeform 10"/>
          <p:cNvSpPr/>
          <p:nvPr userDrawn="1"/>
        </p:nvSpPr>
        <p:spPr bwMode="auto">
          <a:xfrm rot="-2487859">
            <a:off x="377291" y="-103887"/>
            <a:ext cx="941388" cy="84247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25" name="Freeform 4"/>
          <p:cNvSpPr/>
          <p:nvPr userDrawn="1"/>
        </p:nvSpPr>
        <p:spPr bwMode="auto">
          <a:xfrm>
            <a:off x="-306763" y="-466327"/>
            <a:ext cx="1304903" cy="1296699"/>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30" name="Freeform 10"/>
          <p:cNvSpPr/>
          <p:nvPr userDrawn="1"/>
        </p:nvSpPr>
        <p:spPr bwMode="auto">
          <a:xfrm rot="-2487859">
            <a:off x="317117" y="-65398"/>
            <a:ext cx="1050461" cy="101020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31" name="Freeform 2"/>
          <p:cNvSpPr/>
          <p:nvPr userDrawn="1"/>
        </p:nvSpPr>
        <p:spPr bwMode="auto">
          <a:xfrm>
            <a:off x="46472" y="301604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700"/>
          </a:p>
        </p:txBody>
      </p:sp>
      <p:sp>
        <p:nvSpPr>
          <p:cNvPr id="32"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700"/>
          </a:p>
        </p:txBody>
      </p:sp>
      <p:sp>
        <p:nvSpPr>
          <p:cNvPr id="33" name="Freeform 4"/>
          <p:cNvSpPr/>
          <p:nvPr userDrawn="1"/>
        </p:nvSpPr>
        <p:spPr bwMode="auto">
          <a:xfrm>
            <a:off x="-408800" y="-370708"/>
            <a:ext cx="1456094" cy="155485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700"/>
          </a:p>
        </p:txBody>
      </p:sp>
      <p:sp>
        <p:nvSpPr>
          <p:cNvPr id="34" name="Freeform 5"/>
          <p:cNvSpPr/>
          <p:nvPr userDrawn="1"/>
        </p:nvSpPr>
        <p:spPr bwMode="auto">
          <a:xfrm rot="16008410">
            <a:off x="7916997" y="356402"/>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700"/>
          </a:p>
        </p:txBody>
      </p:sp>
      <p:sp>
        <p:nvSpPr>
          <p:cNvPr id="35" name="Freeform 6"/>
          <p:cNvSpPr/>
          <p:nvPr userDrawn="1"/>
        </p:nvSpPr>
        <p:spPr bwMode="auto">
          <a:xfrm rot="7860678">
            <a:off x="63273" y="3613160"/>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700"/>
          </a:p>
        </p:txBody>
      </p:sp>
      <p:sp>
        <p:nvSpPr>
          <p:cNvPr id="36"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700"/>
          </a:p>
        </p:txBody>
      </p:sp>
      <p:sp>
        <p:nvSpPr>
          <p:cNvPr id="38" name="Freeform 9"/>
          <p:cNvSpPr/>
          <p:nvPr userDrawn="1"/>
        </p:nvSpPr>
        <p:spPr bwMode="auto">
          <a:xfrm rot="1296289">
            <a:off x="7692175" y="-272960"/>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700"/>
          </a:p>
        </p:txBody>
      </p:sp>
      <p:sp>
        <p:nvSpPr>
          <p:cNvPr id="39"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40" name="Freeform 11"/>
          <p:cNvSpPr/>
          <p:nvPr userDrawn="1"/>
        </p:nvSpPr>
        <p:spPr bwMode="auto">
          <a:xfrm rot="1296289">
            <a:off x="148477" y="3943212"/>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700"/>
          </a:p>
        </p:txBody>
      </p:sp>
      <p:sp>
        <p:nvSpPr>
          <p:cNvPr id="41" name="Freeform 12"/>
          <p:cNvSpPr/>
          <p:nvPr userDrawn="1"/>
        </p:nvSpPr>
        <p:spPr bwMode="auto">
          <a:xfrm rot="2046247">
            <a:off x="8861597" y="-178740"/>
            <a:ext cx="853546" cy="968131"/>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924497" y="-196079"/>
            <a:ext cx="1050461" cy="101020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700"/>
          </a:p>
        </p:txBody>
      </p:sp>
      <p:sp>
        <p:nvSpPr>
          <p:cNvPr id="5" name="Freeform 2"/>
          <p:cNvSpPr/>
          <p:nvPr userDrawn="1"/>
        </p:nvSpPr>
        <p:spPr bwMode="auto">
          <a:xfrm>
            <a:off x="175579" y="2794604"/>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700"/>
          </a:p>
        </p:txBody>
      </p:sp>
      <p:sp>
        <p:nvSpPr>
          <p:cNvPr id="6"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700"/>
          </a:p>
        </p:txBody>
      </p:sp>
      <p:sp>
        <p:nvSpPr>
          <p:cNvPr id="7" name="Freeform 4"/>
          <p:cNvSpPr/>
          <p:nvPr userDrawn="1"/>
        </p:nvSpPr>
        <p:spPr bwMode="auto">
          <a:xfrm>
            <a:off x="-408800" y="-370708"/>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sz="700"/>
          </a:p>
        </p:txBody>
      </p:sp>
      <p:sp>
        <p:nvSpPr>
          <p:cNvPr id="8" name="Freeform 5"/>
          <p:cNvSpPr/>
          <p:nvPr userDrawn="1"/>
        </p:nvSpPr>
        <p:spPr bwMode="auto">
          <a:xfrm rot="16008410">
            <a:off x="7679348" y="1225890"/>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9" name="Freeform 6"/>
          <p:cNvSpPr/>
          <p:nvPr userDrawn="1"/>
        </p:nvSpPr>
        <p:spPr bwMode="auto">
          <a:xfrm rot="7860678">
            <a:off x="351399" y="2868168"/>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700"/>
          </a:p>
        </p:txBody>
      </p:sp>
      <p:sp>
        <p:nvSpPr>
          <p:cNvPr id="10"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700"/>
          </a:p>
        </p:txBody>
      </p:sp>
      <p:sp>
        <p:nvSpPr>
          <p:cNvPr id="11" name="Freeform 8"/>
          <p:cNvSpPr/>
          <p:nvPr userDrawn="1"/>
        </p:nvSpPr>
        <p:spPr bwMode="auto">
          <a:xfrm rot="-458312">
            <a:off x="7870781" y="494660"/>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700"/>
          </a:p>
        </p:txBody>
      </p:sp>
      <p:sp>
        <p:nvSpPr>
          <p:cNvPr id="12" name="Freeform 9"/>
          <p:cNvSpPr/>
          <p:nvPr userDrawn="1"/>
        </p:nvSpPr>
        <p:spPr bwMode="auto">
          <a:xfrm rot="1296289">
            <a:off x="7415292" y="-128621"/>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sz="700"/>
          </a:p>
        </p:txBody>
      </p:sp>
      <p:sp>
        <p:nvSpPr>
          <p:cNvPr id="13" name="Freeform 10"/>
          <p:cNvSpPr/>
          <p:nvPr userDrawn="1"/>
        </p:nvSpPr>
        <p:spPr bwMode="auto">
          <a:xfrm rot="-2487859">
            <a:off x="8513894" y="2483256"/>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700"/>
          </a:p>
        </p:txBody>
      </p:sp>
      <p:sp>
        <p:nvSpPr>
          <p:cNvPr id="14" name="Freeform 11"/>
          <p:cNvSpPr/>
          <p:nvPr userDrawn="1"/>
        </p:nvSpPr>
        <p:spPr bwMode="auto">
          <a:xfrm rot="1296289">
            <a:off x="309959" y="3495606"/>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sz="700"/>
          </a:p>
        </p:txBody>
      </p:sp>
      <p:sp>
        <p:nvSpPr>
          <p:cNvPr id="15" name="Freeform 12"/>
          <p:cNvSpPr/>
          <p:nvPr userDrawn="1"/>
        </p:nvSpPr>
        <p:spPr bwMode="auto">
          <a:xfrm rot="2046247">
            <a:off x="8106435" y="541755"/>
            <a:ext cx="1106586" cy="113686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700"/>
          </a:p>
        </p:txBody>
      </p:sp>
      <p:sp>
        <p:nvSpPr>
          <p:cNvPr id="16"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740569"/>
            <a:ext cx="2617783" cy="630000"/>
          </a:xfrm>
        </p:spPr>
        <p:txBody>
          <a:bodyPr anchor="b"/>
          <a:lstStyle>
            <a:lvl1pPr>
              <a:defRPr sz="1600"/>
            </a:lvl1pPr>
          </a:lstStyle>
          <a:p>
            <a:pPr>
              <a:defRPr/>
            </a:pPr>
            <a:r>
              <a:rPr lang="de-DE"/>
              <a:t>Überschrift</a:t>
            </a:r>
            <a:endParaRPr/>
          </a:p>
        </p:txBody>
      </p:sp>
      <p:sp>
        <p:nvSpPr>
          <p:cNvPr id="3" name="Inhaltsplatzhalter 2"/>
          <p:cNvSpPr>
            <a:spLocks noGrp="1"/>
          </p:cNvSpPr>
          <p:nvPr>
            <p:ph idx="1"/>
          </p:nvPr>
        </p:nvSpPr>
        <p:spPr bwMode="auto">
          <a:xfrm>
            <a:off x="3887787" y="740569"/>
            <a:ext cx="4284213" cy="3655219"/>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defRPr/>
            </a:pPr>
            <a:r>
              <a:rPr lang="de-DE"/>
              <a:t>Mastertextformat bearbeiten</a:t>
            </a:r>
            <a:endParaRPr/>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22"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700"/>
          </a:p>
        </p:txBody>
      </p:sp>
      <p:sp>
        <p:nvSpPr>
          <p:cNvPr id="23"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700"/>
          </a:p>
        </p:txBody>
      </p:sp>
      <p:sp>
        <p:nvSpPr>
          <p:cNvPr id="24" name="Freeform 5"/>
          <p:cNvSpPr/>
          <p:nvPr userDrawn="1"/>
        </p:nvSpPr>
        <p:spPr bwMode="auto">
          <a:xfrm>
            <a:off x="-172348" y="-51867"/>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25" name="Freeform 6"/>
          <p:cNvSpPr/>
          <p:nvPr userDrawn="1"/>
        </p:nvSpPr>
        <p:spPr bwMode="auto">
          <a:xfrm rot="7860678">
            <a:off x="92445" y="8538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700"/>
          </a:p>
        </p:txBody>
      </p:sp>
      <p:sp>
        <p:nvSpPr>
          <p:cNvPr id="26" name="Freeform 8"/>
          <p:cNvSpPr/>
          <p:nvPr userDrawn="1"/>
        </p:nvSpPr>
        <p:spPr bwMode="auto">
          <a:xfrm rot="-458312">
            <a:off x="8464614" y="-142622"/>
            <a:ext cx="1577896" cy="1921634"/>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700"/>
          </a:p>
        </p:txBody>
      </p:sp>
      <p:sp>
        <p:nvSpPr>
          <p:cNvPr id="27" name="Freeform 9"/>
          <p:cNvSpPr/>
          <p:nvPr userDrawn="1"/>
        </p:nvSpPr>
        <p:spPr bwMode="auto">
          <a:xfrm rot="1296289">
            <a:off x="7714580" y="-12777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sz="700"/>
          </a:p>
        </p:txBody>
      </p:sp>
      <p:sp>
        <p:nvSpPr>
          <p:cNvPr id="28" name="Freeform 10"/>
          <p:cNvSpPr/>
          <p:nvPr userDrawn="1"/>
        </p:nvSpPr>
        <p:spPr bwMode="auto">
          <a:xfrm rot="-2487859">
            <a:off x="871470" y="-5358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sz="700"/>
          </a:p>
        </p:txBody>
      </p:sp>
      <p:sp>
        <p:nvSpPr>
          <p:cNvPr id="29" name="Freeform 11"/>
          <p:cNvSpPr/>
          <p:nvPr userDrawn="1"/>
        </p:nvSpPr>
        <p:spPr bwMode="auto">
          <a:xfrm rot="1296289">
            <a:off x="-539000" y="2932679"/>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sz="700"/>
          </a:p>
        </p:txBody>
      </p:sp>
      <p:sp>
        <p:nvSpPr>
          <p:cNvPr id="30" name="Freeform 12"/>
          <p:cNvSpPr/>
          <p:nvPr userDrawn="1"/>
        </p:nvSpPr>
        <p:spPr bwMode="auto">
          <a:xfrm rot="1597264">
            <a:off x="8671394" y="60427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700"/>
          </a:p>
        </p:txBody>
      </p:sp>
      <p:sp>
        <p:nvSpPr>
          <p:cNvPr id="31" name="Freeform 5"/>
          <p:cNvSpPr/>
          <p:nvPr userDrawn="1"/>
        </p:nvSpPr>
        <p:spPr bwMode="auto">
          <a:xfrm rot="7999432">
            <a:off x="8522608" y="3367698"/>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32" name="Freeform 7"/>
          <p:cNvSpPr/>
          <p:nvPr userDrawn="1"/>
        </p:nvSpPr>
        <p:spPr bwMode="auto">
          <a:xfrm rot="7860678">
            <a:off x="8125978" y="4092803"/>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7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3887788" y="740569"/>
            <a:ext cx="4284212" cy="3655219"/>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pPr>
              <a:defRPr/>
            </a:pPr>
            <a:endParaRPr lang="de-DE"/>
          </a:p>
        </p:txBody>
      </p:sp>
      <p:sp>
        <p:nvSpPr>
          <p:cNvPr id="8"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9"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11" name="Freeform 5"/>
          <p:cNvSpPr/>
          <p:nvPr userDrawn="1"/>
        </p:nvSpPr>
        <p:spPr bwMode="auto">
          <a:xfrm>
            <a:off x="-172348" y="-51867"/>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6"/>
          <p:cNvSpPr/>
          <p:nvPr userDrawn="1"/>
        </p:nvSpPr>
        <p:spPr bwMode="auto">
          <a:xfrm rot="7860678">
            <a:off x="92445" y="8538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4" name="Freeform 8"/>
          <p:cNvSpPr/>
          <p:nvPr userDrawn="1"/>
        </p:nvSpPr>
        <p:spPr bwMode="auto">
          <a:xfrm rot="-458312">
            <a:off x="8464614" y="-142622"/>
            <a:ext cx="1577896" cy="1921634"/>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5" name="Freeform 9"/>
          <p:cNvSpPr/>
          <p:nvPr userDrawn="1"/>
        </p:nvSpPr>
        <p:spPr bwMode="auto">
          <a:xfrm rot="1296289">
            <a:off x="7714580" y="-12777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6" name="Freeform 10"/>
          <p:cNvSpPr/>
          <p:nvPr userDrawn="1"/>
        </p:nvSpPr>
        <p:spPr bwMode="auto">
          <a:xfrm rot="-2487859">
            <a:off x="871470" y="-5358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1"/>
          <p:cNvSpPr/>
          <p:nvPr userDrawn="1"/>
        </p:nvSpPr>
        <p:spPr bwMode="auto">
          <a:xfrm rot="1296289">
            <a:off x="-539000" y="2932679"/>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8" name="Freeform 12"/>
          <p:cNvSpPr/>
          <p:nvPr userDrawn="1"/>
        </p:nvSpPr>
        <p:spPr bwMode="auto">
          <a:xfrm rot="1597264">
            <a:off x="8671394" y="60427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0" name="Titel 1"/>
          <p:cNvSpPr txBox="1"/>
          <p:nvPr userDrawn="1"/>
        </p:nvSpPr>
        <p:spPr bwMode="auto">
          <a:xfrm>
            <a:off x="972000" y="740569"/>
            <a:ext cx="2617783" cy="630000"/>
          </a:xfrm>
          <a:prstGeom prst="rect">
            <a:avLst/>
          </a:prstGeom>
        </p:spPr>
        <p:txBody>
          <a:bodyPr vert="horz" lIns="45720" tIns="22860" rIns="45720" bIns="2286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sz="1600"/>
              <a:t>Überschrift</a:t>
            </a:r>
            <a:endParaRPr/>
          </a:p>
        </p:txBody>
      </p:sp>
      <p:sp>
        <p:nvSpPr>
          <p:cNvPr id="22" name="Textplatzhalter 3"/>
          <p:cNvSpPr>
            <a:spLocks noGrp="1"/>
          </p:cNvSpPr>
          <p:nvPr>
            <p:ph type="body" sz="half" idx="11"/>
          </p:nvPr>
        </p:nvSpPr>
        <p:spPr bwMode="auto">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defRPr/>
            </a:pPr>
            <a:r>
              <a:rPr lang="de-DE"/>
              <a:t>Mastertextformat bearbeiten</a:t>
            </a:r>
            <a:endParaRPr/>
          </a:p>
        </p:txBody>
      </p:sp>
      <p:sp>
        <p:nvSpPr>
          <p:cNvPr id="24" name="Freeform 5"/>
          <p:cNvSpPr/>
          <p:nvPr userDrawn="1"/>
        </p:nvSpPr>
        <p:spPr bwMode="auto">
          <a:xfrm rot="7999432">
            <a:off x="8522608" y="3367698"/>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3" name="Freeform 7"/>
          <p:cNvSpPr/>
          <p:nvPr userDrawn="1"/>
        </p:nvSpPr>
        <p:spPr bwMode="auto">
          <a:xfrm rot="7860678">
            <a:off x="8125978" y="4092803"/>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1093141" y="1201564"/>
            <a:ext cx="6858000" cy="31189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ctrTitle" hasCustomPrompt="1"/>
          </p:nvPr>
        </p:nvSpPr>
        <p:spPr bwMode="auto">
          <a:xfrm>
            <a:off x="1102822" y="1205384"/>
            <a:ext cx="6858000" cy="3115147"/>
          </a:xfrm>
        </p:spPr>
        <p:txBody>
          <a:bodyPr anchor="ctr"/>
          <a:lstStyle>
            <a:lvl1pPr algn="ctr">
              <a:defRPr sz="3000"/>
            </a:lvl1pPr>
          </a:lstStyle>
          <a:p>
            <a:pPr>
              <a:defRPr/>
            </a:pPr>
            <a:r>
              <a:rPr lang="de-DE"/>
              <a:t>Gibt es offene Fragen?</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8">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1102822" y="1197109"/>
            <a:ext cx="6858000" cy="3118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ctrTitle" hasCustomPrompt="1"/>
          </p:nvPr>
        </p:nvSpPr>
        <p:spPr bwMode="auto">
          <a:xfrm>
            <a:off x="1102822" y="1205384"/>
            <a:ext cx="6858000" cy="3110692"/>
          </a:xfrm>
        </p:spPr>
        <p:txBody>
          <a:bodyPr anchor="ctr"/>
          <a:lstStyle>
            <a:lvl1pPr algn="ctr">
              <a:defRPr sz="3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8">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7938453" y="2403662"/>
            <a:ext cx="1186907" cy="796382"/>
          </a:xfrm>
          <a:prstGeom prst="rect">
            <a:avLst/>
          </a:prstGeom>
        </p:spPr>
      </p:pic>
      <p:pic>
        <p:nvPicPr>
          <p:cNvPr id="18" name="Grafik 17"/>
          <p:cNvPicPr>
            <a:picLocks noChangeAspect="1"/>
          </p:cNvPicPr>
          <p:nvPr userDrawn="1"/>
        </p:nvPicPr>
        <p:blipFill>
          <a:blip r:embed="rId3"/>
          <a:stretch/>
        </p:blipFill>
        <p:spPr bwMode="auto">
          <a:xfrm>
            <a:off x="6010783" y="3445901"/>
            <a:ext cx="751320" cy="796382"/>
          </a:xfrm>
          <a:prstGeom prst="rect">
            <a:avLst/>
          </a:prstGeom>
        </p:spPr>
      </p:pic>
      <p:pic>
        <p:nvPicPr>
          <p:cNvPr id="19" name="Grafik 18"/>
          <p:cNvPicPr>
            <a:picLocks noChangeAspect="1"/>
          </p:cNvPicPr>
          <p:nvPr userDrawn="1"/>
        </p:nvPicPr>
        <p:blipFill>
          <a:blip r:embed="rId4"/>
          <a:stretch/>
        </p:blipFill>
        <p:spPr bwMode="auto">
          <a:xfrm>
            <a:off x="6819900" y="3319345"/>
            <a:ext cx="974652" cy="796382"/>
          </a:xfrm>
          <a:prstGeom prst="rect">
            <a:avLst/>
          </a:prstGeom>
        </p:spPr>
      </p:pic>
      <p:pic>
        <p:nvPicPr>
          <p:cNvPr id="20" name="Grafik 19"/>
          <p:cNvPicPr>
            <a:picLocks noChangeAspect="1"/>
          </p:cNvPicPr>
          <p:nvPr userDrawn="1"/>
        </p:nvPicPr>
        <p:blipFill>
          <a:blip r:embed="rId5"/>
          <a:stretch/>
        </p:blipFill>
        <p:spPr bwMode="auto">
          <a:xfrm>
            <a:off x="4838862" y="3461046"/>
            <a:ext cx="1129342" cy="796382"/>
          </a:xfrm>
          <a:prstGeom prst="rect">
            <a:avLst/>
          </a:prstGeom>
        </p:spPr>
      </p:pic>
      <p:pic>
        <p:nvPicPr>
          <p:cNvPr id="21" name="Grafik 20"/>
          <p:cNvPicPr>
            <a:picLocks noChangeAspect="1"/>
          </p:cNvPicPr>
          <p:nvPr userDrawn="1"/>
        </p:nvPicPr>
        <p:blipFill>
          <a:blip r:embed="rId6"/>
          <a:stretch/>
        </p:blipFill>
        <p:spPr bwMode="auto">
          <a:xfrm>
            <a:off x="5663452" y="2532242"/>
            <a:ext cx="1016933" cy="796382"/>
          </a:xfrm>
          <a:prstGeom prst="rect">
            <a:avLst/>
          </a:prstGeom>
        </p:spPr>
      </p:pic>
      <p:pic>
        <p:nvPicPr>
          <p:cNvPr id="22" name="Grafik 21"/>
          <p:cNvPicPr>
            <a:picLocks noChangeAspect="1"/>
          </p:cNvPicPr>
          <p:nvPr userDrawn="1"/>
        </p:nvPicPr>
        <p:blipFill>
          <a:blip r:embed="rId7"/>
          <a:stretch/>
        </p:blipFill>
        <p:spPr bwMode="auto">
          <a:xfrm>
            <a:off x="7242634" y="1610492"/>
            <a:ext cx="887671" cy="796382"/>
          </a:xfrm>
          <a:prstGeom prst="rect">
            <a:avLst/>
          </a:prstGeom>
        </p:spPr>
      </p:pic>
      <p:pic>
        <p:nvPicPr>
          <p:cNvPr id="23" name="Grafik 22"/>
          <p:cNvPicPr>
            <a:picLocks noChangeAspect="1"/>
          </p:cNvPicPr>
          <p:nvPr userDrawn="1"/>
        </p:nvPicPr>
        <p:blipFill>
          <a:blip r:embed="rId8"/>
          <a:stretch/>
        </p:blipFill>
        <p:spPr bwMode="auto">
          <a:xfrm>
            <a:off x="8110215" y="4263375"/>
            <a:ext cx="1040121" cy="796382"/>
          </a:xfrm>
          <a:prstGeom prst="rect">
            <a:avLst/>
          </a:prstGeom>
        </p:spPr>
      </p:pic>
      <p:pic>
        <p:nvPicPr>
          <p:cNvPr id="24" name="Grafik 23"/>
          <p:cNvPicPr>
            <a:picLocks noChangeAspect="1"/>
          </p:cNvPicPr>
          <p:nvPr userDrawn="1"/>
        </p:nvPicPr>
        <p:blipFill>
          <a:blip r:embed="rId9"/>
          <a:stretch/>
        </p:blipFill>
        <p:spPr bwMode="auto">
          <a:xfrm>
            <a:off x="1174630" y="2400004"/>
            <a:ext cx="1096610" cy="796382"/>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8046601" y="1573302"/>
            <a:ext cx="1078758" cy="796382"/>
          </a:xfrm>
          <a:prstGeom prst="rect">
            <a:avLst/>
          </a:prstGeom>
        </p:spPr>
      </p:pic>
      <p:grpSp>
        <p:nvGrpSpPr>
          <p:cNvPr id="27" name="Google Shape;418;p40"/>
          <p:cNvGrpSpPr>
            <a:grpSpLocks noChangeAspect="1"/>
          </p:cNvGrpSpPr>
          <p:nvPr userDrawn="1"/>
        </p:nvGrpSpPr>
        <p:grpSpPr bwMode="auto">
          <a:xfrm>
            <a:off x="1485260" y="1915657"/>
            <a:ext cx="598450" cy="419877"/>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0" name="Google Shape;421;p40"/>
          <p:cNvGrpSpPr>
            <a:grpSpLocks noChangeAspect="1"/>
          </p:cNvGrpSpPr>
          <p:nvPr userDrawn="1"/>
        </p:nvGrpSpPr>
        <p:grpSpPr bwMode="auto">
          <a:xfrm>
            <a:off x="455258" y="371497"/>
            <a:ext cx="602899" cy="590266"/>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5" name="Google Shape;426;p40"/>
          <p:cNvGrpSpPr>
            <a:grpSpLocks noChangeAspect="1"/>
          </p:cNvGrpSpPr>
          <p:nvPr userDrawn="1"/>
        </p:nvGrpSpPr>
        <p:grpSpPr bwMode="auto">
          <a:xfrm>
            <a:off x="3044197" y="1787344"/>
            <a:ext cx="487469" cy="487469"/>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8" name="Google Shape;429;p40"/>
          <p:cNvGrpSpPr>
            <a:grpSpLocks noChangeAspect="1"/>
          </p:cNvGrpSpPr>
          <p:nvPr userDrawn="1"/>
        </p:nvGrpSpPr>
        <p:grpSpPr bwMode="auto">
          <a:xfrm>
            <a:off x="2257175" y="1768498"/>
            <a:ext cx="502567" cy="502567"/>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sp>
        <p:nvSpPr>
          <p:cNvPr id="42" name="Google Shape;488;p40"/>
          <p:cNvSpPr>
            <a:spLocks noChangeAspect="1"/>
          </p:cNvSpPr>
          <p:nvPr userDrawn="1"/>
        </p:nvSpPr>
        <p:spPr bwMode="auto">
          <a:xfrm>
            <a:off x="3112532" y="862396"/>
            <a:ext cx="622970" cy="799612"/>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45713" tIns="45713" rIns="45713" bIns="45713" anchor="ctr" anchorCtr="0">
            <a:noAutofit/>
          </a:bodyPr>
          <a:lstStyle/>
          <a:p>
            <a:pPr marL="0" lvl="0" indent="0" algn="l">
              <a:spcBef>
                <a:spcPts val="0"/>
              </a:spcBef>
              <a:spcAft>
                <a:spcPts val="0"/>
              </a:spcAft>
              <a:buNone/>
              <a:defRPr/>
            </a:pPr>
            <a:endParaRPr sz="700"/>
          </a:p>
        </p:txBody>
      </p:sp>
      <p:sp>
        <p:nvSpPr>
          <p:cNvPr id="43" name="Google Shape;489;p40"/>
          <p:cNvSpPr>
            <a:spLocks noChangeAspect="1"/>
          </p:cNvSpPr>
          <p:nvPr userDrawn="1"/>
        </p:nvSpPr>
        <p:spPr bwMode="auto">
          <a:xfrm>
            <a:off x="2490469" y="856525"/>
            <a:ext cx="451964" cy="783036"/>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45713" tIns="45713" rIns="45713" bIns="45713" anchor="ctr" anchorCtr="0">
            <a:noAutofit/>
          </a:bodyPr>
          <a:lstStyle/>
          <a:p>
            <a:pPr marL="0" lvl="0" indent="0" algn="l">
              <a:spcBef>
                <a:spcPts val="0"/>
              </a:spcBef>
              <a:spcAft>
                <a:spcPts val="0"/>
              </a:spcAft>
              <a:buNone/>
              <a:defRPr/>
            </a:pPr>
            <a:endParaRPr sz="700"/>
          </a:p>
        </p:txBody>
      </p:sp>
      <p:grpSp>
        <p:nvGrpSpPr>
          <p:cNvPr id="44" name="Google Shape;490;p40"/>
          <p:cNvGrpSpPr>
            <a:grpSpLocks noChangeAspect="1"/>
          </p:cNvGrpSpPr>
          <p:nvPr userDrawn="1"/>
        </p:nvGrpSpPr>
        <p:grpSpPr bwMode="auto">
          <a:xfrm>
            <a:off x="3953034" y="875127"/>
            <a:ext cx="811428" cy="781450"/>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pic>
        <p:nvPicPr>
          <p:cNvPr id="58" name="Grafik 57"/>
          <p:cNvPicPr>
            <a:picLocks noChangeAspect="1"/>
          </p:cNvPicPr>
          <p:nvPr userDrawn="1"/>
        </p:nvPicPr>
        <p:blipFill>
          <a:blip r:embed="rId11"/>
          <a:stretch/>
        </p:blipFill>
        <p:spPr bwMode="auto">
          <a:xfrm>
            <a:off x="5071112" y="1825887"/>
            <a:ext cx="863029" cy="579214"/>
          </a:xfrm>
          <a:prstGeom prst="rect">
            <a:avLst/>
          </a:prstGeom>
        </p:spPr>
      </p:pic>
      <p:pic>
        <p:nvPicPr>
          <p:cNvPr id="1026" name="Picture 2"/>
          <p:cNvPicPr>
            <a:picLocks noChangeAspect="1" noChangeArrowheads="1"/>
          </p:cNvPicPr>
          <p:nvPr userDrawn="1"/>
        </p:nvPicPr>
        <p:blipFill>
          <a:blip r:embed="rId12"/>
          <a:stretch/>
        </p:blipFill>
        <p:spPr bwMode="auto">
          <a:xfrm>
            <a:off x="5850062" y="445288"/>
            <a:ext cx="1460500" cy="1054100"/>
          </a:xfrm>
          <a:prstGeom prst="rect">
            <a:avLst/>
          </a:prstGeom>
          <a:noFill/>
        </p:spPr>
      </p:pic>
      <p:pic>
        <p:nvPicPr>
          <p:cNvPr id="1028" name="Picture 4"/>
          <p:cNvPicPr>
            <a:picLocks noChangeAspect="1" noChangeArrowheads="1"/>
          </p:cNvPicPr>
          <p:nvPr userDrawn="1"/>
        </p:nvPicPr>
        <p:blipFill>
          <a:blip r:embed="rId13"/>
          <a:stretch/>
        </p:blipFill>
        <p:spPr bwMode="auto">
          <a:xfrm>
            <a:off x="7264809" y="608962"/>
            <a:ext cx="1860550" cy="1041400"/>
          </a:xfrm>
          <a:prstGeom prst="rect">
            <a:avLst/>
          </a:prstGeom>
          <a:noFill/>
        </p:spPr>
      </p:pic>
      <p:pic>
        <p:nvPicPr>
          <p:cNvPr id="1030" name="Picture 6"/>
          <p:cNvPicPr>
            <a:picLocks noChangeAspect="1" noChangeArrowheads="1"/>
          </p:cNvPicPr>
          <p:nvPr userDrawn="1"/>
        </p:nvPicPr>
        <p:blipFill>
          <a:blip r:embed="rId14"/>
          <a:stretch/>
        </p:blipFill>
        <p:spPr bwMode="auto">
          <a:xfrm>
            <a:off x="6877905" y="2425108"/>
            <a:ext cx="863029" cy="726761"/>
          </a:xfrm>
          <a:prstGeom prst="rect">
            <a:avLst/>
          </a:prstGeom>
          <a:noFill/>
        </p:spPr>
      </p:pic>
      <p:pic>
        <p:nvPicPr>
          <p:cNvPr id="1032" name="Picture 8"/>
          <p:cNvPicPr>
            <a:picLocks noChangeAspect="1" noChangeArrowheads="1"/>
          </p:cNvPicPr>
          <p:nvPr userDrawn="1"/>
        </p:nvPicPr>
        <p:blipFill>
          <a:blip r:embed="rId15"/>
          <a:stretch/>
        </p:blipFill>
        <p:spPr bwMode="auto">
          <a:xfrm>
            <a:off x="6116484" y="1547700"/>
            <a:ext cx="943808" cy="877409"/>
          </a:xfrm>
          <a:prstGeom prst="rect">
            <a:avLst/>
          </a:prstGeom>
          <a:noFill/>
        </p:spPr>
      </p:pic>
      <p:pic>
        <p:nvPicPr>
          <p:cNvPr id="1034" name="Picture 10"/>
          <p:cNvPicPr>
            <a:picLocks noChangeAspect="1" noChangeArrowheads="1"/>
          </p:cNvPicPr>
          <p:nvPr userDrawn="1"/>
        </p:nvPicPr>
        <p:blipFill>
          <a:blip r:embed="rId16"/>
          <a:stretch/>
        </p:blipFill>
        <p:spPr bwMode="auto">
          <a:xfrm>
            <a:off x="4337980" y="2706391"/>
            <a:ext cx="1310095" cy="537406"/>
          </a:xfrm>
          <a:prstGeom prst="rect">
            <a:avLst/>
          </a:prstGeom>
          <a:noFill/>
        </p:spPr>
      </p:pic>
      <p:pic>
        <p:nvPicPr>
          <p:cNvPr id="1036" name="Picture 12"/>
          <p:cNvPicPr>
            <a:picLocks noChangeAspect="1" noChangeArrowheads="1"/>
          </p:cNvPicPr>
          <p:nvPr userDrawn="1"/>
        </p:nvPicPr>
        <p:blipFill>
          <a:blip r:embed="rId17"/>
          <a:stretch/>
        </p:blipFill>
        <p:spPr bwMode="auto">
          <a:xfrm>
            <a:off x="5708567" y="4450677"/>
            <a:ext cx="1195255" cy="578612"/>
          </a:xfrm>
          <a:prstGeom prst="rect">
            <a:avLst/>
          </a:prstGeom>
          <a:noFill/>
        </p:spPr>
      </p:pic>
      <p:pic>
        <p:nvPicPr>
          <p:cNvPr id="1038" name="Picture 14"/>
          <p:cNvPicPr>
            <a:picLocks noChangeAspect="1" noChangeArrowheads="1"/>
          </p:cNvPicPr>
          <p:nvPr userDrawn="1"/>
        </p:nvPicPr>
        <p:blipFill>
          <a:blip r:embed="rId18"/>
          <a:stretch/>
        </p:blipFill>
        <p:spPr bwMode="auto">
          <a:xfrm>
            <a:off x="3651866" y="3468365"/>
            <a:ext cx="1144417" cy="793875"/>
          </a:xfrm>
          <a:prstGeom prst="rect">
            <a:avLst/>
          </a:prstGeom>
          <a:noFill/>
        </p:spPr>
      </p:pic>
      <p:pic>
        <p:nvPicPr>
          <p:cNvPr id="1039" name="Picture 15"/>
          <p:cNvPicPr>
            <a:picLocks noChangeAspect="1" noChangeArrowheads="1"/>
          </p:cNvPicPr>
          <p:nvPr userDrawn="1"/>
        </p:nvPicPr>
        <p:blipFill>
          <a:blip r:embed="rId19"/>
          <a:stretch/>
        </p:blipFill>
        <p:spPr bwMode="auto">
          <a:xfrm>
            <a:off x="8092365" y="3339198"/>
            <a:ext cx="974652" cy="759729"/>
          </a:xfrm>
          <a:prstGeom prst="rect">
            <a:avLst/>
          </a:prstGeom>
          <a:noFill/>
        </p:spPr>
      </p:pic>
      <p:pic>
        <p:nvPicPr>
          <p:cNvPr id="1040" name="Picture 16"/>
          <p:cNvPicPr>
            <a:picLocks noChangeAspect="1" noChangeArrowheads="1"/>
          </p:cNvPicPr>
          <p:nvPr userDrawn="1"/>
        </p:nvPicPr>
        <p:blipFill>
          <a:blip r:embed="rId20"/>
          <a:stretch/>
        </p:blipFill>
        <p:spPr bwMode="auto">
          <a:xfrm>
            <a:off x="2762724" y="3423649"/>
            <a:ext cx="781191" cy="788702"/>
          </a:xfrm>
          <a:prstGeom prst="rect">
            <a:avLst/>
          </a:prstGeom>
          <a:noFill/>
        </p:spPr>
      </p:pic>
      <p:pic>
        <p:nvPicPr>
          <p:cNvPr id="1045" name="Picture 21"/>
          <p:cNvPicPr>
            <a:picLocks noChangeAspect="1" noChangeArrowheads="1"/>
          </p:cNvPicPr>
          <p:nvPr userDrawn="1"/>
        </p:nvPicPr>
        <p:blipFill>
          <a:blip r:embed="rId21"/>
          <a:stretch/>
        </p:blipFill>
        <p:spPr bwMode="auto">
          <a:xfrm>
            <a:off x="4721573" y="4543052"/>
            <a:ext cx="823451" cy="489558"/>
          </a:xfrm>
          <a:prstGeom prst="rect">
            <a:avLst/>
          </a:prstGeom>
          <a:noFill/>
        </p:spPr>
      </p:pic>
      <p:pic>
        <p:nvPicPr>
          <p:cNvPr id="1047" name="Picture 23"/>
          <p:cNvPicPr>
            <a:picLocks noChangeAspect="1" noChangeArrowheads="1"/>
          </p:cNvPicPr>
          <p:nvPr userDrawn="1"/>
        </p:nvPicPr>
        <p:blipFill>
          <a:blip r:embed="rId22"/>
          <a:stretch/>
        </p:blipFill>
        <p:spPr bwMode="auto">
          <a:xfrm>
            <a:off x="2479165" y="4320618"/>
            <a:ext cx="969969" cy="681896"/>
          </a:xfrm>
          <a:prstGeom prst="rect">
            <a:avLst/>
          </a:prstGeom>
          <a:noFill/>
        </p:spPr>
      </p:pic>
      <p:pic>
        <p:nvPicPr>
          <p:cNvPr id="1048" name="Picture 24"/>
          <p:cNvPicPr>
            <a:picLocks noChangeAspect="1" noChangeArrowheads="1"/>
          </p:cNvPicPr>
          <p:nvPr userDrawn="1"/>
        </p:nvPicPr>
        <p:blipFill>
          <a:blip r:embed="rId23"/>
          <a:stretch/>
        </p:blipFill>
        <p:spPr bwMode="auto">
          <a:xfrm>
            <a:off x="3627971" y="4462442"/>
            <a:ext cx="853281" cy="568855"/>
          </a:xfrm>
          <a:prstGeom prst="rect">
            <a:avLst/>
          </a:prstGeom>
          <a:noFill/>
        </p:spPr>
      </p:pic>
      <p:pic>
        <p:nvPicPr>
          <p:cNvPr id="1050" name="Picture 26"/>
          <p:cNvPicPr>
            <a:picLocks noChangeAspect="1" noChangeArrowheads="1"/>
          </p:cNvPicPr>
          <p:nvPr userDrawn="1"/>
        </p:nvPicPr>
        <p:blipFill>
          <a:blip r:embed="rId24"/>
          <a:stretch/>
        </p:blipFill>
        <p:spPr bwMode="auto">
          <a:xfrm>
            <a:off x="7029668" y="4212351"/>
            <a:ext cx="1016933" cy="769332"/>
          </a:xfrm>
          <a:prstGeom prst="rect">
            <a:avLst/>
          </a:prstGeom>
          <a:noFill/>
        </p:spPr>
      </p:pic>
      <p:pic>
        <p:nvPicPr>
          <p:cNvPr id="1052" name="Picture 28"/>
          <p:cNvPicPr>
            <a:picLocks noChangeAspect="1" noChangeArrowheads="1"/>
          </p:cNvPicPr>
          <p:nvPr userDrawn="1"/>
        </p:nvPicPr>
        <p:blipFill>
          <a:blip r:embed="rId25"/>
          <a:stretch/>
        </p:blipFill>
        <p:spPr bwMode="auto">
          <a:xfrm>
            <a:off x="2346799" y="2400151"/>
            <a:ext cx="831850" cy="762000"/>
          </a:xfrm>
          <a:prstGeom prst="rect">
            <a:avLst/>
          </a:prstGeom>
          <a:noFill/>
        </p:spPr>
      </p:pic>
      <p:pic>
        <p:nvPicPr>
          <p:cNvPr id="1053" name="Picture 29"/>
          <p:cNvPicPr>
            <a:picLocks noChangeAspect="1" noChangeArrowheads="1"/>
          </p:cNvPicPr>
          <p:nvPr userDrawn="1"/>
        </p:nvPicPr>
        <p:blipFill>
          <a:blip r:embed="rId26"/>
          <a:stretch/>
        </p:blipFill>
        <p:spPr bwMode="auto">
          <a:xfrm>
            <a:off x="3247154" y="2524678"/>
            <a:ext cx="901700" cy="781050"/>
          </a:xfrm>
          <a:prstGeom prst="rect">
            <a:avLst/>
          </a:prstGeom>
          <a:noFill/>
        </p:spPr>
      </p:pic>
      <p:pic>
        <p:nvPicPr>
          <p:cNvPr id="1055" name="Picture 31"/>
          <p:cNvPicPr>
            <a:picLocks noChangeAspect="1" noChangeArrowheads="1"/>
          </p:cNvPicPr>
          <p:nvPr userDrawn="1"/>
        </p:nvPicPr>
        <p:blipFill>
          <a:blip r:embed="rId27"/>
          <a:stretch/>
        </p:blipFill>
        <p:spPr bwMode="auto">
          <a:xfrm>
            <a:off x="1191182" y="4234357"/>
            <a:ext cx="829270" cy="747326"/>
          </a:xfrm>
          <a:prstGeom prst="rect">
            <a:avLst/>
          </a:prstGeom>
          <a:noFill/>
        </p:spPr>
      </p:pic>
      <p:pic>
        <p:nvPicPr>
          <p:cNvPr id="1057" name="Picture 33"/>
          <p:cNvPicPr>
            <a:picLocks noChangeAspect="1" noChangeArrowheads="1"/>
          </p:cNvPicPr>
          <p:nvPr userDrawn="1"/>
        </p:nvPicPr>
        <p:blipFill>
          <a:blip r:embed="rId28"/>
          <a:stretch/>
        </p:blipFill>
        <p:spPr bwMode="auto">
          <a:xfrm>
            <a:off x="1387706" y="3291089"/>
            <a:ext cx="1282700" cy="806450"/>
          </a:xfrm>
          <a:prstGeom prst="rect">
            <a:avLst/>
          </a:prstGeom>
          <a:noFill/>
        </p:spPr>
      </p:pic>
      <p:pic>
        <p:nvPicPr>
          <p:cNvPr id="1059" name="Picture 35"/>
          <p:cNvPicPr>
            <a:picLocks noChangeAspect="1" noChangeArrowheads="1"/>
          </p:cNvPicPr>
          <p:nvPr userDrawn="1"/>
        </p:nvPicPr>
        <p:blipFill>
          <a:blip r:embed="rId29"/>
          <a:stretch/>
        </p:blipFill>
        <p:spPr bwMode="auto">
          <a:xfrm>
            <a:off x="4915631" y="1000385"/>
            <a:ext cx="934431" cy="605512"/>
          </a:xfrm>
          <a:prstGeom prst="rect">
            <a:avLst/>
          </a:prstGeom>
          <a:noFill/>
        </p:spPr>
      </p:pic>
      <p:pic>
        <p:nvPicPr>
          <p:cNvPr id="1061" name="Picture 37"/>
          <p:cNvPicPr>
            <a:picLocks noChangeAspect="1" noChangeArrowheads="1"/>
          </p:cNvPicPr>
          <p:nvPr userDrawn="1"/>
        </p:nvPicPr>
        <p:blipFill>
          <a:blip r:embed="rId30"/>
          <a:stretch/>
        </p:blipFill>
        <p:spPr bwMode="auto">
          <a:xfrm>
            <a:off x="3679869" y="1770274"/>
            <a:ext cx="1188887" cy="659911"/>
          </a:xfrm>
          <a:prstGeom prst="rect">
            <a:avLst/>
          </a:prstGeom>
          <a:noFill/>
        </p:spPr>
      </p:pic>
      <p:pic>
        <p:nvPicPr>
          <p:cNvPr id="1063" name="Picture 39"/>
          <p:cNvPicPr>
            <a:picLocks noChangeAspect="1" noChangeArrowheads="1"/>
          </p:cNvPicPr>
          <p:nvPr userDrawn="1"/>
        </p:nvPicPr>
        <p:blipFill>
          <a:blip r:embed="rId31"/>
          <a:stretch/>
        </p:blipFill>
        <p:spPr bwMode="auto">
          <a:xfrm>
            <a:off x="98519" y="3483555"/>
            <a:ext cx="1049499" cy="773873"/>
          </a:xfrm>
          <a:prstGeom prst="rect">
            <a:avLst/>
          </a:prstGeom>
          <a:noFill/>
        </p:spPr>
      </p:pic>
      <p:pic>
        <p:nvPicPr>
          <p:cNvPr id="1065" name="Picture 41"/>
          <p:cNvPicPr>
            <a:picLocks noChangeAspect="1" noChangeArrowheads="1"/>
          </p:cNvPicPr>
          <p:nvPr userDrawn="1"/>
        </p:nvPicPr>
        <p:blipFill>
          <a:blip r:embed="rId32"/>
          <a:stretch/>
        </p:blipFill>
        <p:spPr bwMode="auto">
          <a:xfrm>
            <a:off x="13765" y="4356037"/>
            <a:ext cx="1083635" cy="714738"/>
          </a:xfrm>
          <a:prstGeom prst="rect">
            <a:avLst/>
          </a:prstGeom>
          <a:noFill/>
        </p:spPr>
      </p:pic>
      <p:sp>
        <p:nvSpPr>
          <p:cNvPr id="60" name="Textfeld 59"/>
          <p:cNvSpPr txBox="1"/>
          <p:nvPr userDrawn="1"/>
        </p:nvSpPr>
        <p:spPr bwMode="auto">
          <a:xfrm>
            <a:off x="152696" y="1112985"/>
            <a:ext cx="1056700" cy="200055"/>
          </a:xfrm>
          <a:prstGeom prst="rect">
            <a:avLst/>
          </a:prstGeom>
          <a:noFill/>
        </p:spPr>
        <p:txBody>
          <a:bodyPr wrap="none" rtlCol="0">
            <a:spAutoFit/>
          </a:bodyPr>
          <a:lstStyle/>
          <a:p>
            <a:pPr>
              <a:defRPr/>
            </a:pPr>
            <a:r>
              <a:rPr lang="de-DE" sz="700"/>
              <a:t>Icon für extra Material</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userDrawn="1">
  <p:cSld name="Title">
    <p:spTree>
      <p:nvGrpSpPr>
        <p:cNvPr id="1" name=""/>
        <p:cNvGrpSpPr/>
        <p:nvPr/>
      </p:nvGrpSpPr>
      <p:grpSpPr bwMode="auto">
        <a:xfrm>
          <a:off x="0" y="0"/>
          <a:ext cx="0" cy="0"/>
          <a:chOff x="0" y="0"/>
          <a:chExt cx="0" cy="0"/>
        </a:xfrm>
      </p:grpSpPr>
      <p:pic>
        <p:nvPicPr>
          <p:cNvPr id="5" name="Grafik 4"/>
          <p:cNvPicPr>
            <a:picLocks noChangeAspect="1"/>
          </p:cNvPicPr>
          <p:nvPr userDrawn="1"/>
        </p:nvPicPr>
        <p:blipFill>
          <a:blip r:embed="rId2"/>
          <a:stretch/>
        </p:blipFill>
        <p:spPr bwMode="auto">
          <a:xfrm>
            <a:off x="3662423" y="126722"/>
            <a:ext cx="1819154" cy="660379"/>
          </a:xfrm>
          <a:prstGeom prst="rect">
            <a:avLst/>
          </a:prstGeom>
        </p:spPr>
      </p:pic>
      <p:pic>
        <p:nvPicPr>
          <p:cNvPr id="6" name="Grafik 5"/>
          <p:cNvPicPr/>
          <p:nvPr userDrawn="1"/>
        </p:nvPicPr>
        <p:blipFill>
          <a:blip r:embed="rId3"/>
          <a:srcRect t="228"/>
          <a:stretch/>
        </p:blipFill>
        <p:spPr bwMode="auto">
          <a:xfrm>
            <a:off x="7104296" y="977112"/>
            <a:ext cx="2053664" cy="4180348"/>
          </a:xfrm>
          <a:prstGeom prst="rect">
            <a:avLst/>
          </a:prstGeom>
          <a:ln w="6350" cmpd="sng">
            <a:noFill/>
          </a:ln>
        </p:spPr>
      </p:pic>
      <p:pic>
        <p:nvPicPr>
          <p:cNvPr id="7" name="Grafik 6"/>
          <p:cNvPicPr/>
          <p:nvPr userDrawn="1"/>
        </p:nvPicPr>
        <p:blipFill>
          <a:blip r:embed="rId4"/>
          <a:stretch/>
        </p:blipFill>
        <p:spPr bwMode="auto">
          <a:xfrm>
            <a:off x="0" y="977112"/>
            <a:ext cx="629199" cy="4189907"/>
          </a:xfrm>
          <a:prstGeom prst="rect">
            <a:avLst/>
          </a:prstGeom>
          <a:ln w="6350" cmpd="sng">
            <a:noFill/>
          </a:ln>
        </p:spPr>
      </p:pic>
      <p:sp>
        <p:nvSpPr>
          <p:cNvPr id="12" name="Google Shape;121;p19"/>
          <p:cNvSpPr txBox="1">
            <a:spLocks noGrp="1"/>
          </p:cNvSpPr>
          <p:nvPr>
            <p:ph type="ctrTitle"/>
          </p:nvPr>
        </p:nvSpPr>
        <p:spPr bwMode="auto">
          <a:xfrm>
            <a:off x="1214545" y="1248156"/>
            <a:ext cx="5666877" cy="649259"/>
          </a:xfrm>
          <a:prstGeom prst="rect">
            <a:avLst/>
          </a:prstGeom>
        </p:spPr>
        <p:txBody>
          <a:bodyPr spcFirstLastPara="1" wrap="square" lIns="91425" tIns="91425" rIns="91425" bIns="91425" anchor="b" anchorCtr="0">
            <a:noAutofit/>
          </a:bodyPr>
          <a:lstStyle>
            <a:lvl1pPr>
              <a:defRPr/>
            </a:lvl1pPr>
          </a:lstStyle>
          <a:p>
            <a:pPr algn="ctr">
              <a:defRPr/>
            </a:pPr>
            <a:endParaRPr lang="de-DE" sz="2000">
              <a:solidFill>
                <a:schemeClr val="tx1"/>
              </a:solidFill>
              <a:latin typeface="+mj-lt"/>
            </a:endParaRPr>
          </a:p>
        </p:txBody>
      </p:sp>
      <p:cxnSp>
        <p:nvCxnSpPr>
          <p:cNvPr id="13" name="Google Shape;84;p13"/>
          <p:cNvCxnSpPr>
            <a:cxnSpLocks/>
          </p:cNvCxnSpPr>
          <p:nvPr userDrawn="1"/>
        </p:nvCxnSpPr>
        <p:spPr bwMode="auto">
          <a:xfrm>
            <a:off x="-9000" y="1775736"/>
            <a:ext cx="9162000" cy="0"/>
          </a:xfrm>
          <a:prstGeom prst="straightConnector1">
            <a:avLst/>
          </a:prstGeom>
          <a:noFill/>
          <a:ln w="9525" cap="flat" cmpd="sng">
            <a:solidFill>
              <a:schemeClr val="bg1">
                <a:lumMod val="65000"/>
              </a:schemeClr>
            </a:solidFill>
            <a:prstDash val="solid"/>
            <a:round/>
            <a:headEnd type="none" w="med" len="med"/>
            <a:tailEnd type="none" w="med" len="med"/>
          </a:ln>
        </p:spPr>
      </p:cxnSp>
      <p:sp>
        <p:nvSpPr>
          <p:cNvPr id="14" name="Google Shape;103;p17"/>
          <p:cNvSpPr/>
          <p:nvPr userDrawn="1"/>
        </p:nvSpPr>
        <p:spPr bwMode="auto">
          <a:xfrm>
            <a:off x="808645" y="1572786"/>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Ankommen im Studium und im Tutorium</a:t>
            </a:r>
            <a:endParaRPr lang="de-DE" sz="1000">
              <a:latin typeface="Arial Narrow"/>
            </a:endParaRPr>
          </a:p>
          <a:p>
            <a:pPr algn="l">
              <a:defRPr/>
            </a:pPr>
            <a:r>
              <a:rPr lang="de-DE" sz="1000">
                <a:latin typeface="Arial Narrow"/>
              </a:rPr>
              <a:t>Tutorname</a:t>
            </a:r>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Datum: </a:t>
            </a:r>
            <a:fld id="{5BF2FA79-8D02-314B-B27B-263F8194F41D}" type="datetime1">
              <a:rPr lang="de-DE" sz="1000">
                <a:solidFill>
                  <a:sysClr val="windowText" lastClr="000000"/>
                </a:solidFill>
                <a:latin typeface="Arial Narrow"/>
              </a:rPr>
              <a:t>22.06.2026</a:t>
            </a:fld>
            <a:endParaRPr lang="de-DE" sz="1000">
              <a:latin typeface="Arial Narrow"/>
            </a:endParaRPr>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Ankommen im Studium und im Tutorium</a:t>
            </a:r>
            <a:endParaRPr lang="de-DE" sz="1000">
              <a:latin typeface="Arial Narrow"/>
            </a:endParaRPr>
          </a:p>
          <a:p>
            <a:pPr algn="l">
              <a:defRPr/>
            </a:pPr>
            <a:r>
              <a:rPr lang="de-DE" sz="1000">
                <a:latin typeface="Arial Narrow"/>
              </a:rPr>
              <a:t>Tutorname</a:t>
            </a:r>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Datum: </a:t>
            </a:r>
            <a:fld id="{5BF2FA79-8D02-314B-B27B-263F8194F41D}" type="datetime1">
              <a:rPr lang="de-DE" sz="1000">
                <a:solidFill>
                  <a:sysClr val="windowText" lastClr="000000"/>
                </a:solidFill>
                <a:latin typeface="Arial Narrow"/>
              </a:rPr>
              <a:t>22.06.2026</a:t>
            </a:fld>
            <a:endParaRPr lang="de-DE" sz="1000">
              <a:latin typeface="Arial Narrow"/>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11" name="Grafik 10" descr="Würfel"/>
          <p:cNvPicPr>
            <a:picLocks noChangeAspect="1"/>
          </p:cNvPicPr>
          <p:nvPr userDrawn="1"/>
        </p:nvPicPr>
        <p:blipFill>
          <a:blip r:embed="rId3"/>
          <a:stretch/>
        </p:blipFill>
        <p:spPr bwMode="auto">
          <a:xfrm>
            <a:off x="791685" y="927021"/>
            <a:ext cx="373690" cy="373690"/>
          </a:xfrm>
          <a:prstGeom prst="rect">
            <a:avLst/>
          </a:prstGeom>
        </p:spPr>
      </p:pic>
      <p:sp>
        <p:nvSpPr>
          <p:cNvPr id="18"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972000" y="661070"/>
            <a:ext cx="7200000" cy="630000"/>
          </a:xfrm>
          <a:prstGeom prst="rect">
            <a:avLst/>
          </a:prstGeom>
        </p:spPr>
        <p:txBody>
          <a:bodyPr vert="horz" lIns="91440" tIns="45720" rIns="91440" bIns="45720" rtlCol="0" anchor="ctr" anchorCtr="1">
            <a:normAutofit/>
          </a:bodyPr>
          <a:lstStyle/>
          <a:p>
            <a:pPr>
              <a:defRPr/>
            </a:pPr>
            <a:r>
              <a:rPr lang="de-DE"/>
              <a:t>Edit master title format</a:t>
            </a:r>
            <a:endParaRPr/>
          </a:p>
        </p:txBody>
      </p:sp>
      <p:sp>
        <p:nvSpPr>
          <p:cNvPr id="3" name="Textplatzhalter 2"/>
          <p:cNvSpPr>
            <a:spLocks noGrp="1"/>
          </p:cNvSpPr>
          <p:nvPr>
            <p:ph type="body" idx="1"/>
          </p:nvPr>
        </p:nvSpPr>
        <p:spPr bwMode="auto">
          <a:xfrm>
            <a:off x="972000" y="1384556"/>
            <a:ext cx="7200000" cy="3240000"/>
          </a:xfrm>
          <a:prstGeom prst="rect">
            <a:avLst/>
          </a:prstGeom>
        </p:spPr>
        <p:txBody>
          <a:bodyPr vert="horz" lIns="91440" tIns="45720" rIns="91440" bIns="45720" rtlCol="0">
            <a:normAutofit/>
          </a:bodyPr>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1"/>
            <a:stretch/>
          </a:blipFill>
        </p:spPr>
        <p:txBody>
          <a:bodyPr/>
          <a:lstStyle/>
          <a:p>
            <a:pPr>
              <a:defRPr/>
            </a:pPr>
            <a:endParaRPr lang="de-DE" sz="7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457200">
        <a:lnSpc>
          <a:spcPct val="90000"/>
        </a:lnSpc>
        <a:spcBef>
          <a:spcPts val="0"/>
        </a:spcBef>
        <a:buNone/>
        <a:defRPr sz="2200">
          <a:solidFill>
            <a:schemeClr val="tx1"/>
          </a:solidFill>
          <a:latin typeface="+mj-lt"/>
          <a:ea typeface="+mj-ea"/>
          <a:cs typeface="+mj-cs"/>
        </a:defRPr>
      </a:lvl1pPr>
    </p:titleStyle>
    <p:bodyStyle>
      <a:lvl1pPr marL="114300" indent="-114300" algn="l" defTabSz="457200">
        <a:lnSpc>
          <a:spcPct val="90000"/>
        </a:lnSpc>
        <a:spcBef>
          <a:spcPts val="500"/>
        </a:spcBef>
        <a:buFont typeface="Arial"/>
        <a:buChar char="•"/>
        <a:defRPr sz="1400">
          <a:solidFill>
            <a:schemeClr val="tx1"/>
          </a:solidFill>
          <a:latin typeface="+mn-lt"/>
          <a:ea typeface="+mn-ea"/>
          <a:cs typeface="+mn-cs"/>
        </a:defRPr>
      </a:lvl1pPr>
      <a:lvl2pPr marL="342900" indent="-114300" algn="l" defTabSz="457200">
        <a:lnSpc>
          <a:spcPct val="90000"/>
        </a:lnSpc>
        <a:spcBef>
          <a:spcPts val="250"/>
        </a:spcBef>
        <a:buFont typeface="Arial"/>
        <a:buChar char="•"/>
        <a:defRPr sz="1200">
          <a:solidFill>
            <a:schemeClr val="tx1"/>
          </a:solidFill>
          <a:latin typeface="+mn-lt"/>
          <a:ea typeface="+mn-ea"/>
          <a:cs typeface="+mn-cs"/>
        </a:defRPr>
      </a:lvl2pPr>
      <a:lvl3pPr marL="571500" indent="-114300" algn="l" defTabSz="457200">
        <a:lnSpc>
          <a:spcPct val="90000"/>
        </a:lnSpc>
        <a:spcBef>
          <a:spcPts val="250"/>
        </a:spcBef>
        <a:buFont typeface="Arial"/>
        <a:buChar char="•"/>
        <a:defRPr sz="1000">
          <a:solidFill>
            <a:schemeClr val="tx1"/>
          </a:solidFill>
          <a:latin typeface="+mn-lt"/>
          <a:ea typeface="+mn-ea"/>
          <a:cs typeface="+mn-cs"/>
        </a:defRPr>
      </a:lvl3pPr>
      <a:lvl4pPr marL="800100" indent="-114300" algn="l" defTabSz="457200">
        <a:lnSpc>
          <a:spcPct val="90000"/>
        </a:lnSpc>
        <a:spcBef>
          <a:spcPts val="250"/>
        </a:spcBef>
        <a:buFont typeface="Arial"/>
        <a:buChar char="•"/>
        <a:defRPr sz="900">
          <a:solidFill>
            <a:schemeClr val="tx1"/>
          </a:solidFill>
          <a:latin typeface="+mn-lt"/>
          <a:ea typeface="+mn-ea"/>
          <a:cs typeface="+mn-cs"/>
        </a:defRPr>
      </a:lvl4pPr>
      <a:lvl5pPr marL="1028700" indent="-114300" algn="l" defTabSz="457200">
        <a:lnSpc>
          <a:spcPct val="90000"/>
        </a:lnSpc>
        <a:spcBef>
          <a:spcPts val="250"/>
        </a:spcBef>
        <a:buFont typeface="Arial"/>
        <a:buChar char="•"/>
        <a:defRPr sz="900">
          <a:solidFill>
            <a:schemeClr val="tx1"/>
          </a:solidFill>
          <a:latin typeface="+mn-lt"/>
          <a:ea typeface="+mn-ea"/>
          <a:cs typeface="+mn-cs"/>
        </a:defRPr>
      </a:lvl5pPr>
      <a:lvl6pPr marL="1257300" indent="-114300" algn="l" defTabSz="457200">
        <a:lnSpc>
          <a:spcPct val="90000"/>
        </a:lnSpc>
        <a:spcBef>
          <a:spcPts val="250"/>
        </a:spcBef>
        <a:buFont typeface="Arial"/>
        <a:buChar char="•"/>
        <a:defRPr sz="900">
          <a:solidFill>
            <a:schemeClr val="tx1"/>
          </a:solidFill>
          <a:latin typeface="+mn-lt"/>
          <a:ea typeface="+mn-ea"/>
          <a:cs typeface="+mn-cs"/>
        </a:defRPr>
      </a:lvl6pPr>
      <a:lvl7pPr marL="1485900" indent="-114300" algn="l" defTabSz="457200">
        <a:lnSpc>
          <a:spcPct val="90000"/>
        </a:lnSpc>
        <a:spcBef>
          <a:spcPts val="250"/>
        </a:spcBef>
        <a:buFont typeface="Arial"/>
        <a:buChar char="•"/>
        <a:defRPr sz="900">
          <a:solidFill>
            <a:schemeClr val="tx1"/>
          </a:solidFill>
          <a:latin typeface="+mn-lt"/>
          <a:ea typeface="+mn-ea"/>
          <a:cs typeface="+mn-cs"/>
        </a:defRPr>
      </a:lvl7pPr>
      <a:lvl8pPr marL="1714500" indent="-114300" algn="l" defTabSz="457200">
        <a:lnSpc>
          <a:spcPct val="90000"/>
        </a:lnSpc>
        <a:spcBef>
          <a:spcPts val="250"/>
        </a:spcBef>
        <a:buFont typeface="Arial"/>
        <a:buChar char="•"/>
        <a:defRPr sz="900">
          <a:solidFill>
            <a:schemeClr val="tx1"/>
          </a:solidFill>
          <a:latin typeface="+mn-lt"/>
          <a:ea typeface="+mn-ea"/>
          <a:cs typeface="+mn-cs"/>
        </a:defRPr>
      </a:lvl8pPr>
      <a:lvl9pPr marL="1943100" indent="-114300" algn="l" defTabSz="457200">
        <a:lnSpc>
          <a:spcPct val="90000"/>
        </a:lnSpc>
        <a:spcBef>
          <a:spcPts val="250"/>
        </a:spcBef>
        <a:buFont typeface="Arial"/>
        <a:buChar char="•"/>
        <a:defRPr sz="900">
          <a:solidFill>
            <a:schemeClr val="tx1"/>
          </a:solidFill>
          <a:latin typeface="+mn-lt"/>
          <a:ea typeface="+mn-ea"/>
          <a:cs typeface="+mn-cs"/>
        </a:defRPr>
      </a:lvl9pPr>
    </p:bodyStyle>
    <p:otherStyle>
      <a:defPPr>
        <a:defRPr lang="de-DE"/>
      </a:defPPr>
      <a:lvl1pPr marL="0" algn="l" defTabSz="457200">
        <a:defRPr sz="900">
          <a:solidFill>
            <a:schemeClr val="tx1"/>
          </a:solidFill>
          <a:latin typeface="+mn-lt"/>
          <a:ea typeface="+mn-ea"/>
          <a:cs typeface="+mn-cs"/>
        </a:defRPr>
      </a:lvl1pPr>
      <a:lvl2pPr marL="228600" algn="l" defTabSz="457200">
        <a:defRPr sz="900">
          <a:solidFill>
            <a:schemeClr val="tx1"/>
          </a:solidFill>
          <a:latin typeface="+mn-lt"/>
          <a:ea typeface="+mn-ea"/>
          <a:cs typeface="+mn-cs"/>
        </a:defRPr>
      </a:lvl2pPr>
      <a:lvl3pPr marL="457200" algn="l" defTabSz="457200">
        <a:defRPr sz="900">
          <a:solidFill>
            <a:schemeClr val="tx1"/>
          </a:solidFill>
          <a:latin typeface="+mn-lt"/>
          <a:ea typeface="+mn-ea"/>
          <a:cs typeface="+mn-cs"/>
        </a:defRPr>
      </a:lvl3pPr>
      <a:lvl4pPr marL="685800" algn="l" defTabSz="457200">
        <a:defRPr sz="900">
          <a:solidFill>
            <a:schemeClr val="tx1"/>
          </a:solidFill>
          <a:latin typeface="+mn-lt"/>
          <a:ea typeface="+mn-ea"/>
          <a:cs typeface="+mn-cs"/>
        </a:defRPr>
      </a:lvl4pPr>
      <a:lvl5pPr marL="914400" algn="l" defTabSz="457200">
        <a:defRPr sz="900">
          <a:solidFill>
            <a:schemeClr val="tx1"/>
          </a:solidFill>
          <a:latin typeface="+mn-lt"/>
          <a:ea typeface="+mn-ea"/>
          <a:cs typeface="+mn-cs"/>
        </a:defRPr>
      </a:lvl5pPr>
      <a:lvl6pPr marL="1143000" algn="l" defTabSz="457200">
        <a:defRPr sz="900">
          <a:solidFill>
            <a:schemeClr val="tx1"/>
          </a:solidFill>
          <a:latin typeface="+mn-lt"/>
          <a:ea typeface="+mn-ea"/>
          <a:cs typeface="+mn-cs"/>
        </a:defRPr>
      </a:lvl6pPr>
      <a:lvl7pPr marL="1371600" algn="l" defTabSz="457200">
        <a:defRPr sz="900">
          <a:solidFill>
            <a:schemeClr val="tx1"/>
          </a:solidFill>
          <a:latin typeface="+mn-lt"/>
          <a:ea typeface="+mn-ea"/>
          <a:cs typeface="+mn-cs"/>
        </a:defRPr>
      </a:lvl7pPr>
      <a:lvl8pPr marL="1600200" algn="l" defTabSz="457200">
        <a:defRPr sz="900">
          <a:solidFill>
            <a:schemeClr val="tx1"/>
          </a:solidFill>
          <a:latin typeface="+mn-lt"/>
          <a:ea typeface="+mn-ea"/>
          <a:cs typeface="+mn-cs"/>
        </a:defRPr>
      </a:lvl8pPr>
      <a:lvl9pPr marL="1828800" algn="l" defTabSz="457200">
        <a:defRPr sz="9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www.leuphana.de/college/studienberatung.html"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www.asta-lueneburg.de/"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www.leuphana.de/services/miz/service-support/it-support.html"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www.leuphana.de/einrichtungen/schreibzentrum.html"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el 2"/>
          <p:cNvSpPr>
            <a:spLocks noGrp="1"/>
          </p:cNvSpPr>
          <p:nvPr>
            <p:ph type="title"/>
          </p:nvPr>
        </p:nvSpPr>
        <p:spPr bwMode="auto"/>
        <p:txBody>
          <a:bodyPr/>
          <a:lstStyle/>
          <a:p>
            <a:pPr>
              <a:defRPr/>
            </a:pPr>
            <a:r>
              <a:rPr lang="de-DE"/>
              <a:t>Agenda</a:t>
            </a:r>
            <a:endParaRPr/>
          </a:p>
        </p:txBody>
      </p:sp>
      <p:sp>
        <p:nvSpPr>
          <p:cNvPr id="4" name="Textplatzhalter 3"/>
          <p:cNvSpPr>
            <a:spLocks noGrp="1"/>
          </p:cNvSpPr>
          <p:nvPr>
            <p:ph idx="1"/>
          </p:nvPr>
        </p:nvSpPr>
        <p:spPr bwMode="auto"/>
        <p:txBody>
          <a:bodyPr/>
          <a:lstStyle/>
          <a:p>
            <a:pPr marL="457200" indent="-457200">
              <a:lnSpc>
                <a:spcPct val="100000"/>
              </a:lnSpc>
              <a:spcAft>
                <a:spcPts val="600"/>
              </a:spcAft>
              <a:buClr>
                <a:schemeClr val="accent5">
                  <a:lumMod val="75000"/>
                </a:schemeClr>
              </a:buClr>
              <a:buFont typeface="+mj-lt"/>
              <a:buAutoNum type="arabicPeriod"/>
              <a:defRPr/>
            </a:pPr>
            <a:r>
              <a:rPr lang="de-DE"/>
              <a:t>Welcome and arrival</a:t>
            </a:r>
            <a:endParaRPr/>
          </a:p>
          <a:p>
            <a:pPr marL="457200" indent="-457200">
              <a:lnSpc>
                <a:spcPct val="100000"/>
              </a:lnSpc>
              <a:spcAft>
                <a:spcPts val="600"/>
              </a:spcAft>
              <a:buClr>
                <a:schemeClr val="accent5">
                  <a:lumMod val="75000"/>
                </a:schemeClr>
              </a:buClr>
              <a:buFont typeface="+mj-lt"/>
              <a:buAutoNum type="arabicPeriod"/>
              <a:defRPr/>
            </a:pPr>
            <a:r>
              <a:rPr lang="de-DE"/>
              <a:t>Learning objectives: Why am I in the tutorial?</a:t>
            </a:r>
            <a:endParaRPr/>
          </a:p>
          <a:p>
            <a:pPr marL="457200" indent="-457200">
              <a:lnSpc>
                <a:spcPct val="100000"/>
              </a:lnSpc>
              <a:spcAft>
                <a:spcPts val="600"/>
              </a:spcAft>
              <a:buClr>
                <a:schemeClr val="accent5">
                  <a:lumMod val="75000"/>
                </a:schemeClr>
              </a:buClr>
              <a:buFont typeface="+mj-lt"/>
              <a:buAutoNum type="arabicPeriod"/>
              <a:defRPr/>
            </a:pPr>
            <a:r>
              <a:rPr lang="de-DE"/>
              <a:t>Organization</a:t>
            </a:r>
            <a:endParaRPr/>
          </a:p>
          <a:p>
            <a:pPr marL="457200" indent="-457200">
              <a:lnSpc>
                <a:spcPct val="100000"/>
              </a:lnSpc>
              <a:spcAft>
                <a:spcPts val="600"/>
              </a:spcAft>
              <a:buClr>
                <a:schemeClr val="accent5">
                  <a:lumMod val="75000"/>
                </a:schemeClr>
              </a:buClr>
              <a:buFont typeface="+mj-lt"/>
              <a:buAutoNum type="arabicPeriod"/>
              <a:defRPr/>
            </a:pPr>
            <a:r>
              <a:rPr lang="de-DE"/>
              <a:t>Conclusion and outlook</a:t>
            </a:r>
            <a:endParaRPr/>
          </a:p>
        </p:txBody>
      </p:sp>
      <p:grpSp>
        <p:nvGrpSpPr>
          <p:cNvPr id="5" name="Google Shape;138;p20"/>
          <p:cNvGrpSpPr>
            <a:grpSpLocks noChangeAspect="1"/>
          </p:cNvGrpSpPr>
          <p:nvPr/>
        </p:nvGrpSpPr>
        <p:grpSpPr bwMode="auto">
          <a:xfrm flipH="1">
            <a:off x="478078" y="678543"/>
            <a:ext cx="271692" cy="271692"/>
            <a:chOff x="2594050" y="1631825"/>
            <a:chExt cx="439625" cy="439625"/>
          </a:xfrm>
          <a:solidFill>
            <a:schemeClr val="bg1"/>
          </a:solidFill>
        </p:grpSpPr>
        <p:sp>
          <p:nvSpPr>
            <p:cNvPr id="7"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8"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9"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en-US" sz="2000">
                <a:solidFill>
                  <a:schemeClr val="tx1"/>
                </a:solidFill>
              </a:rPr>
              <a:t>The Tutorials</a:t>
            </a:r>
            <a:endParaRPr lang="de-DE">
              <a:solidFill>
                <a:schemeClr val="tx1"/>
              </a:solidFill>
            </a:endParaRPr>
          </a:p>
        </p:txBody>
      </p:sp>
      <p:sp>
        <p:nvSpPr>
          <p:cNvPr id="9" name="Textplatzhalter 8"/>
          <p:cNvSpPr>
            <a:spLocks noGrp="1"/>
          </p:cNvSpPr>
          <p:nvPr>
            <p:ph idx="1"/>
          </p:nvPr>
        </p:nvSpPr>
        <p:spPr bwMode="auto">
          <a:xfrm>
            <a:off x="972000" y="1211084"/>
            <a:ext cx="7200000" cy="3232874"/>
          </a:xfrm>
        </p:spPr>
        <p:txBody>
          <a:bodyPr>
            <a:normAutofit/>
          </a:bodyPr>
          <a:lstStyle/>
          <a:p>
            <a:pPr>
              <a:lnSpc>
                <a:spcPct val="150000"/>
              </a:lnSpc>
              <a:buFont typeface="Arial"/>
              <a:buChar char="•"/>
              <a:defRPr/>
            </a:pPr>
            <a:r>
              <a:rPr lang="de-DE" sz="1600"/>
              <a:t>Weekly 90 minutes </a:t>
            </a:r>
            <a:endParaRPr/>
          </a:p>
          <a:p>
            <a:pPr>
              <a:lnSpc>
                <a:spcPct val="150000"/>
              </a:lnSpc>
              <a:buFont typeface="Arial"/>
              <a:buChar char="•"/>
              <a:defRPr/>
            </a:pPr>
            <a:r>
              <a:rPr lang="de-DE" sz="1600"/>
              <a:t>approx. 30 persons</a:t>
            </a:r>
            <a:endParaRPr/>
          </a:p>
          <a:p>
            <a:pPr>
              <a:lnSpc>
                <a:spcPct val="150000"/>
              </a:lnSpc>
              <a:buFont typeface="Arial"/>
              <a:buChar char="•"/>
              <a:defRPr/>
            </a:pPr>
            <a:r>
              <a:rPr lang="de-DE" sz="1600"/>
              <a:t>Interdisciplinary learning community</a:t>
            </a:r>
            <a:endParaRPr/>
          </a:p>
          <a:p>
            <a:pPr>
              <a:lnSpc>
                <a:spcPct val="150000"/>
              </a:lnSpc>
              <a:buFont typeface="Arial"/>
              <a:buChar char="•"/>
              <a:defRPr/>
            </a:pPr>
            <a:r>
              <a:rPr lang="de-DE" sz="1600"/>
              <a:t>Help for seminars and exams but independent</a:t>
            </a:r>
            <a:endParaRPr/>
          </a:p>
          <a:p>
            <a:pPr>
              <a:lnSpc>
                <a:spcPct val="150000"/>
              </a:lnSpc>
              <a:buFont typeface="Arial"/>
              <a:buChar char="•"/>
              <a:defRPr/>
            </a:pPr>
            <a:r>
              <a:rPr lang="de-DE" sz="1600"/>
              <a:t>Aim: Introduction to academic work &amp; discussing and trying out different methods &amp; support with starting university life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sz="2000">
                <a:solidFill>
                  <a:schemeClr val="tx1"/>
                </a:solidFill>
              </a:rPr>
              <a:t>The tutorials - content</a:t>
            </a:r>
            <a:endParaRPr lang="de-DE">
              <a:solidFill>
                <a:schemeClr val="tx1"/>
              </a:solidFill>
            </a:endParaRPr>
          </a:p>
        </p:txBody>
      </p:sp>
      <p:sp>
        <p:nvSpPr>
          <p:cNvPr id="48" name="Rechteck 47"/>
          <p:cNvSpPr/>
          <p:nvPr/>
        </p:nvSpPr>
        <p:spPr bwMode="auto">
          <a:xfrm>
            <a:off x="1809139" y="1246398"/>
            <a:ext cx="2218021" cy="1494365"/>
          </a:xfrm>
          <a:prstGeom prst="rect">
            <a:avLst/>
          </a:prstGeom>
          <a:solidFill>
            <a:schemeClr val="bg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1200" b="1">
                <a:solidFill>
                  <a:schemeClr val="tx1"/>
                </a:solidFill>
                <a:latin typeface="+mj-lt"/>
              </a:rPr>
              <a:t>INPUT</a:t>
            </a:r>
            <a:endParaRPr lang="de-DE" sz="1100">
              <a:solidFill>
                <a:schemeClr val="tx1"/>
              </a:solidFill>
              <a:latin typeface="Arial Narrow"/>
            </a:endParaRPr>
          </a:p>
          <a:p>
            <a:pPr algn="ctr">
              <a:defRPr/>
            </a:pPr>
            <a:endParaRPr lang="de-DE" sz="1100">
              <a:solidFill>
                <a:schemeClr val="tx1"/>
              </a:solidFill>
              <a:latin typeface="Arial Narrow"/>
            </a:endParaRPr>
          </a:p>
          <a:p>
            <a:pPr algn="ctr">
              <a:defRPr/>
            </a:pPr>
            <a:r>
              <a:rPr lang="de-DE" sz="1100">
                <a:solidFill>
                  <a:schemeClr val="tx1"/>
                </a:solidFill>
              </a:rPr>
              <a:t>Worksheets, videos etc.</a:t>
            </a:r>
            <a:endParaRPr/>
          </a:p>
          <a:p>
            <a:pPr algn="ctr">
              <a:defRPr/>
            </a:pPr>
            <a:endParaRPr lang="de-DE" sz="1100">
              <a:solidFill>
                <a:schemeClr val="tx1"/>
              </a:solidFill>
            </a:endParaRPr>
          </a:p>
          <a:p>
            <a:pPr algn="ctr">
              <a:defRPr/>
            </a:pPr>
            <a:r>
              <a:rPr lang="de-DE" sz="1100">
                <a:solidFill>
                  <a:schemeClr val="tx1"/>
                </a:solidFill>
              </a:rPr>
              <a:t>Central tools for everyday university life</a:t>
            </a:r>
            <a:endParaRPr/>
          </a:p>
          <a:p>
            <a:pPr algn="ctr">
              <a:defRPr/>
            </a:pPr>
            <a:endParaRPr lang="de-DE" sz="1100">
              <a:solidFill>
                <a:schemeClr val="tx1"/>
              </a:solidFill>
            </a:endParaRPr>
          </a:p>
          <a:p>
            <a:pPr algn="ctr">
              <a:defRPr/>
            </a:pPr>
            <a:endParaRPr lang="de-DE" sz="1100">
              <a:solidFill>
                <a:schemeClr val="tx1"/>
              </a:solidFill>
            </a:endParaRPr>
          </a:p>
        </p:txBody>
      </p:sp>
      <p:sp>
        <p:nvSpPr>
          <p:cNvPr id="50" name="Rechteck 49"/>
          <p:cNvSpPr/>
          <p:nvPr/>
        </p:nvSpPr>
        <p:spPr bwMode="auto">
          <a:xfrm>
            <a:off x="4948011" y="3054834"/>
            <a:ext cx="2202049" cy="1494365"/>
          </a:xfrm>
          <a:prstGeom prst="rect">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1200" b="1">
                <a:solidFill>
                  <a:schemeClr val="tx1"/>
                </a:solidFill>
                <a:latin typeface="+mj-lt"/>
              </a:rPr>
              <a:t>ARRIVAL</a:t>
            </a:r>
            <a:endParaRPr/>
          </a:p>
          <a:p>
            <a:pPr algn="ctr">
              <a:defRPr/>
            </a:pPr>
            <a:endParaRPr sz="1100">
              <a:solidFill>
                <a:schemeClr val="tx1"/>
              </a:solidFill>
              <a:latin typeface="+mj-lt"/>
            </a:endParaRPr>
          </a:p>
          <a:p>
            <a:pPr algn="ctr">
              <a:defRPr/>
            </a:pPr>
            <a:r>
              <a:rPr lang="de-DE" sz="1100">
                <a:solidFill>
                  <a:schemeClr val="tx1"/>
                </a:solidFill>
              </a:rPr>
              <a:t>Space to discuss the new life situation</a:t>
            </a:r>
            <a:endParaRPr/>
          </a:p>
          <a:p>
            <a:pPr algn="ctr">
              <a:defRPr/>
            </a:pPr>
            <a:endParaRPr lang="de-DE" sz="1100">
              <a:solidFill>
                <a:schemeClr val="tx1"/>
              </a:solidFill>
            </a:endParaRPr>
          </a:p>
          <a:p>
            <a:pPr algn="ctr">
              <a:defRPr/>
            </a:pPr>
            <a:r>
              <a:rPr lang="de-DE" sz="1100">
                <a:solidFill>
                  <a:schemeClr val="tx1"/>
                </a:solidFill>
              </a:rPr>
              <a:t>Supplementing the tutorial content with personal experience</a:t>
            </a:r>
            <a:endParaRPr lang="de-DE" sz="1100">
              <a:solidFill>
                <a:schemeClr val="tx1"/>
              </a:solidFill>
              <a:latin typeface="Arial Narrow"/>
            </a:endParaRPr>
          </a:p>
        </p:txBody>
      </p:sp>
      <p:sp>
        <p:nvSpPr>
          <p:cNvPr id="52" name="Rechteck 51"/>
          <p:cNvSpPr/>
          <p:nvPr/>
        </p:nvSpPr>
        <p:spPr bwMode="auto">
          <a:xfrm>
            <a:off x="1809140" y="3054834"/>
            <a:ext cx="2218021" cy="1494365"/>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1200" b="1">
                <a:solidFill>
                  <a:schemeClr val="tx1"/>
                </a:solidFill>
                <a:latin typeface="+mj-lt"/>
              </a:rPr>
              <a:t>STUDY REFLECTION</a:t>
            </a:r>
            <a:endParaRPr>
              <a:solidFill>
                <a:schemeClr val="tx1"/>
              </a:solidFill>
              <a:latin typeface="+mj-lt"/>
            </a:endParaRPr>
          </a:p>
          <a:p>
            <a:pPr algn="ctr">
              <a:defRPr/>
            </a:pPr>
            <a:endParaRPr lang="de-DE" sz="1100">
              <a:solidFill>
                <a:schemeClr val="accent5">
                  <a:lumMod val="50000"/>
                </a:schemeClr>
              </a:solidFill>
              <a:latin typeface="Arial Narrow"/>
            </a:endParaRPr>
          </a:p>
          <a:p>
            <a:pPr algn="ctr">
              <a:defRPr/>
            </a:pPr>
            <a:r>
              <a:rPr lang="de-DE" sz="1100">
                <a:solidFill>
                  <a:schemeClr val="tx1"/>
                </a:solidFill>
              </a:rPr>
              <a:t>Examining your own studies</a:t>
            </a:r>
            <a:endParaRPr/>
          </a:p>
          <a:p>
            <a:pPr algn="ctr">
              <a:defRPr/>
            </a:pPr>
            <a:endParaRPr lang="de-DE" sz="1100">
              <a:solidFill>
                <a:schemeClr val="tx1"/>
              </a:solidFill>
            </a:endParaRPr>
          </a:p>
          <a:p>
            <a:pPr algn="ctr">
              <a:defRPr/>
            </a:pPr>
            <a:r>
              <a:rPr lang="de-DE" sz="1100">
                <a:solidFill>
                  <a:schemeClr val="tx1"/>
                </a:solidFill>
              </a:rPr>
              <a:t>Focus on combining subject-specific and interdisciplinary content</a:t>
            </a:r>
            <a:endParaRPr lang="de-DE" sz="1100">
              <a:solidFill>
                <a:schemeClr val="tx1"/>
              </a:solidFill>
              <a:latin typeface="Arial Narrow"/>
            </a:endParaRPr>
          </a:p>
        </p:txBody>
      </p:sp>
      <p:sp>
        <p:nvSpPr>
          <p:cNvPr id="54" name="Rechteck 53"/>
          <p:cNvSpPr/>
          <p:nvPr/>
        </p:nvSpPr>
        <p:spPr bwMode="auto">
          <a:xfrm>
            <a:off x="4932040" y="1246399"/>
            <a:ext cx="2218021" cy="1494365"/>
          </a:xfrm>
          <a:prstGeom prst="rect">
            <a:avLst/>
          </a:prstGeom>
          <a:solidFill>
            <a:schemeClr val="accent5">
              <a:lumMod val="20000"/>
              <a:lumOff val="8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1200" b="1">
                <a:solidFill>
                  <a:schemeClr val="tx1"/>
                </a:solidFill>
                <a:latin typeface="+mj-lt"/>
              </a:rPr>
              <a:t>TESTING</a:t>
            </a:r>
            <a:endParaRPr>
              <a:solidFill>
                <a:schemeClr val="tx1"/>
              </a:solidFill>
              <a:latin typeface="+mj-lt"/>
            </a:endParaRPr>
          </a:p>
          <a:p>
            <a:pPr algn="ctr">
              <a:defRPr/>
            </a:pPr>
            <a:endParaRPr lang="de-DE" sz="1100">
              <a:solidFill>
                <a:schemeClr val="tx1"/>
              </a:solidFill>
              <a:latin typeface="+mj-lt"/>
            </a:endParaRPr>
          </a:p>
          <a:p>
            <a:pPr algn="ctr">
              <a:defRPr/>
            </a:pPr>
            <a:r>
              <a:rPr lang="de-DE" sz="1100">
                <a:solidFill>
                  <a:schemeClr val="tx1"/>
                </a:solidFill>
                <a:latin typeface="+mj-lt"/>
              </a:rPr>
              <a:t>First attempts at scientific work</a:t>
            </a:r>
            <a:endParaRPr/>
          </a:p>
          <a:p>
            <a:pPr algn="ctr">
              <a:defRPr/>
            </a:pPr>
            <a:endParaRPr lang="de-DE" sz="1100">
              <a:solidFill>
                <a:schemeClr val="tx1"/>
              </a:solidFill>
              <a:latin typeface="+mj-lt"/>
            </a:endParaRPr>
          </a:p>
          <a:p>
            <a:pPr algn="ctr">
              <a:defRPr/>
            </a:pPr>
            <a:r>
              <a:rPr lang="de-DE" sz="1100">
                <a:solidFill>
                  <a:schemeClr val="tx1"/>
                </a:solidFill>
                <a:latin typeface="+mj-lt"/>
              </a:rPr>
              <a:t>e.g. topic identification &amp; correct citation, preparation for the first exams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 name="Titel 5"/>
          <p:cNvSpPr>
            <a:spLocks noGrp="1"/>
          </p:cNvSpPr>
          <p:nvPr>
            <p:ph type="title"/>
          </p:nvPr>
        </p:nvSpPr>
        <p:spPr bwMode="auto">
          <a:xfrm>
            <a:off x="972000" y="1009417"/>
            <a:ext cx="7200000" cy="630000"/>
          </a:xfrm>
        </p:spPr>
        <p:txBody>
          <a:bodyPr>
            <a:normAutofit fontScale="90000"/>
          </a:bodyPr>
          <a:lstStyle/>
          <a:p>
            <a:pPr algn="ctr">
              <a:defRPr/>
            </a:pPr>
            <a:r>
              <a:rPr lang="de-DE"/>
              <a:t>The tutorials </a:t>
            </a:r>
            <a:br>
              <a:rPr lang="de-DE"/>
            </a:br>
            <a:r>
              <a:rPr lang="de-DE"/>
              <a:t>Topics during the semester</a:t>
            </a:r>
            <a:endParaRPr/>
          </a:p>
        </p:txBody>
      </p:sp>
      <p:graphicFrame>
        <p:nvGraphicFramePr>
          <p:cNvPr id="11" name="Textplatzhalter 6"/>
          <p:cNvGraphicFramePr>
            <a:graphicFrameLocks noGrp="1"/>
          </p:cNvGraphicFramePr>
          <p:nvPr>
            <p:ph idx="1"/>
          </p:nvPr>
        </p:nvGraphicFramePr>
        <p:xfrm>
          <a:off x="1187624" y="1923678"/>
          <a:ext cx="6768752" cy="3035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4</a:t>
            </a:fld>
            <a:endParaRPr lang="de-DE"/>
          </a:p>
        </p:txBody>
      </p:sp>
      <p:sp>
        <p:nvSpPr>
          <p:cNvPr id="9" name="Textfeld 8"/>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Your topics</a:t>
            </a:r>
            <a:endParaRPr/>
          </a:p>
        </p:txBody>
      </p:sp>
      <p:sp>
        <p:nvSpPr>
          <p:cNvPr id="3" name="Inhaltsplatzhalter 2"/>
          <p:cNvSpPr>
            <a:spLocks noGrp="1"/>
          </p:cNvSpPr>
          <p:nvPr>
            <p:ph idx="1"/>
          </p:nvPr>
        </p:nvSpPr>
        <p:spPr bwMode="auto"/>
        <p:txBody>
          <a:bodyPr/>
          <a:lstStyle/>
          <a:p>
            <a:pPr>
              <a:defRPr/>
            </a:pPr>
            <a:r>
              <a:rPr lang="de-DE"/>
              <a:t>...</a:t>
            </a:r>
            <a:endParaRPr/>
          </a:p>
          <a:p>
            <a:pPr>
              <a:defRPr/>
            </a:pPr>
            <a:r>
              <a:rPr lang="de-DE"/>
              <a:t>...</a:t>
            </a:r>
            <a:endParaRPr/>
          </a:p>
          <a:p>
            <a:pPr>
              <a:defRPr/>
            </a:pPr>
            <a:r>
              <a:rPr lang="de-DE"/>
              <a:t>...</a:t>
            </a:r>
            <a:endParaRPr/>
          </a:p>
        </p:txBody>
      </p:sp>
      <p:grpSp>
        <p:nvGrpSpPr>
          <p:cNvPr id="4" name="Gruppieren 3"/>
          <p:cNvGrpSpPr>
            <a:grpSpLocks noChangeAspect="1"/>
          </p:cNvGrpSpPr>
          <p:nvPr/>
        </p:nvGrpSpPr>
        <p:grpSpPr bwMode="auto">
          <a:xfrm>
            <a:off x="6948264" y="1491630"/>
            <a:ext cx="1399067" cy="1939077"/>
            <a:chOff x="6220841" y="1973581"/>
            <a:chExt cx="1877525" cy="2409894"/>
          </a:xfrm>
        </p:grpSpPr>
        <p:sp>
          <p:nvSpPr>
            <p:cNvPr id="5" name="Google Shape;488;p40"/>
            <p:cNvSpPr>
              <a:spLocks noChangeAspect="1"/>
            </p:cNvSpPr>
            <p:nvPr/>
          </p:nvSpPr>
          <p:spPr bwMode="auto">
            <a:xfrm>
              <a:off x="6220841" y="1973581"/>
              <a:ext cx="1877525" cy="2409894"/>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6" name="Google Shape;426;p40"/>
            <p:cNvGrpSpPr/>
            <p:nvPr/>
          </p:nvGrpSpPr>
          <p:grpSpPr bwMode="auto">
            <a:xfrm>
              <a:off x="7516908" y="2065150"/>
              <a:ext cx="365499" cy="365499"/>
              <a:chOff x="1922075" y="1629000"/>
              <a:chExt cx="437200" cy="437200"/>
            </a:xfrm>
            <a:solidFill>
              <a:schemeClr val="tx1"/>
            </a:solidFill>
          </p:grpSpPr>
          <p:sp>
            <p:nvSpPr>
              <p:cNvPr id="12"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grp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3"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grp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cxnSp>
          <p:nvCxnSpPr>
            <p:cNvPr id="7" name="Gerader Verbinder 9"/>
            <p:cNvCxnSpPr>
              <a:cxnSpLocks/>
            </p:cNvCxnSpPr>
            <p:nvPr/>
          </p:nvCxnSpPr>
          <p:spPr bwMode="auto">
            <a:xfrm>
              <a:off x="6538564" y="2506132"/>
              <a:ext cx="1229854"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Gerader Verbinder 10"/>
            <p:cNvCxnSpPr>
              <a:cxnSpLocks/>
            </p:cNvCxnSpPr>
            <p:nvPr/>
          </p:nvCxnSpPr>
          <p:spPr bwMode="auto">
            <a:xfrm>
              <a:off x="6538564" y="2667000"/>
              <a:ext cx="1229854" cy="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9" name="Gerader Verbinder 11"/>
            <p:cNvCxnSpPr>
              <a:cxnSpLocks/>
            </p:cNvCxnSpPr>
            <p:nvPr/>
          </p:nvCxnSpPr>
          <p:spPr bwMode="auto">
            <a:xfrm>
              <a:off x="6538564" y="2815166"/>
              <a:ext cx="1229854" cy="0"/>
            </a:xfrm>
            <a:prstGeom prst="line">
              <a:avLst/>
            </a:prstGeom>
            <a:ln w="12700"/>
          </p:spPr>
          <p:style>
            <a:lnRef idx="1">
              <a:schemeClr val="accent3"/>
            </a:lnRef>
            <a:fillRef idx="0">
              <a:schemeClr val="accent3"/>
            </a:fillRef>
            <a:effectRef idx="0">
              <a:schemeClr val="accent3"/>
            </a:effectRef>
            <a:fontRef idx="minor">
              <a:schemeClr val="tx1"/>
            </a:fontRef>
          </p:style>
        </p:cxnSp>
        <p:cxnSp>
          <p:nvCxnSpPr>
            <p:cNvPr id="10" name="Gerader Verbinder 12"/>
            <p:cNvCxnSpPr>
              <a:cxnSpLocks/>
            </p:cNvCxnSpPr>
            <p:nvPr/>
          </p:nvCxnSpPr>
          <p:spPr bwMode="auto">
            <a:xfrm>
              <a:off x="6538564" y="3009900"/>
              <a:ext cx="1229854" cy="0"/>
            </a:xfrm>
            <a:prstGeom prst="line">
              <a:avLst/>
            </a:prstGeom>
            <a:ln w="12700"/>
          </p:spPr>
          <p:style>
            <a:lnRef idx="1">
              <a:schemeClr val="accent5"/>
            </a:lnRef>
            <a:fillRef idx="0">
              <a:schemeClr val="accent5"/>
            </a:fillRef>
            <a:effectRef idx="0">
              <a:schemeClr val="accent5"/>
            </a:effectRef>
            <a:fontRef idx="minor">
              <a:schemeClr val="tx1"/>
            </a:fontRef>
          </p:style>
        </p:cxnSp>
        <p:cxnSp>
          <p:nvCxnSpPr>
            <p:cNvPr id="11" name="Gerader Verbinder 13"/>
            <p:cNvCxnSpPr>
              <a:cxnSpLocks/>
            </p:cNvCxnSpPr>
            <p:nvPr/>
          </p:nvCxnSpPr>
          <p:spPr bwMode="auto">
            <a:xfrm>
              <a:off x="6538564" y="3221565"/>
              <a:ext cx="1229854" cy="0"/>
            </a:xfrm>
            <a:prstGeom prst="line">
              <a:avLst/>
            </a:prstGeom>
            <a:ln w="12700"/>
          </p:spPr>
          <p:style>
            <a:lnRef idx="1">
              <a:schemeClr val="accent6"/>
            </a:lnRef>
            <a:fillRef idx="0">
              <a:schemeClr val="accent6"/>
            </a:fillRef>
            <a:effectRef idx="0">
              <a:schemeClr val="accent6"/>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972000" y="32133"/>
            <a:ext cx="7200000" cy="1977806"/>
          </a:xfrm>
        </p:spPr>
        <p:txBody>
          <a:bodyPr/>
          <a:lstStyle/>
          <a:p>
            <a:pPr marL="0" indent="0">
              <a:buNone/>
              <a:defRPr/>
            </a:pPr>
            <a:r>
              <a:rPr lang="de-DE"/>
              <a:t>Important note: </a:t>
            </a:r>
            <a:endParaRPr/>
          </a:p>
        </p:txBody>
      </p:sp>
      <p:sp>
        <p:nvSpPr>
          <p:cNvPr id="3" name="Textplatzhalter 2"/>
          <p:cNvSpPr>
            <a:spLocks noGrp="1"/>
          </p:cNvSpPr>
          <p:nvPr>
            <p:ph type="body" idx="1"/>
          </p:nvPr>
        </p:nvSpPr>
        <p:spPr bwMode="auto">
          <a:xfrm>
            <a:off x="972000" y="2191928"/>
            <a:ext cx="7200000" cy="1039907"/>
          </a:xfrm>
        </p:spPr>
        <p:txBody>
          <a:bodyPr>
            <a:noAutofit/>
          </a:bodyPr>
          <a:lstStyle/>
          <a:p>
            <a:pPr marL="0" indent="0" algn="ctr">
              <a:buNone/>
              <a:defRPr/>
            </a:pPr>
            <a:r>
              <a:rPr lang="de-DE" sz="2200">
                <a:solidFill>
                  <a:schemeClr val="tx1"/>
                </a:solidFill>
              </a:rPr>
              <a:t>The topics are generally predetermined, but we are flexible in terms of when we discuss what. Therefore, if you have a need for a topic, please let us know and we will bring it forward if necessary!</a:t>
            </a:r>
            <a:endParaRPr sz="2200">
              <a:solidFill>
                <a:schemeClr val="tx1"/>
              </a:solidFill>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6</a:t>
            </a:fld>
            <a:endParaRPr lang="de-D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Organization</a:t>
            </a:r>
            <a:endParaRPr/>
          </a:p>
        </p:txBody>
      </p:sp>
      <p:sp>
        <p:nvSpPr>
          <p:cNvPr id="3" name="Textplatzhalter 2"/>
          <p:cNvSpPr>
            <a:spLocks noGrp="1"/>
          </p:cNvSpPr>
          <p:nvPr>
            <p:ph idx="1"/>
          </p:nvPr>
        </p:nvSpPr>
        <p:spPr bwMode="auto"/>
        <p:txBody>
          <a:bodyPr>
            <a:normAutofit/>
          </a:bodyPr>
          <a:lstStyle/>
          <a:p>
            <a:pPr>
              <a:lnSpc>
                <a:spcPct val="150000"/>
              </a:lnSpc>
              <a:buFont typeface="Arial"/>
              <a:buChar char="•"/>
              <a:defRPr/>
            </a:pPr>
            <a:r>
              <a:rPr lang="de-DE"/>
              <a:t>Expectations of the group</a:t>
            </a:r>
            <a:endParaRPr/>
          </a:p>
          <a:p>
            <a:pPr>
              <a:lnSpc>
                <a:spcPct val="150000"/>
              </a:lnSpc>
              <a:buFont typeface="Arial"/>
              <a:buChar char="•"/>
              <a:defRPr/>
            </a:pPr>
            <a:r>
              <a:rPr lang="de-DE"/>
              <a:t>Preparation for the next meetings</a:t>
            </a:r>
            <a:endParaRPr/>
          </a:p>
          <a:p>
            <a:pPr>
              <a:lnSpc>
                <a:spcPct val="150000"/>
              </a:lnSpc>
              <a:buFont typeface="Arial"/>
              <a:buChar char="•"/>
              <a:defRPr/>
            </a:pPr>
            <a:r>
              <a:rPr lang="de-DE"/>
              <a:t>Communication</a:t>
            </a:r>
            <a:endParaRPr/>
          </a:p>
          <a:p>
            <a:pPr>
              <a:lnSpc>
                <a:spcPct val="150000"/>
              </a:lnSpc>
              <a:buFont typeface="Arial"/>
              <a:buChar char="•"/>
              <a:defRPr/>
            </a:pPr>
            <a:r>
              <a:rPr lang="de-DE"/>
              <a:t>...</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7</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Code of Conduct</a:t>
            </a:r>
            <a:endParaRPr/>
          </a:p>
        </p:txBody>
      </p:sp>
      <p:sp>
        <p:nvSpPr>
          <p:cNvPr id="3" name="Textplatzhalter 2"/>
          <p:cNvSpPr>
            <a:spLocks noGrp="1"/>
          </p:cNvSpPr>
          <p:nvPr>
            <p:ph idx="1"/>
          </p:nvPr>
        </p:nvSpPr>
        <p:spPr bwMode="auto"/>
        <p:txBody>
          <a:bodyPr/>
          <a:lstStyle/>
          <a:p>
            <a:pPr marL="342900" indent="-342900">
              <a:lnSpc>
                <a:spcPct val="100000"/>
              </a:lnSpc>
              <a:buAutoNum type="arabicPeriod"/>
              <a:defRPr/>
            </a:pPr>
            <a:r>
              <a:rPr lang="de-DE"/>
              <a:t>...</a:t>
            </a:r>
            <a:endParaRPr/>
          </a:p>
          <a:p>
            <a:pPr marL="342900" indent="-342900">
              <a:lnSpc>
                <a:spcPct val="100000"/>
              </a:lnSpc>
              <a:buAutoNum type="arabicPeriod"/>
              <a:defRPr/>
            </a:pPr>
            <a:r>
              <a:rPr lang="de-DE"/>
              <a:t>...</a:t>
            </a:r>
            <a:endParaRPr/>
          </a:p>
          <a:p>
            <a:pPr marL="342900" indent="-342900">
              <a:lnSpc>
                <a:spcPct val="100000"/>
              </a:lnSpc>
              <a:buAutoNum type="arabicPeriod"/>
              <a:defRPr/>
            </a:pPr>
            <a:r>
              <a:rPr lang="de-DE"/>
              <a:t>...</a:t>
            </a:r>
            <a:endParaRPr/>
          </a:p>
          <a:p>
            <a:pPr marL="342900" indent="-342900">
              <a:lnSpc>
                <a:spcPct val="100000"/>
              </a:lnSpc>
              <a:buAutoNum type="arabicPeriod"/>
              <a:defRPr/>
            </a:pPr>
            <a:endParaRPr lang="de-DE"/>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8</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grpSp>
        <p:nvGrpSpPr>
          <p:cNvPr id="7" name="Gruppieren 6"/>
          <p:cNvGrpSpPr>
            <a:grpSpLocks noChangeAspect="1"/>
          </p:cNvGrpSpPr>
          <p:nvPr/>
        </p:nvGrpSpPr>
        <p:grpSpPr bwMode="auto">
          <a:xfrm>
            <a:off x="6876256" y="1602211"/>
            <a:ext cx="1399067" cy="1939077"/>
            <a:chOff x="6220841" y="1973581"/>
            <a:chExt cx="1877525" cy="2409894"/>
          </a:xfrm>
        </p:grpSpPr>
        <p:sp>
          <p:nvSpPr>
            <p:cNvPr id="8" name="Google Shape;488;p40"/>
            <p:cNvSpPr>
              <a:spLocks noChangeAspect="1"/>
            </p:cNvSpPr>
            <p:nvPr/>
          </p:nvSpPr>
          <p:spPr bwMode="auto">
            <a:xfrm>
              <a:off x="6220841" y="1973581"/>
              <a:ext cx="1877525" cy="2409894"/>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9" name="Google Shape;426;p40"/>
            <p:cNvGrpSpPr/>
            <p:nvPr/>
          </p:nvGrpSpPr>
          <p:grpSpPr bwMode="auto">
            <a:xfrm>
              <a:off x="7516908" y="2065150"/>
              <a:ext cx="365499" cy="365499"/>
              <a:chOff x="1922075" y="1629000"/>
              <a:chExt cx="437200" cy="437200"/>
            </a:xfrm>
            <a:solidFill>
              <a:schemeClr val="tx1"/>
            </a:solidFill>
          </p:grpSpPr>
          <p:sp>
            <p:nvSpPr>
              <p:cNvPr id="15"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grp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grp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cxnSp>
          <p:nvCxnSpPr>
            <p:cNvPr id="10" name="Gerader Verbinder 9"/>
            <p:cNvCxnSpPr>
              <a:cxnSpLocks/>
            </p:cNvCxnSpPr>
            <p:nvPr/>
          </p:nvCxnSpPr>
          <p:spPr bwMode="auto">
            <a:xfrm>
              <a:off x="6538564" y="2506132"/>
              <a:ext cx="1229854"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Gerader Verbinder 10"/>
            <p:cNvCxnSpPr>
              <a:cxnSpLocks/>
            </p:cNvCxnSpPr>
            <p:nvPr/>
          </p:nvCxnSpPr>
          <p:spPr bwMode="auto">
            <a:xfrm>
              <a:off x="6538564" y="2667000"/>
              <a:ext cx="1229854" cy="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12" name="Gerader Verbinder 11"/>
            <p:cNvCxnSpPr>
              <a:cxnSpLocks/>
            </p:cNvCxnSpPr>
            <p:nvPr/>
          </p:nvCxnSpPr>
          <p:spPr bwMode="auto">
            <a:xfrm>
              <a:off x="6538564" y="2815166"/>
              <a:ext cx="1229854" cy="0"/>
            </a:xfrm>
            <a:prstGeom prst="line">
              <a:avLst/>
            </a:prstGeom>
            <a:ln w="12700"/>
          </p:spPr>
          <p:style>
            <a:lnRef idx="1">
              <a:schemeClr val="accent3"/>
            </a:lnRef>
            <a:fillRef idx="0">
              <a:schemeClr val="accent3"/>
            </a:fillRef>
            <a:effectRef idx="0">
              <a:schemeClr val="accent3"/>
            </a:effectRef>
            <a:fontRef idx="minor">
              <a:schemeClr val="tx1"/>
            </a:fontRef>
          </p:style>
        </p:cxnSp>
        <p:cxnSp>
          <p:nvCxnSpPr>
            <p:cNvPr id="13" name="Gerader Verbinder 12"/>
            <p:cNvCxnSpPr>
              <a:cxnSpLocks/>
            </p:cNvCxnSpPr>
            <p:nvPr/>
          </p:nvCxnSpPr>
          <p:spPr bwMode="auto">
            <a:xfrm>
              <a:off x="6538564" y="3009900"/>
              <a:ext cx="1229854" cy="0"/>
            </a:xfrm>
            <a:prstGeom prst="line">
              <a:avLst/>
            </a:prstGeom>
            <a:ln w="12700"/>
          </p:spPr>
          <p:style>
            <a:lnRef idx="1">
              <a:schemeClr val="accent5"/>
            </a:lnRef>
            <a:fillRef idx="0">
              <a:schemeClr val="accent5"/>
            </a:fillRef>
            <a:effectRef idx="0">
              <a:schemeClr val="accent5"/>
            </a:effectRef>
            <a:fontRef idx="minor">
              <a:schemeClr val="tx1"/>
            </a:fontRef>
          </p:style>
        </p:cxnSp>
        <p:cxnSp>
          <p:nvCxnSpPr>
            <p:cNvPr id="14" name="Gerader Verbinder 13"/>
            <p:cNvCxnSpPr>
              <a:cxnSpLocks/>
            </p:cNvCxnSpPr>
            <p:nvPr/>
          </p:nvCxnSpPr>
          <p:spPr bwMode="auto">
            <a:xfrm>
              <a:off x="6538564" y="3221565"/>
              <a:ext cx="1229854" cy="0"/>
            </a:xfrm>
            <a:prstGeom prst="line">
              <a:avLst/>
            </a:prstGeom>
            <a:ln w="12700"/>
          </p:spPr>
          <p:style>
            <a:lnRef idx="1">
              <a:schemeClr val="accent6"/>
            </a:lnRef>
            <a:fillRef idx="0">
              <a:schemeClr val="accent6"/>
            </a:fillRef>
            <a:effectRef idx="0">
              <a:schemeClr val="accent6"/>
            </a:effectRef>
            <a:fontRef idx="minor">
              <a:schemeClr val="tx1"/>
            </a:fontRef>
          </p:style>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University Code of Conduct</a:t>
            </a:r>
            <a:endParaRPr/>
          </a:p>
        </p:txBody>
      </p:sp>
      <p:sp>
        <p:nvSpPr>
          <p:cNvPr id="3" name="Textplatzhalter 2"/>
          <p:cNvSpPr>
            <a:spLocks noGrp="1"/>
          </p:cNvSpPr>
          <p:nvPr>
            <p:ph idx="1"/>
          </p:nvPr>
        </p:nvSpPr>
        <p:spPr bwMode="auto"/>
        <p:txBody>
          <a:bodyPr>
            <a:noAutofit/>
          </a:bodyPr>
          <a:lstStyle/>
          <a:p>
            <a:pPr marL="0" indent="0">
              <a:lnSpc>
                <a:spcPct val="150000"/>
              </a:lnSpc>
              <a:buFont typeface="Arial"/>
              <a:buNone/>
              <a:defRPr/>
            </a:pPr>
            <a:r>
              <a:rPr sz="1200" b="1" i="0" u="none">
                <a:solidFill>
                  <a:srgbClr val="000000"/>
                </a:solidFill>
                <a:latin typeface="Liberation Sans"/>
                <a:ea typeface="Liberation Sans"/>
                <a:cs typeface="Liberation Sans"/>
              </a:rPr>
              <a:t> Lectures:</a:t>
            </a:r>
            <a:endParaRPr/>
          </a:p>
          <a:p>
            <a:pPr>
              <a:lnSpc>
                <a:spcPct val="150000"/>
              </a:lnSpc>
              <a:defRPr/>
            </a:pPr>
            <a:r>
              <a:rPr sz="1200" b="1" i="0" u="none">
                <a:solidFill>
                  <a:srgbClr val="000000"/>
                </a:solidFill>
                <a:latin typeface="Liberation Sans"/>
                <a:ea typeface="Liberation Sans"/>
                <a:cs typeface="Liberation Sans"/>
              </a:rPr>
              <a:t>Punctuality:</a:t>
            </a:r>
            <a:r>
              <a:rPr sz="1200" b="0" i="0" u="none">
                <a:solidFill>
                  <a:srgbClr val="000000"/>
                </a:solidFill>
                <a:latin typeface="Liberation Sans"/>
                <a:ea typeface="Liberation Sans"/>
                <a:cs typeface="Liberation Sans"/>
              </a:rPr>
              <a:t> Arrive on time for lectures to avoid disruptions and only leave the room after the lecture has ended.</a:t>
            </a:r>
            <a:endParaRPr/>
          </a:p>
          <a:p>
            <a:pPr>
              <a:lnSpc>
                <a:spcPct val="150000"/>
              </a:lnSpc>
              <a:defRPr/>
            </a:pPr>
            <a:r>
              <a:rPr sz="1200" b="1" i="0" u="none">
                <a:solidFill>
                  <a:srgbClr val="000000"/>
                </a:solidFill>
                <a:latin typeface="Liberation Sans"/>
                <a:ea typeface="Liberation Sans"/>
                <a:cs typeface="Liberation Sans"/>
              </a:rPr>
              <a:t>Silence and Attention:</a:t>
            </a:r>
            <a:r>
              <a:rPr sz="1200" b="0" i="0" u="none">
                <a:solidFill>
                  <a:srgbClr val="000000"/>
                </a:solidFill>
                <a:latin typeface="Liberation Sans"/>
                <a:ea typeface="Liberation Sans"/>
                <a:cs typeface="Liberation Sans"/>
              </a:rPr>
              <a:t> Remain quiet during the lecture and pay close attention to the presentation.</a:t>
            </a:r>
            <a:endParaRPr/>
          </a:p>
          <a:p>
            <a:pPr>
              <a:lnSpc>
                <a:spcPct val="150000"/>
              </a:lnSpc>
              <a:defRPr/>
            </a:pPr>
            <a:r>
              <a:rPr sz="1200" b="1" i="0" u="none">
                <a:solidFill>
                  <a:srgbClr val="000000"/>
                </a:solidFill>
                <a:latin typeface="Liberation Sans"/>
                <a:ea typeface="Liberation Sans"/>
                <a:cs typeface="Liberation Sans"/>
              </a:rPr>
              <a:t>Mobile Phone Use:</a:t>
            </a:r>
            <a:r>
              <a:rPr sz="1200" b="0" i="0" u="none">
                <a:solidFill>
                  <a:srgbClr val="000000"/>
                </a:solidFill>
                <a:latin typeface="Liberation Sans"/>
                <a:ea typeface="Liberation Sans"/>
                <a:cs typeface="Liberation Sans"/>
              </a:rPr>
              <a:t> Set mobile phones to silent and use them only in emergencies.</a:t>
            </a:r>
            <a:endParaRPr/>
          </a:p>
          <a:p>
            <a:pPr>
              <a:lnSpc>
                <a:spcPct val="150000"/>
              </a:lnSpc>
              <a:defRPr/>
            </a:pPr>
            <a:r>
              <a:rPr sz="1200" b="1" i="0" u="none">
                <a:solidFill>
                  <a:srgbClr val="000000"/>
                </a:solidFill>
                <a:latin typeface="Liberation Sans"/>
                <a:ea typeface="Liberation Sans"/>
                <a:cs typeface="Liberation Sans"/>
              </a:rPr>
              <a:t>Participation:</a:t>
            </a:r>
            <a:r>
              <a:rPr sz="1200" b="0" i="0" u="none">
                <a:solidFill>
                  <a:srgbClr val="000000"/>
                </a:solidFill>
                <a:latin typeface="Liberation Sans"/>
                <a:ea typeface="Liberation Sans"/>
                <a:cs typeface="Liberation Sans"/>
              </a:rPr>
              <a:t> Actively participate, but do not disturb others by talking loudly with those sitting nearby.</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9</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University Code of Conduct</a:t>
            </a:r>
            <a:endParaRPr/>
          </a:p>
        </p:txBody>
      </p:sp>
      <p:sp>
        <p:nvSpPr>
          <p:cNvPr id="3" name="Textplatzhalter 2"/>
          <p:cNvSpPr>
            <a:spLocks noGrp="1"/>
          </p:cNvSpPr>
          <p:nvPr>
            <p:ph idx="1"/>
          </p:nvPr>
        </p:nvSpPr>
        <p:spPr bwMode="auto"/>
        <p:txBody>
          <a:bodyPr>
            <a:noAutofit/>
          </a:bodyPr>
          <a:lstStyle/>
          <a:p>
            <a:pPr marL="0" indent="0">
              <a:lnSpc>
                <a:spcPct val="150000"/>
              </a:lnSpc>
              <a:buFont typeface="Arial"/>
              <a:buNone/>
              <a:defRPr/>
            </a:pPr>
            <a:r>
              <a:rPr sz="1200" b="1" i="0" u="none">
                <a:solidFill>
                  <a:srgbClr val="000000"/>
                </a:solidFill>
                <a:latin typeface="Liberation Sans"/>
                <a:ea typeface="Liberation Sans"/>
                <a:cs typeface="Liberation Sans"/>
              </a:rPr>
              <a:t> Seminars:</a:t>
            </a:r>
            <a:endParaRPr/>
          </a:p>
          <a:p>
            <a:pPr>
              <a:lnSpc>
                <a:spcPct val="150000"/>
              </a:lnSpc>
              <a:defRPr/>
            </a:pPr>
            <a:r>
              <a:rPr sz="1200" b="1" i="0" u="none">
                <a:solidFill>
                  <a:srgbClr val="000000"/>
                </a:solidFill>
                <a:latin typeface="Liberation Sans"/>
                <a:ea typeface="Liberation Sans"/>
                <a:cs typeface="Liberation Sans"/>
              </a:rPr>
              <a:t>Preparation:</a:t>
            </a:r>
            <a:r>
              <a:rPr sz="1200" b="0" i="0" u="none">
                <a:solidFill>
                  <a:srgbClr val="000000"/>
                </a:solidFill>
                <a:latin typeface="Liberation Sans"/>
                <a:ea typeface="Liberation Sans"/>
                <a:cs typeface="Liberation Sans"/>
              </a:rPr>
              <a:t> Attend seminars well-prepared, having read the relevant materials.</a:t>
            </a:r>
            <a:endParaRPr/>
          </a:p>
          <a:p>
            <a:pPr>
              <a:lnSpc>
                <a:spcPct val="150000"/>
              </a:lnSpc>
              <a:defRPr/>
            </a:pPr>
            <a:r>
              <a:rPr sz="1200" b="1" i="0" u="none">
                <a:solidFill>
                  <a:srgbClr val="000000"/>
                </a:solidFill>
                <a:latin typeface="Liberation Sans"/>
                <a:ea typeface="Liberation Sans"/>
                <a:cs typeface="Liberation Sans"/>
              </a:rPr>
              <a:t>Participation:</a:t>
            </a:r>
            <a:r>
              <a:rPr sz="1200" b="0" i="0" u="none">
                <a:solidFill>
                  <a:srgbClr val="000000"/>
                </a:solidFill>
                <a:latin typeface="Liberation Sans"/>
                <a:ea typeface="Liberation Sans"/>
                <a:cs typeface="Liberation Sans"/>
              </a:rPr>
              <a:t> Actively participate in discussions and contribute your own ideas.</a:t>
            </a:r>
            <a:endParaRPr/>
          </a:p>
          <a:p>
            <a:pPr>
              <a:lnSpc>
                <a:spcPct val="150000"/>
              </a:lnSpc>
              <a:defRPr/>
            </a:pPr>
            <a:r>
              <a:rPr sz="1200" b="1" i="0" u="none">
                <a:solidFill>
                  <a:srgbClr val="000000"/>
                </a:solidFill>
                <a:latin typeface="Liberation Sans"/>
                <a:ea typeface="Liberation Sans"/>
                <a:cs typeface="Liberation Sans"/>
              </a:rPr>
              <a:t>Respect:</a:t>
            </a:r>
            <a:r>
              <a:rPr sz="1200" b="0" i="0" u="none">
                <a:solidFill>
                  <a:srgbClr val="000000"/>
                </a:solidFill>
                <a:latin typeface="Liberation Sans"/>
                <a:ea typeface="Liberation Sans"/>
                <a:cs typeface="Liberation Sans"/>
              </a:rPr>
              <a:t> Treat fellow students and instructors with respect, even when opinions differ.</a:t>
            </a:r>
            <a:endParaRPr/>
          </a:p>
          <a:p>
            <a:pPr>
              <a:lnSpc>
                <a:spcPct val="150000"/>
              </a:lnSpc>
              <a:defRPr/>
            </a:pPr>
            <a:r>
              <a:rPr sz="1200" b="1" i="0" u="none">
                <a:solidFill>
                  <a:srgbClr val="000000"/>
                </a:solidFill>
                <a:latin typeface="Liberation Sans"/>
                <a:ea typeface="Liberation Sans"/>
                <a:cs typeface="Liberation Sans"/>
              </a:rPr>
              <a:t>Collaboration:</a:t>
            </a:r>
            <a:r>
              <a:rPr sz="1200" b="0" i="0" u="none">
                <a:solidFill>
                  <a:srgbClr val="000000"/>
                </a:solidFill>
                <a:latin typeface="Liberation Sans"/>
                <a:ea typeface="Liberation Sans"/>
                <a:cs typeface="Liberation Sans"/>
              </a:rPr>
              <a:t> Be open to group work and other perspectives to achieve shared learning goals.</a:t>
            </a:r>
            <a:endParaRPr/>
          </a:p>
          <a:p>
            <a:pPr>
              <a:lnSpc>
                <a:spcPct val="150000"/>
              </a:lnSpc>
              <a:defRPr/>
            </a:pPr>
            <a:r>
              <a:rPr sz="1200" b="1" i="0" u="none">
                <a:solidFill>
                  <a:srgbClr val="000000"/>
                </a:solidFill>
                <a:latin typeface="Liberation Sans"/>
                <a:ea typeface="Liberation Sans"/>
                <a:cs typeface="Liberation Sans"/>
              </a:rPr>
              <a:t>Commitments:</a:t>
            </a:r>
            <a:r>
              <a:rPr sz="1200" b="0" i="0" u="none">
                <a:solidFill>
                  <a:srgbClr val="000000"/>
                </a:solidFill>
                <a:latin typeface="Liberation Sans"/>
                <a:ea typeface="Liberation Sans"/>
                <a:cs typeface="Liberation Sans"/>
              </a:rPr>
              <a:t> Honor agreements in group projects and submit work on time.</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10</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University Code of Conduct</a:t>
            </a:r>
            <a:endParaRPr/>
          </a:p>
        </p:txBody>
      </p:sp>
      <p:sp>
        <p:nvSpPr>
          <p:cNvPr id="3" name="Textplatzhalt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5000" lnSpcReduction="1000"/>
          </a:bodyPr>
          <a:lstStyle/>
          <a:p>
            <a:pPr marL="0" indent="0">
              <a:lnSpc>
                <a:spcPct val="150000"/>
              </a:lnSpc>
              <a:buFont typeface="Arial"/>
              <a:buNone/>
              <a:defRPr/>
            </a:pPr>
            <a:r>
              <a:rPr sz="1200" b="1" i="0" u="none">
                <a:solidFill>
                  <a:srgbClr val="000000"/>
                </a:solidFill>
                <a:latin typeface="Liberation Sans"/>
                <a:ea typeface="Liberation Sans"/>
                <a:cs typeface="Liberation Sans"/>
              </a:rPr>
              <a:t>Communication:</a:t>
            </a:r>
            <a:endParaRPr/>
          </a:p>
          <a:p>
            <a:pPr>
              <a:lnSpc>
                <a:spcPct val="150000"/>
              </a:lnSpc>
              <a:defRPr/>
            </a:pPr>
            <a:r>
              <a:rPr sz="1200" b="1" i="0" u="none">
                <a:solidFill>
                  <a:srgbClr val="000000"/>
                </a:solidFill>
                <a:latin typeface="Liberation Sans"/>
                <a:ea typeface="Liberation Sans"/>
                <a:cs typeface="Liberation Sans"/>
              </a:rPr>
              <a:t>Politeness:</a:t>
            </a:r>
            <a:r>
              <a:rPr sz="1200" b="0" i="0" u="none">
                <a:solidFill>
                  <a:srgbClr val="000000"/>
                </a:solidFill>
                <a:latin typeface="Liberation Sans"/>
                <a:ea typeface="Liberation Sans"/>
                <a:cs typeface="Liberation Sans"/>
              </a:rPr>
              <a:t> Communicate in a friendly and respectful manner, whether via email, in forums, or in person.</a:t>
            </a:r>
            <a:endParaRPr/>
          </a:p>
          <a:p>
            <a:pPr>
              <a:lnSpc>
                <a:spcPct val="150000"/>
              </a:lnSpc>
              <a:defRPr/>
            </a:pPr>
            <a:r>
              <a:rPr sz="1200" b="1" i="0" u="none">
                <a:solidFill>
                  <a:srgbClr val="000000"/>
                </a:solidFill>
                <a:latin typeface="Liberation Sans"/>
                <a:ea typeface="Liberation Sans"/>
                <a:cs typeface="Liberation Sans"/>
              </a:rPr>
              <a:t>Right Contact:</a:t>
            </a:r>
            <a:r>
              <a:rPr sz="1200" b="0" i="0" u="none">
                <a:solidFill>
                  <a:srgbClr val="000000"/>
                </a:solidFill>
                <a:latin typeface="Liberation Sans"/>
                <a:ea typeface="Liberation Sans"/>
                <a:cs typeface="Liberation Sans"/>
              </a:rPr>
              <a:t> Ensure you're asking the right person. Before emailing the instructor, ask fellow students first!</a:t>
            </a:r>
            <a:endParaRPr/>
          </a:p>
          <a:p>
            <a:pPr>
              <a:lnSpc>
                <a:spcPct val="150000"/>
              </a:lnSpc>
              <a:defRPr/>
            </a:pPr>
            <a:r>
              <a:rPr sz="1200" b="1" i="0" u="none">
                <a:solidFill>
                  <a:srgbClr val="000000"/>
                </a:solidFill>
                <a:latin typeface="Liberation Sans"/>
                <a:ea typeface="Liberation Sans"/>
                <a:cs typeface="Liberation Sans"/>
              </a:rPr>
              <a:t>Stay Updated:</a:t>
            </a:r>
            <a:r>
              <a:rPr sz="1200" b="0" i="0" u="none">
                <a:solidFill>
                  <a:srgbClr val="000000"/>
                </a:solidFill>
                <a:latin typeface="Liberation Sans"/>
                <a:ea typeface="Liberation Sans"/>
                <a:cs typeface="Liberation Sans"/>
              </a:rPr>
              <a:t> Regularly check emails and MyStudy for new information, and respond promptly when necessary.</a:t>
            </a:r>
            <a:endParaRPr/>
          </a:p>
          <a:p>
            <a:pPr>
              <a:lnSpc>
                <a:spcPct val="150000"/>
              </a:lnSpc>
              <a:defRPr/>
            </a:pPr>
            <a:r>
              <a:rPr sz="1200" b="1" i="0" u="none">
                <a:solidFill>
                  <a:srgbClr val="000000"/>
                </a:solidFill>
                <a:latin typeface="Liberation Sans"/>
                <a:ea typeface="Liberation Sans"/>
                <a:cs typeface="Liberation Sans"/>
              </a:rPr>
              <a:t>Email Etiquette:</a:t>
            </a:r>
            <a:r>
              <a:rPr sz="1200" b="0" i="0" u="none">
                <a:solidFill>
                  <a:srgbClr val="000000"/>
                </a:solidFill>
                <a:latin typeface="Liberation Sans"/>
                <a:ea typeface="Liberation Sans"/>
                <a:cs typeface="Liberation Sans"/>
              </a:rPr>
              <a:t> Use clear subject lines, polite greetings, and proper closing phrases in emails, and respond promptly to inquiries.</a:t>
            </a:r>
            <a:endParaRPr/>
          </a:p>
          <a:p>
            <a:pPr>
              <a:lnSpc>
                <a:spcPct val="150000"/>
              </a:lnSpc>
              <a:defRPr/>
            </a:pPr>
            <a:r>
              <a:rPr sz="1200" b="1" i="0" u="none">
                <a:solidFill>
                  <a:srgbClr val="000000"/>
                </a:solidFill>
                <a:latin typeface="Liberation Sans"/>
                <a:ea typeface="Liberation Sans"/>
                <a:cs typeface="Liberation Sans"/>
              </a:rPr>
              <a:t>Feedback:</a:t>
            </a:r>
            <a:r>
              <a:rPr sz="1200" b="0" i="0" u="none">
                <a:solidFill>
                  <a:srgbClr val="000000"/>
                </a:solidFill>
                <a:latin typeface="Liberation Sans"/>
                <a:ea typeface="Liberation Sans"/>
                <a:cs typeface="Liberation Sans"/>
              </a:rPr>
              <a:t> Give and accept constructive feedback without making it personal.</a:t>
            </a:r>
            <a:endParaRPr/>
          </a:p>
          <a:p>
            <a:pPr>
              <a:lnSpc>
                <a:spcPct val="150000"/>
              </a:lnSpc>
              <a:defRPr/>
            </a:pPr>
            <a:r>
              <a:rPr sz="1200" b="1" i="0" u="none">
                <a:solidFill>
                  <a:srgbClr val="000000"/>
                </a:solidFill>
                <a:latin typeface="Liberation Sans"/>
                <a:ea typeface="Liberation Sans"/>
                <a:cs typeface="Liberation Sans"/>
              </a:rPr>
              <a:t>Tone:</a:t>
            </a:r>
            <a:r>
              <a:rPr sz="1200" b="0" i="0" u="none">
                <a:solidFill>
                  <a:srgbClr val="000000"/>
                </a:solidFill>
                <a:latin typeface="Liberation Sans"/>
                <a:ea typeface="Liberation Sans"/>
                <a:cs typeface="Liberation Sans"/>
              </a:rPr>
              <a:t> Communicate respectfully in digital spaces and adhere to the rules of online platforms.</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11</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normAutofit lnSpcReduction="10000"/>
          </a:bodyPr>
          <a:lstStyle/>
          <a:p>
            <a:pPr marL="0" indent="0">
              <a:lnSpc>
                <a:spcPct val="160000"/>
              </a:lnSpc>
              <a:buNone/>
              <a:defRPr/>
            </a:pPr>
            <a:r>
              <a:rPr lang="de-DE" b="1"/>
              <a:t>Student counseling at the college</a:t>
            </a:r>
            <a:endParaRPr/>
          </a:p>
          <a:p>
            <a:pPr marL="0" indent="0">
              <a:lnSpc>
                <a:spcPct val="160000"/>
              </a:lnSpc>
              <a:buNone/>
              <a:defRPr/>
            </a:pPr>
            <a:r>
              <a:rPr lang="de-DE"/>
              <a:t>The Student Advisory Service is the first point of contact if you need advice in connection with your studies. It provides support in all phases of your studies, e.g. when planning the course of your studies or when changing direction. There are various counseling options to choose from, for example an individual counseling appointment by appointment or as part of the open counseling without registration in advance. </a:t>
            </a:r>
            <a:endParaRPr/>
          </a:p>
          <a:p>
            <a:pPr marL="0" indent="0">
              <a:lnSpc>
                <a:spcPct val="160000"/>
              </a:lnSpc>
              <a:buNone/>
              <a:defRPr/>
            </a:pPr>
            <a:r>
              <a:rPr lang="de-DE" u="sng">
                <a:hlinkClick r:id="rId3" tooltip="https://www.leuphana.de/college/studienberatung.html"/>
              </a:rPr>
              <a:t>https://www.leuphana.de/college/studienberatung.html</a:t>
            </a:r>
            <a:endParaRPr lang="de-DE"/>
          </a:p>
          <a:p>
            <a:pPr marL="0" indent="0">
              <a:buNone/>
              <a:defRPr/>
            </a:pPr>
            <a:br>
              <a:rPr lang="de-DE"/>
            </a:br>
            <a:endParaRPr lang="de-DE"/>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12</a:t>
            </a:fld>
            <a:endParaRPr lang="de-D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lstStyle/>
          <a:p>
            <a:pPr marL="0" indent="0">
              <a:lnSpc>
                <a:spcPct val="150000"/>
              </a:lnSpc>
              <a:buNone/>
              <a:defRPr/>
            </a:pPr>
            <a:r>
              <a:rPr lang="de-DE" b="1"/>
              <a:t>The AStA </a:t>
            </a:r>
            <a:endParaRPr/>
          </a:p>
          <a:p>
            <a:pPr marL="0" indent="0">
              <a:lnSpc>
                <a:spcPct val="150000"/>
              </a:lnSpc>
              <a:buNone/>
              <a:defRPr/>
            </a:pPr>
            <a:r>
              <a:rPr lang="de-DE"/>
              <a:t>AStA is the short form of Allgemeiner Student*innenausschuss. It is responsible for representing the interests of students with regard to cultural, social and (university) political issues. </a:t>
            </a:r>
            <a:endParaRPr/>
          </a:p>
          <a:p>
            <a:pPr marL="0" indent="0">
              <a:lnSpc>
                <a:spcPct val="150000"/>
              </a:lnSpc>
              <a:buNone/>
              <a:defRPr/>
            </a:pPr>
            <a:r>
              <a:rPr lang="de-DE"/>
              <a:t>In practice, this means that it offers help with all aspects of studying, organizes cultural events such as concerts, readings, parties, cinema and theater performances, deals with political issues and takes care of important services related to studying.</a:t>
            </a:r>
            <a:endParaRPr/>
          </a:p>
          <a:p>
            <a:pPr marL="0" indent="0">
              <a:lnSpc>
                <a:spcPct val="150000"/>
              </a:lnSpc>
              <a:buNone/>
              <a:defRPr/>
            </a:pPr>
            <a:r>
              <a:rPr lang="de-DE" u="sng">
                <a:hlinkClick r:id="rId3" tooltip="https://www.asta-lueneburg.de/"/>
              </a:rPr>
              <a:t>https://www.asta-lueneburg.de/ </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13</a:t>
            </a:fld>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lstStyle/>
          <a:p>
            <a:pPr marL="0" indent="0">
              <a:lnSpc>
                <a:spcPct val="150000"/>
              </a:lnSpc>
              <a:buNone/>
              <a:defRPr/>
            </a:pPr>
            <a:r>
              <a:rPr lang="de-DE" b="1"/>
              <a:t>IT support</a:t>
            </a:r>
            <a:endParaRPr/>
          </a:p>
          <a:p>
            <a:pPr marL="0" indent="0">
              <a:lnSpc>
                <a:spcPct val="150000"/>
              </a:lnSpc>
              <a:buNone/>
              <a:defRPr/>
            </a:pPr>
            <a:r>
              <a:rPr lang="de-DE"/>
              <a:t>Problems with the VPN, printing at the university, with Zoom or are you looking for information about the Office package for students? The student IT support team will be happy to help. </a:t>
            </a:r>
            <a:br>
              <a:rPr lang="de-DE"/>
            </a:br>
            <a:r>
              <a:rPr lang="de-DE" u="sng">
                <a:hlinkClick r:id="rId3" tooltip="https://www.leuphana.de/services/miz/service-support/it-support.html"/>
              </a:rPr>
              <a:t>https://www.leuphana.de/services/miz/service-support/it-support.html </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14</a:t>
            </a:fld>
            <a:endParaRPr lang="de-D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lstStyle/>
          <a:p>
            <a:pPr marL="0" indent="0">
              <a:lnSpc>
                <a:spcPct val="150000"/>
              </a:lnSpc>
              <a:buNone/>
              <a:defRPr/>
            </a:pPr>
            <a:r>
              <a:rPr lang="de-DE" b="1"/>
              <a:t>Psychotherapeutic counseling center</a:t>
            </a:r>
            <a:endParaRPr/>
          </a:p>
          <a:p>
            <a:pPr marL="0" indent="0">
              <a:lnSpc>
                <a:spcPct val="150000"/>
              </a:lnSpc>
              <a:buNone/>
              <a:defRPr/>
            </a:pPr>
            <a:r>
              <a:rPr lang="de-DE"/>
              <a:t>The psychotherapeutic advice center can be a good first port of call if you are experiencing a lot of psychological stress. Problems that can be discussed there include exam nerves, conflicts with parents, friends or in a shared flat, feelings of being overwhelmed and insecurity or difficulties in making decisions.</a:t>
            </a:r>
            <a:endParaRPr/>
          </a:p>
          <a:p>
            <a:pPr marL="0" indent="0">
              <a:lnSpc>
                <a:spcPct val="150000"/>
              </a:lnSpc>
              <a:buNone/>
              <a:defRPr/>
            </a:pPr>
            <a:r>
              <a:rPr lang="de-DE" u="sng">
                <a:solidFill>
                  <a:schemeClr val="accent3"/>
                </a:solidFill>
              </a:rPr>
              <a:t>https://stw-on.de/lüneburg/beratung/pbs</a:t>
            </a:r>
            <a:endParaRPr lang="de-DE">
              <a:solidFill>
                <a:schemeClr val="accent3"/>
              </a:solidFill>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15</a:t>
            </a:fld>
            <a:endParaRPr lang="de-D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lstStyle/>
          <a:p>
            <a:pPr marL="0" indent="0">
              <a:lnSpc>
                <a:spcPct val="150000"/>
              </a:lnSpc>
              <a:buNone/>
              <a:defRPr/>
            </a:pPr>
            <a:r>
              <a:rPr lang="de-DE" b="1"/>
              <a:t>Writing Center</a:t>
            </a:r>
            <a:endParaRPr/>
          </a:p>
          <a:p>
            <a:pPr marL="0" indent="0">
              <a:lnSpc>
                <a:spcPct val="150000"/>
              </a:lnSpc>
              <a:buNone/>
              <a:defRPr/>
            </a:pPr>
            <a:r>
              <a:rPr lang="de-DE"/>
              <a:t>The Writing Center offers a wide range of different consultations and workshops on all aspects of university text production. For example, you can discuss your text (drafts) in one of the open consultation hours, get tips on various writing or reading methods, attend workshops or take part in events such as the Long Night of Writing towards the end of the semester.</a:t>
            </a:r>
            <a:endParaRPr/>
          </a:p>
          <a:p>
            <a:pPr marL="0" indent="0">
              <a:lnSpc>
                <a:spcPct val="150000"/>
              </a:lnSpc>
              <a:buNone/>
              <a:defRPr/>
            </a:pPr>
            <a:r>
              <a:rPr lang="de-DE" u="sng">
                <a:hlinkClick r:id="rId3" tooltip="https://www.leuphana.de/einrichtungen/schreibzentrum.html"/>
              </a:rPr>
              <a:t>https://www.leuphana.de/einrichtungen/schreibzentrum.html </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16</a:t>
            </a:fld>
            <a:endParaRPr lang="de-DE"/>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71E891A511D040A52CA52D008DEB36" ma:contentTypeVersion="10" ma:contentTypeDescription="Create a new document." ma:contentTypeScope="" ma:versionID="c77faa4d502040c57c0b36fdfc19836d">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dcf4d98119bc862fe7e639ceb3c68563"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944E6-0128-48CE-9C88-06C685DE1F47}">
  <ds:schemaRefs>
    <ds:schemaRef ds:uri="http://schemas.microsoft.com/sharepoint/v3/contenttype/forms"/>
  </ds:schemaRefs>
</ds:datastoreItem>
</file>

<file path=customXml/itemProps2.xml><?xml version="1.0" encoding="utf-8"?>
<ds:datastoreItem xmlns:ds="http://schemas.openxmlformats.org/officeDocument/2006/customXml" ds:itemID="{3E39C8F8-E41B-4391-BECA-F212BD4FD405}">
  <ds:schemaRefs>
    <ds:schemaRef ds:uri="http://schemas.microsoft.com/office/2006/metadata/properties"/>
    <ds:schemaRef ds:uri="http://schemas.microsoft.com/office/infopath/2007/PartnerControls"/>
    <ds:schemaRef ds:uri="884d299c-5010-4321-b642-613c40d795bb"/>
    <ds:schemaRef ds:uri="e0647eb4-fdd8-4a76-905c-ef029484ffcd"/>
  </ds:schemaRefs>
</ds:datastoreItem>
</file>

<file path=customXml/itemProps3.xml><?xml version="1.0" encoding="utf-8"?>
<ds:datastoreItem xmlns:ds="http://schemas.openxmlformats.org/officeDocument/2006/customXml" ds:itemID="{EE15A82A-F945-483F-8BA1-593AB9E84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884d299c-5010-4321-b642-613c40d795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1368</Words>
  <Application>Microsoft Office PowerPoint</Application>
  <PresentationFormat>Bildschirmpräsentation (16:9)</PresentationFormat>
  <Paragraphs>139</Paragraphs>
  <Slides>16</Slides>
  <Notes>16</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16</vt:i4>
      </vt:variant>
    </vt:vector>
  </HeadingPairs>
  <TitlesOfParts>
    <vt:vector size="22" baseType="lpstr">
      <vt:lpstr>Liberation Sans</vt:lpstr>
      <vt:lpstr>Quattrocento Sans</vt:lpstr>
      <vt:lpstr>Arial</vt:lpstr>
      <vt:lpstr>Arial Narrow</vt:lpstr>
      <vt:lpstr>Lora</vt:lpstr>
      <vt:lpstr>Benutzerdefiniertes Design</vt:lpstr>
      <vt:lpstr>Agenda</vt:lpstr>
      <vt:lpstr>The Tutorials</vt:lpstr>
      <vt:lpstr>The tutorials - content</vt:lpstr>
      <vt:lpstr>The tutorials  Topics during the semester</vt:lpstr>
      <vt:lpstr>Your topics</vt:lpstr>
      <vt:lpstr>Important note: </vt:lpstr>
      <vt:lpstr>Organization</vt:lpstr>
      <vt:lpstr>Code of Conduct</vt:lpstr>
      <vt:lpstr>University Code of Conduct</vt:lpstr>
      <vt:lpstr>University Code of Conduct</vt:lpstr>
      <vt:lpstr>University Code of Conduct</vt:lpstr>
      <vt:lpstr>Important contact points at Leuphana</vt:lpstr>
      <vt:lpstr>Important contact points at Leuphana</vt:lpstr>
      <vt:lpstr>Important contact points at Leuphana</vt:lpstr>
      <vt:lpstr>Important contact points at Leuphana</vt:lpstr>
      <vt:lpstr>Important contact points at Leuphana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Mai Huong Crämer</dc:creator>
  <cp:keywords>, docId:055957278F8692A8D5317F9593042DCD</cp:keywords>
  <dc:description/>
  <cp:lastModifiedBy>Felix Soltau</cp:lastModifiedBy>
  <cp:revision>3</cp:revision>
  <dcterms:modified xsi:type="dcterms:W3CDTF">2026-06-22T20:34:25Z</dcterms:modified>
  <cp:category/>
  <dc:identifier/>
  <cp:contentStatus/>
  <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